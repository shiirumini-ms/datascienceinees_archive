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7" r:id="rId2"/>
    <p:sldId id="544" r:id="rId3"/>
    <p:sldId id="333" r:id="rId4"/>
    <p:sldId id="546" r:id="rId5"/>
    <p:sldId id="547" r:id="rId6"/>
    <p:sldId id="548" r:id="rId7"/>
    <p:sldId id="549" r:id="rId8"/>
    <p:sldId id="550" r:id="rId9"/>
    <p:sldId id="545" r:id="rId10"/>
    <p:sldId id="551" r:id="rId11"/>
    <p:sldId id="552" r:id="rId12"/>
    <p:sldId id="553" r:id="rId13"/>
    <p:sldId id="554" r:id="rId14"/>
    <p:sldId id="555" r:id="rId15"/>
    <p:sldId id="556" r:id="rId16"/>
    <p:sldId id="557" r:id="rId17"/>
    <p:sldId id="558" r:id="rId18"/>
    <p:sldId id="559" r:id="rId19"/>
    <p:sldId id="560" r:id="rId20"/>
    <p:sldId id="561" r:id="rId21"/>
    <p:sldId id="562" r:id="rId22"/>
    <p:sldId id="563" r:id="rId23"/>
    <p:sldId id="564" r:id="rId24"/>
    <p:sldId id="567" r:id="rId25"/>
    <p:sldId id="566" r:id="rId26"/>
    <p:sldId id="565" r:id="rId27"/>
    <p:sldId id="568" r:id="rId28"/>
    <p:sldId id="569" r:id="rId29"/>
    <p:sldId id="570" r:id="rId30"/>
    <p:sldId id="571" r:id="rId31"/>
    <p:sldId id="619" r:id="rId32"/>
    <p:sldId id="620" r:id="rId33"/>
    <p:sldId id="616" r:id="rId34"/>
    <p:sldId id="617" r:id="rId35"/>
    <p:sldId id="618" r:id="rId36"/>
    <p:sldId id="490" r:id="rId37"/>
    <p:sldId id="491" r:id="rId38"/>
    <p:sldId id="621" r:id="rId39"/>
    <p:sldId id="622" r:id="rId40"/>
    <p:sldId id="623" r:id="rId41"/>
    <p:sldId id="624" r:id="rId42"/>
    <p:sldId id="625" r:id="rId43"/>
    <p:sldId id="626" r:id="rId44"/>
    <p:sldId id="627" r:id="rId45"/>
    <p:sldId id="628" r:id="rId46"/>
    <p:sldId id="629" r:id="rId47"/>
    <p:sldId id="494" r:id="rId48"/>
    <p:sldId id="498" r:id="rId49"/>
    <p:sldId id="497" r:id="rId50"/>
    <p:sldId id="630" r:id="rId51"/>
    <p:sldId id="502" r:id="rId52"/>
    <p:sldId id="631" r:id="rId53"/>
    <p:sldId id="632" r:id="rId54"/>
    <p:sldId id="634" r:id="rId55"/>
    <p:sldId id="635" r:id="rId56"/>
    <p:sldId id="448" r:id="rId57"/>
    <p:sldId id="450" r:id="rId58"/>
    <p:sldId id="501" r:id="rId59"/>
    <p:sldId id="453" r:id="rId60"/>
    <p:sldId id="636" r:id="rId61"/>
    <p:sldId id="445" r:id="rId62"/>
    <p:sldId id="452" r:id="rId63"/>
    <p:sldId id="410" r:id="rId64"/>
    <p:sldId id="473" r:id="rId65"/>
    <p:sldId id="46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B200"/>
    <a:srgbClr val="548235"/>
    <a:srgbClr val="C091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81"/>
    <p:restoredTop sz="94966"/>
  </p:normalViewPr>
  <p:slideViewPr>
    <p:cSldViewPr snapToGrid="0">
      <p:cViewPr>
        <p:scale>
          <a:sx n="77" d="100"/>
          <a:sy n="77" d="100"/>
        </p:scale>
        <p:origin x="1616" y="1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17:50.553"/>
    </inkml:context>
    <inkml:brush xml:id="br0">
      <inkml:brushProperty name="width" value="0.035" units="cm"/>
      <inkml:brushProperty name="height" value="0.035" units="cm"/>
      <inkml:brushProperty name="color" value="#FFC114"/>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0"/>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2"/>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5"/>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6"/>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8"/>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3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1"/>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2"/>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4"/>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6"/>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7"/>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0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1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1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1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23:19.413"/>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6"/>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7"/>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2"/>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5"/>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8"/>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1"/>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4"/>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6"/>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5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6"/>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7"/>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2"/>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5"/>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8"/>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1"/>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4"/>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6"/>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5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6"/>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7"/>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2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2"/>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5"/>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8"/>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39"/>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1"/>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3"/>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4"/>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6"/>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7"/>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4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45:28.350"/>
    </inkml:context>
    <inkml:brush xml:id="br0">
      <inkml:brushProperty name="width" value="0.05" units="cm"/>
      <inkml:brushProperty name="height" value="0.05" units="cm"/>
      <inkml:brushProperty name="color" value="#E71224"/>
    </inkml:brush>
  </inkml:definitions>
  <inkml:trace contextRef="#ctx0" brushRef="#br0">1 1 24575,'0'0'0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2:54.97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0.11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3.41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5.4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6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6.76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8.95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0.6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2.93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2:54.97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0.11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3.41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5.4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6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6.76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8.95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0.6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2.93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2:54.97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0.11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3.41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5.4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6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6.76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8.95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0.6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2.93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2:54.97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0.11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3.41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5.4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6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6.76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8.95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0.6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2.93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2:54.97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0.11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3.41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5.4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09.57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3.55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5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16.60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0.19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6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0"/>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1"/>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2.67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6.76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28.95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0.60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32.93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6"/>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7"/>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8"/>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3:57.529"/>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2"/>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3"/>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4"/>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9:54:03.145"/>
    </inkml:context>
    <inkml:brush xml:id="br0">
      <inkml:brushProperty name="width" value="0.05" units="cm"/>
      <inkml:brushProperty name="height" value="0.05" units="cm"/>
      <inkml:brushProperty name="color" value="#E71224"/>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675D4-F5F7-9C49-94C0-FB829D1C6B90}" type="datetimeFigureOut">
              <a:rPr lang="en-US" smtClean="0"/>
              <a:t>10/23/25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61AD-FDBE-8E4B-A15E-091E7AC08CD0}" type="slidenum">
              <a:rPr lang="en-US" smtClean="0"/>
              <a:t>‹#›</a:t>
            </a:fld>
            <a:endParaRPr lang="en-US"/>
          </a:p>
        </p:txBody>
      </p:sp>
    </p:spTree>
    <p:extLst>
      <p:ext uri="{BB962C8B-B14F-4D97-AF65-F5344CB8AC3E}">
        <p14:creationId xmlns:p14="http://schemas.microsoft.com/office/powerpoint/2010/main" val="7091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1</a:t>
            </a:fld>
            <a:endParaRPr lang="en-US"/>
          </a:p>
        </p:txBody>
      </p:sp>
    </p:spTree>
    <p:extLst>
      <p:ext uri="{BB962C8B-B14F-4D97-AF65-F5344CB8AC3E}">
        <p14:creationId xmlns:p14="http://schemas.microsoft.com/office/powerpoint/2010/main" val="363330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8122C-5025-7C5F-1B47-7CCFE039D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70357-5B70-C6A4-317E-53A264CCE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977DD-726E-8DAF-C55E-014551C083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B0731-8FFA-F9BE-0FE9-6F99D2E14BF4}"/>
              </a:ext>
            </a:extLst>
          </p:cNvPr>
          <p:cNvSpPr>
            <a:spLocks noGrp="1"/>
          </p:cNvSpPr>
          <p:nvPr>
            <p:ph type="sldNum" sz="quarter" idx="5"/>
          </p:nvPr>
        </p:nvSpPr>
        <p:spPr/>
        <p:txBody>
          <a:bodyPr/>
          <a:lstStyle/>
          <a:p>
            <a:fld id="{B4E461AD-FDBE-8E4B-A15E-091E7AC08CD0}" type="slidenum">
              <a:rPr lang="en-US" smtClean="0"/>
              <a:t>47</a:t>
            </a:fld>
            <a:endParaRPr lang="en-US"/>
          </a:p>
        </p:txBody>
      </p:sp>
    </p:spTree>
    <p:extLst>
      <p:ext uri="{BB962C8B-B14F-4D97-AF65-F5344CB8AC3E}">
        <p14:creationId xmlns:p14="http://schemas.microsoft.com/office/powerpoint/2010/main" val="1815715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064CB-748F-6E50-EA15-A77C7F5F6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9A47A-281B-FC39-5F89-CD683C52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3D1DC-00D7-5DFA-BE52-5966C91A84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38B03-2D24-D754-616B-B96AEEF011B8}"/>
              </a:ext>
            </a:extLst>
          </p:cNvPr>
          <p:cNvSpPr>
            <a:spLocks noGrp="1"/>
          </p:cNvSpPr>
          <p:nvPr>
            <p:ph type="sldNum" sz="quarter" idx="5"/>
          </p:nvPr>
        </p:nvSpPr>
        <p:spPr/>
        <p:txBody>
          <a:bodyPr/>
          <a:lstStyle/>
          <a:p>
            <a:fld id="{B4E461AD-FDBE-8E4B-A15E-091E7AC08CD0}" type="slidenum">
              <a:rPr lang="en-US" smtClean="0"/>
              <a:t>48</a:t>
            </a:fld>
            <a:endParaRPr lang="en-US"/>
          </a:p>
        </p:txBody>
      </p:sp>
    </p:spTree>
    <p:extLst>
      <p:ext uri="{BB962C8B-B14F-4D97-AF65-F5344CB8AC3E}">
        <p14:creationId xmlns:p14="http://schemas.microsoft.com/office/powerpoint/2010/main" val="3797714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64C21-CE21-02B3-3F13-CDF5A7BB0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46607-05E7-D1D9-9D6D-8DD5EF002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F03E0-DE5A-0D7A-29EA-2676DEC1C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61F3B5-E334-299A-2ED2-4C0465453B71}"/>
              </a:ext>
            </a:extLst>
          </p:cNvPr>
          <p:cNvSpPr>
            <a:spLocks noGrp="1"/>
          </p:cNvSpPr>
          <p:nvPr>
            <p:ph type="sldNum" sz="quarter" idx="5"/>
          </p:nvPr>
        </p:nvSpPr>
        <p:spPr/>
        <p:txBody>
          <a:bodyPr/>
          <a:lstStyle/>
          <a:p>
            <a:fld id="{B4E461AD-FDBE-8E4B-A15E-091E7AC08CD0}" type="slidenum">
              <a:rPr lang="en-US" smtClean="0"/>
              <a:t>49</a:t>
            </a:fld>
            <a:endParaRPr lang="en-US"/>
          </a:p>
        </p:txBody>
      </p:sp>
    </p:spTree>
    <p:extLst>
      <p:ext uri="{BB962C8B-B14F-4D97-AF65-F5344CB8AC3E}">
        <p14:creationId xmlns:p14="http://schemas.microsoft.com/office/powerpoint/2010/main" val="3361953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C5400-FE72-EB76-0D61-70D9AF2CD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E3B7-6201-269A-327C-A279BCB65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BFBDE-AC40-2451-5F98-6608E85C6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DF28A7-9541-2FCF-17AB-CE2D9C8A67C9}"/>
              </a:ext>
            </a:extLst>
          </p:cNvPr>
          <p:cNvSpPr>
            <a:spLocks noGrp="1"/>
          </p:cNvSpPr>
          <p:nvPr>
            <p:ph type="sldNum" sz="quarter" idx="5"/>
          </p:nvPr>
        </p:nvSpPr>
        <p:spPr/>
        <p:txBody>
          <a:bodyPr/>
          <a:lstStyle/>
          <a:p>
            <a:fld id="{B4E461AD-FDBE-8E4B-A15E-091E7AC08CD0}" type="slidenum">
              <a:rPr lang="en-US" smtClean="0"/>
              <a:t>50</a:t>
            </a:fld>
            <a:endParaRPr lang="en-US"/>
          </a:p>
        </p:txBody>
      </p:sp>
    </p:spTree>
    <p:extLst>
      <p:ext uri="{BB962C8B-B14F-4D97-AF65-F5344CB8AC3E}">
        <p14:creationId xmlns:p14="http://schemas.microsoft.com/office/powerpoint/2010/main" val="385827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79E6-0275-DA1B-D13B-B31932209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6F299-244D-5D2B-9411-4027D1994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8DBC1-29C0-8642-B746-7F0EB6EC30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95781-0CF0-47E8-7E9A-2711F59BC50B}"/>
              </a:ext>
            </a:extLst>
          </p:cNvPr>
          <p:cNvSpPr>
            <a:spLocks noGrp="1"/>
          </p:cNvSpPr>
          <p:nvPr>
            <p:ph type="sldNum" sz="quarter" idx="5"/>
          </p:nvPr>
        </p:nvSpPr>
        <p:spPr/>
        <p:txBody>
          <a:bodyPr/>
          <a:lstStyle/>
          <a:p>
            <a:fld id="{B4E461AD-FDBE-8E4B-A15E-091E7AC08CD0}" type="slidenum">
              <a:rPr lang="en-US" smtClean="0"/>
              <a:t>51</a:t>
            </a:fld>
            <a:endParaRPr lang="en-US"/>
          </a:p>
        </p:txBody>
      </p:sp>
    </p:spTree>
    <p:extLst>
      <p:ext uri="{BB962C8B-B14F-4D97-AF65-F5344CB8AC3E}">
        <p14:creationId xmlns:p14="http://schemas.microsoft.com/office/powerpoint/2010/main" val="3897738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61A0-6038-101B-6E13-8CA30DC18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D3F1F-945B-1792-6671-60D7F89F1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C6578-5F70-5D21-57FC-C9F63C1D35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53AC27-410D-C40F-04F9-4E371CFFBFAA}"/>
              </a:ext>
            </a:extLst>
          </p:cNvPr>
          <p:cNvSpPr>
            <a:spLocks noGrp="1"/>
          </p:cNvSpPr>
          <p:nvPr>
            <p:ph type="sldNum" sz="quarter" idx="5"/>
          </p:nvPr>
        </p:nvSpPr>
        <p:spPr/>
        <p:txBody>
          <a:bodyPr/>
          <a:lstStyle/>
          <a:p>
            <a:fld id="{B4E461AD-FDBE-8E4B-A15E-091E7AC08CD0}" type="slidenum">
              <a:rPr lang="en-US" smtClean="0"/>
              <a:t>52</a:t>
            </a:fld>
            <a:endParaRPr lang="en-US"/>
          </a:p>
        </p:txBody>
      </p:sp>
    </p:spTree>
    <p:extLst>
      <p:ext uri="{BB962C8B-B14F-4D97-AF65-F5344CB8AC3E}">
        <p14:creationId xmlns:p14="http://schemas.microsoft.com/office/powerpoint/2010/main" val="677787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8041C-6B5C-A745-FE94-E126A3BCF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B3346-D86E-18E6-058F-1A5CBA1AF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E155B-8801-D302-6F6E-D3BAFB08F8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676F-5A5F-50F3-740C-6366E1A780AD}"/>
              </a:ext>
            </a:extLst>
          </p:cNvPr>
          <p:cNvSpPr>
            <a:spLocks noGrp="1"/>
          </p:cNvSpPr>
          <p:nvPr>
            <p:ph type="sldNum" sz="quarter" idx="5"/>
          </p:nvPr>
        </p:nvSpPr>
        <p:spPr/>
        <p:txBody>
          <a:bodyPr/>
          <a:lstStyle/>
          <a:p>
            <a:fld id="{B4E461AD-FDBE-8E4B-A15E-091E7AC08CD0}" type="slidenum">
              <a:rPr lang="en-US" smtClean="0"/>
              <a:t>53</a:t>
            </a:fld>
            <a:endParaRPr lang="en-US"/>
          </a:p>
        </p:txBody>
      </p:sp>
    </p:spTree>
    <p:extLst>
      <p:ext uri="{BB962C8B-B14F-4D97-AF65-F5344CB8AC3E}">
        <p14:creationId xmlns:p14="http://schemas.microsoft.com/office/powerpoint/2010/main" val="1532605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1A415-503B-793A-9D5C-7A0C94ADA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32B30-F16D-DEDC-FFB5-28C3ED684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1953D-6DD8-3602-4FB8-11B7CFA245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A78A9D-FB14-222F-C827-F717F64AA873}"/>
              </a:ext>
            </a:extLst>
          </p:cNvPr>
          <p:cNvSpPr>
            <a:spLocks noGrp="1"/>
          </p:cNvSpPr>
          <p:nvPr>
            <p:ph type="sldNum" sz="quarter" idx="5"/>
          </p:nvPr>
        </p:nvSpPr>
        <p:spPr/>
        <p:txBody>
          <a:bodyPr/>
          <a:lstStyle/>
          <a:p>
            <a:fld id="{B4E461AD-FDBE-8E4B-A15E-091E7AC08CD0}" type="slidenum">
              <a:rPr lang="en-US" smtClean="0"/>
              <a:t>54</a:t>
            </a:fld>
            <a:endParaRPr lang="en-US"/>
          </a:p>
        </p:txBody>
      </p:sp>
    </p:spTree>
    <p:extLst>
      <p:ext uri="{BB962C8B-B14F-4D97-AF65-F5344CB8AC3E}">
        <p14:creationId xmlns:p14="http://schemas.microsoft.com/office/powerpoint/2010/main" val="20627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6ECB2-76F7-7442-3CAD-A5BA18974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85FA5-DD06-9A4F-1227-8D8E2A2BE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9E198-3A13-F8E3-298B-46316B280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6B3CF7-6074-385E-5B92-3C80553929A5}"/>
              </a:ext>
            </a:extLst>
          </p:cNvPr>
          <p:cNvSpPr>
            <a:spLocks noGrp="1"/>
          </p:cNvSpPr>
          <p:nvPr>
            <p:ph type="sldNum" sz="quarter" idx="5"/>
          </p:nvPr>
        </p:nvSpPr>
        <p:spPr/>
        <p:txBody>
          <a:bodyPr/>
          <a:lstStyle/>
          <a:p>
            <a:fld id="{B4E461AD-FDBE-8E4B-A15E-091E7AC08CD0}" type="slidenum">
              <a:rPr lang="en-US" smtClean="0"/>
              <a:t>55</a:t>
            </a:fld>
            <a:endParaRPr lang="en-US"/>
          </a:p>
        </p:txBody>
      </p:sp>
    </p:spTree>
    <p:extLst>
      <p:ext uri="{BB962C8B-B14F-4D97-AF65-F5344CB8AC3E}">
        <p14:creationId xmlns:p14="http://schemas.microsoft.com/office/powerpoint/2010/main" val="292150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56</a:t>
            </a:fld>
            <a:endParaRPr lang="en-US"/>
          </a:p>
        </p:txBody>
      </p:sp>
    </p:spTree>
    <p:extLst>
      <p:ext uri="{BB962C8B-B14F-4D97-AF65-F5344CB8AC3E}">
        <p14:creationId xmlns:p14="http://schemas.microsoft.com/office/powerpoint/2010/main" val="3463579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57</a:t>
            </a:fld>
            <a:endParaRPr lang="en-US"/>
          </a:p>
        </p:txBody>
      </p:sp>
    </p:spTree>
    <p:extLst>
      <p:ext uri="{BB962C8B-B14F-4D97-AF65-F5344CB8AC3E}">
        <p14:creationId xmlns:p14="http://schemas.microsoft.com/office/powerpoint/2010/main" val="1619397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F40B9-EC01-33CF-885C-2376524F3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201D2-ABF1-4046-64C8-51A41ED8B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12666-0BD7-F634-52FE-19AB59765D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AC6AC-F401-3F77-F1FF-37F5D41D8595}"/>
              </a:ext>
            </a:extLst>
          </p:cNvPr>
          <p:cNvSpPr>
            <a:spLocks noGrp="1"/>
          </p:cNvSpPr>
          <p:nvPr>
            <p:ph type="sldNum" sz="quarter" idx="5"/>
          </p:nvPr>
        </p:nvSpPr>
        <p:spPr/>
        <p:txBody>
          <a:bodyPr/>
          <a:lstStyle/>
          <a:p>
            <a:fld id="{B4E461AD-FDBE-8E4B-A15E-091E7AC08CD0}" type="slidenum">
              <a:rPr lang="en-US" smtClean="0"/>
              <a:t>58</a:t>
            </a:fld>
            <a:endParaRPr lang="en-US"/>
          </a:p>
        </p:txBody>
      </p:sp>
    </p:spTree>
    <p:extLst>
      <p:ext uri="{BB962C8B-B14F-4D97-AF65-F5344CB8AC3E}">
        <p14:creationId xmlns:p14="http://schemas.microsoft.com/office/powerpoint/2010/main" val="2653293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59</a:t>
            </a:fld>
            <a:endParaRPr lang="en-US"/>
          </a:p>
        </p:txBody>
      </p:sp>
    </p:spTree>
    <p:extLst>
      <p:ext uri="{BB962C8B-B14F-4D97-AF65-F5344CB8AC3E}">
        <p14:creationId xmlns:p14="http://schemas.microsoft.com/office/powerpoint/2010/main" val="694631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01530-318E-38DF-263E-6A9F07870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234D0-E3E5-30DD-5806-47F643EE5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F1CE0-A3D5-6B02-6639-66E9A9B8DA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7D6F9C-0A12-2054-0E62-7140C377ABF3}"/>
              </a:ext>
            </a:extLst>
          </p:cNvPr>
          <p:cNvSpPr>
            <a:spLocks noGrp="1"/>
          </p:cNvSpPr>
          <p:nvPr>
            <p:ph type="sldNum" sz="quarter" idx="5"/>
          </p:nvPr>
        </p:nvSpPr>
        <p:spPr/>
        <p:txBody>
          <a:bodyPr/>
          <a:lstStyle/>
          <a:p>
            <a:fld id="{B4E461AD-FDBE-8E4B-A15E-091E7AC08CD0}" type="slidenum">
              <a:rPr lang="en-US" smtClean="0"/>
              <a:t>60</a:t>
            </a:fld>
            <a:endParaRPr lang="en-US"/>
          </a:p>
        </p:txBody>
      </p:sp>
    </p:spTree>
    <p:extLst>
      <p:ext uri="{BB962C8B-B14F-4D97-AF65-F5344CB8AC3E}">
        <p14:creationId xmlns:p14="http://schemas.microsoft.com/office/powerpoint/2010/main" val="2062803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61</a:t>
            </a:fld>
            <a:endParaRPr lang="en-US"/>
          </a:p>
        </p:txBody>
      </p:sp>
    </p:spTree>
    <p:extLst>
      <p:ext uri="{BB962C8B-B14F-4D97-AF65-F5344CB8AC3E}">
        <p14:creationId xmlns:p14="http://schemas.microsoft.com/office/powerpoint/2010/main" val="358581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62</a:t>
            </a:fld>
            <a:endParaRPr lang="en-US"/>
          </a:p>
        </p:txBody>
      </p:sp>
    </p:spTree>
    <p:extLst>
      <p:ext uri="{BB962C8B-B14F-4D97-AF65-F5344CB8AC3E}">
        <p14:creationId xmlns:p14="http://schemas.microsoft.com/office/powerpoint/2010/main" val="557420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2165-2B1D-D511-6F97-B1B5FEDDE8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11C2D4B-D4C3-077A-B40F-7172661DF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CC1DBC2-27C5-B3B7-A234-D959E0D80830}"/>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989ADB8E-B7F3-7355-6C4B-3693AC8863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CD230-EBE0-B0D4-7146-08DB6997EE11}"/>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6913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135E-94E1-2FCE-D652-96E7BC36D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1D7AB-1E48-7740-54FA-766430C39C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CCF4EB-69B5-7173-58A0-5114180873C5}"/>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317DB3E4-7AAF-F931-70D6-0F926D330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D1712-DF77-1BF3-7403-89076B5AC753}"/>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60294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5CC2-BB84-7E27-B90B-2E44CFE478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B9AFCC-818C-9BC0-24F5-A79662935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ED9046B-48FF-D2E3-E863-AA640765F420}"/>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7C28312E-4177-AFF3-F34C-9FF723B08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875A2-7929-CDFC-625C-CDCDC710A8B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419232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2579-618E-D8BD-BB97-14B36E7103A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4921B5-0E9F-5A89-17CB-EB3E6B2965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15F8C85-7B69-D073-2BBE-4C323B46BE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28A878D-48D9-20D6-CDDD-6DA47A469556}"/>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6" name="Footer Placeholder 5">
            <a:extLst>
              <a:ext uri="{FF2B5EF4-FFF2-40B4-BE49-F238E27FC236}">
                <a16:creationId xmlns:a16="http://schemas.microsoft.com/office/drawing/2014/main" id="{2E15AF68-ECBF-8B85-1F94-87392B4BEC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92993-5275-ACF6-3881-5D19D6B0A4C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47923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9ED2-FD3B-8687-B673-498800B8AD1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C92944C-7963-DF7E-973A-8A4D3E2A2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1E5931-F4D4-DA6A-AC7A-ACCBF05D91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2C2AD3-5198-1698-15DD-246EDAC57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8E8576-7CEB-A229-59C2-1E8ABB8ABF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A66A448-592D-EE3C-2DFE-635C5D42E5C6}"/>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8" name="Footer Placeholder 7">
            <a:extLst>
              <a:ext uri="{FF2B5EF4-FFF2-40B4-BE49-F238E27FC236}">
                <a16:creationId xmlns:a16="http://schemas.microsoft.com/office/drawing/2014/main" id="{8E9972E9-AE8A-E44A-9FDD-D8A00D5810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EAC20F-AA52-9EFA-FA15-63185D1C3E4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3961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6B4E-6426-DC73-966A-4A854FA19E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1F7E62-F237-2381-56B7-3E72F8C6B2F1}"/>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4" name="Footer Placeholder 3">
            <a:extLst>
              <a:ext uri="{FF2B5EF4-FFF2-40B4-BE49-F238E27FC236}">
                <a16:creationId xmlns:a16="http://schemas.microsoft.com/office/drawing/2014/main" id="{1D695F83-09AD-64D6-3EE5-1D76624548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2B8BC2-49B1-1B1B-89E6-A34EC4EF422C}"/>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80833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7A29E-9E97-CF8D-B8D3-82FF61162B4B}"/>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3" name="Footer Placeholder 2">
            <a:extLst>
              <a:ext uri="{FF2B5EF4-FFF2-40B4-BE49-F238E27FC236}">
                <a16:creationId xmlns:a16="http://schemas.microsoft.com/office/drawing/2014/main" id="{BD902593-6AF6-A489-C2A8-7DE6C0979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925385-1F04-DC6E-51C6-29F6FF4DE57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316908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7A23-CBEA-36AE-E252-A8498F1E24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04E384D-6688-8123-AEA2-B1EEF3CBF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5BE7BEF-AE97-2EE9-EF62-5C5459243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C8826E-3AFE-1E31-95A7-2547E89C5DB5}"/>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6" name="Footer Placeholder 5">
            <a:extLst>
              <a:ext uri="{FF2B5EF4-FFF2-40B4-BE49-F238E27FC236}">
                <a16:creationId xmlns:a16="http://schemas.microsoft.com/office/drawing/2014/main" id="{A0D7094C-9F84-F809-194C-E78CD4C4C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8A69D-FE16-EBB5-5C2A-B82C5869E06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70686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5AEF-FBAD-2F8A-CB7E-1EDD4C1E5B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1A27080-9C1A-961E-5833-CDC094DDD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E1C890-04A7-A521-B2CB-B0FB8CE23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946C55-C78F-AC73-84BD-2DAF2CE8109D}"/>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6" name="Footer Placeholder 5">
            <a:extLst>
              <a:ext uri="{FF2B5EF4-FFF2-40B4-BE49-F238E27FC236}">
                <a16:creationId xmlns:a16="http://schemas.microsoft.com/office/drawing/2014/main" id="{EFAE468E-CD93-D999-FA8A-7EEACB47EA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E1490-3FC2-33ED-7516-E7B502E36F70}"/>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681330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984F-E1C0-4F2A-7998-10968B95FF9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A89EE2-A610-A935-D747-CC65D82B94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F652D9-39B6-D1A0-5296-F7C74B6D90D9}"/>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C72F2913-6486-A662-3AB1-C80A0FF58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DF024-234D-BCB0-4167-2DC5A9BD80C8}"/>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94977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648E9-D3B0-25A3-5B9E-5567B6FAD3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DDD3DC-02C8-62B7-F0DB-489482C7021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0A3748-30B6-576F-7106-6AE1E7FE4A65}"/>
              </a:ext>
            </a:extLst>
          </p:cNvPr>
          <p:cNvSpPr>
            <a:spLocks noGrp="1"/>
          </p:cNvSpPr>
          <p:nvPr>
            <p:ph type="dt" sz="half" idx="10"/>
          </p:nvPr>
        </p:nvSpPr>
        <p:spPr/>
        <p:txBody>
          <a:body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A32B7AEF-B6AF-2E30-130E-0E6D2DB3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61A5B-1A4C-0E4D-6967-A538295639E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3325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638DE-5A26-F87C-2197-0A3E58690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EDBA88-F48C-13D4-65C6-FF671E92D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3C3980-0DE4-C2C7-B0AC-194EC6ED15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983D9-7403-CC4D-BF52-29573146D871}" type="datetimeFigureOut">
              <a:rPr lang="en-US" smtClean="0"/>
              <a:t>10/23/25</a:t>
            </a:fld>
            <a:endParaRPr lang="en-US"/>
          </a:p>
        </p:txBody>
      </p:sp>
      <p:sp>
        <p:nvSpPr>
          <p:cNvPr id="5" name="Footer Placeholder 4">
            <a:extLst>
              <a:ext uri="{FF2B5EF4-FFF2-40B4-BE49-F238E27FC236}">
                <a16:creationId xmlns:a16="http://schemas.microsoft.com/office/drawing/2014/main" id="{9D0F4F0E-EB3C-5505-3772-C4F5DAE6E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DDFC2B-1111-0DB1-4B2A-400D14EA7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5DBD4-44C9-AE44-BB30-ACCE78A0FF51}" type="slidenum">
              <a:rPr lang="en-US" smtClean="0"/>
              <a:t>‹#›</a:t>
            </a:fld>
            <a:endParaRPr lang="en-US"/>
          </a:p>
        </p:txBody>
      </p:sp>
    </p:spTree>
    <p:extLst>
      <p:ext uri="{BB962C8B-B14F-4D97-AF65-F5344CB8AC3E}">
        <p14:creationId xmlns:p14="http://schemas.microsoft.com/office/powerpoint/2010/main" val="843714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customXml" Target="../ink/ink11.xml"/><Relationship Id="rId18" Type="http://schemas.openxmlformats.org/officeDocument/2006/relationships/customXml" Target="../ink/ink16.xml"/><Relationship Id="rId26" Type="http://schemas.openxmlformats.org/officeDocument/2006/relationships/customXml" Target="../ink/ink24.xml"/><Relationship Id="rId3" Type="http://schemas.openxmlformats.org/officeDocument/2006/relationships/customXml" Target="../ink/ink2.xml"/><Relationship Id="rId21" Type="http://schemas.openxmlformats.org/officeDocument/2006/relationships/customXml" Target="../ink/ink19.xml"/><Relationship Id="rId7" Type="http://schemas.openxmlformats.org/officeDocument/2006/relationships/customXml" Target="../ink/ink5.xml"/><Relationship Id="rId12" Type="http://schemas.openxmlformats.org/officeDocument/2006/relationships/customXml" Target="../ink/ink10.xml"/><Relationship Id="rId17" Type="http://schemas.openxmlformats.org/officeDocument/2006/relationships/customXml" Target="../ink/ink15.xml"/><Relationship Id="rId25" Type="http://schemas.openxmlformats.org/officeDocument/2006/relationships/customXml" Target="../ink/ink23.xml"/><Relationship Id="rId2" Type="http://schemas.openxmlformats.org/officeDocument/2006/relationships/image" Target="../media/image2.png"/><Relationship Id="rId16" Type="http://schemas.openxmlformats.org/officeDocument/2006/relationships/customXml" Target="../ink/ink14.xml"/><Relationship Id="rId20" Type="http://schemas.openxmlformats.org/officeDocument/2006/relationships/customXml" Target="../ink/ink18.xml"/><Relationship Id="rId1" Type="http://schemas.openxmlformats.org/officeDocument/2006/relationships/slideLayout" Target="../slideLayouts/slideLayout1.xml"/><Relationship Id="rId6" Type="http://schemas.openxmlformats.org/officeDocument/2006/relationships/customXml" Target="../ink/ink4.xml"/><Relationship Id="rId11" Type="http://schemas.openxmlformats.org/officeDocument/2006/relationships/customXml" Target="../ink/ink9.xml"/><Relationship Id="rId24" Type="http://schemas.openxmlformats.org/officeDocument/2006/relationships/customXml" Target="../ink/ink22.xml"/><Relationship Id="rId5" Type="http://schemas.openxmlformats.org/officeDocument/2006/relationships/customXml" Target="../ink/ink3.xml"/><Relationship Id="rId15" Type="http://schemas.openxmlformats.org/officeDocument/2006/relationships/customXml" Target="../ink/ink13.xml"/><Relationship Id="rId23" Type="http://schemas.openxmlformats.org/officeDocument/2006/relationships/customXml" Target="../ink/ink21.xml"/><Relationship Id="rId28" Type="http://schemas.openxmlformats.org/officeDocument/2006/relationships/customXml" Target="../ink/ink26.xml"/><Relationship Id="rId10" Type="http://schemas.openxmlformats.org/officeDocument/2006/relationships/customXml" Target="../ink/ink8.xml"/><Relationship Id="rId19" Type="http://schemas.openxmlformats.org/officeDocument/2006/relationships/customXml" Target="../ink/ink17.xml"/><Relationship Id="rId4" Type="http://schemas.openxmlformats.org/officeDocument/2006/relationships/image" Target="../media/image3.png"/><Relationship Id="rId9" Type="http://schemas.openxmlformats.org/officeDocument/2006/relationships/customXml" Target="../ink/ink7.xml"/><Relationship Id="rId14" Type="http://schemas.openxmlformats.org/officeDocument/2006/relationships/customXml" Target="../ink/ink12.xml"/><Relationship Id="rId22" Type="http://schemas.openxmlformats.org/officeDocument/2006/relationships/customXml" Target="../ink/ink20.xml"/><Relationship Id="rId27" Type="http://schemas.openxmlformats.org/officeDocument/2006/relationships/customXml" Target="../ink/ink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customXml" Target="../ink/ink37.xml"/><Relationship Id="rId18" Type="http://schemas.openxmlformats.org/officeDocument/2006/relationships/customXml" Target="../ink/ink42.xml"/><Relationship Id="rId26" Type="http://schemas.openxmlformats.org/officeDocument/2006/relationships/customXml" Target="../ink/ink50.xml"/><Relationship Id="rId3" Type="http://schemas.openxmlformats.org/officeDocument/2006/relationships/image" Target="../media/image3.png"/><Relationship Id="rId21" Type="http://schemas.openxmlformats.org/officeDocument/2006/relationships/customXml" Target="../ink/ink45.xml"/><Relationship Id="rId7" Type="http://schemas.openxmlformats.org/officeDocument/2006/relationships/customXml" Target="../ink/ink31.xml"/><Relationship Id="rId12" Type="http://schemas.openxmlformats.org/officeDocument/2006/relationships/customXml" Target="../ink/ink36.xml"/><Relationship Id="rId17" Type="http://schemas.openxmlformats.org/officeDocument/2006/relationships/customXml" Target="../ink/ink41.xml"/><Relationship Id="rId25" Type="http://schemas.openxmlformats.org/officeDocument/2006/relationships/customXml" Target="../ink/ink49.xml"/><Relationship Id="rId2" Type="http://schemas.openxmlformats.org/officeDocument/2006/relationships/customXml" Target="../ink/ink27.xml"/><Relationship Id="rId16" Type="http://schemas.openxmlformats.org/officeDocument/2006/relationships/customXml" Target="../ink/ink40.xml"/><Relationship Id="rId20" Type="http://schemas.openxmlformats.org/officeDocument/2006/relationships/customXml" Target="../ink/ink44.xml"/><Relationship Id="rId1" Type="http://schemas.openxmlformats.org/officeDocument/2006/relationships/slideLayout" Target="../slideLayouts/slideLayout1.xml"/><Relationship Id="rId6" Type="http://schemas.openxmlformats.org/officeDocument/2006/relationships/customXml" Target="../ink/ink30.xml"/><Relationship Id="rId11" Type="http://schemas.openxmlformats.org/officeDocument/2006/relationships/customXml" Target="../ink/ink35.xml"/><Relationship Id="rId24" Type="http://schemas.openxmlformats.org/officeDocument/2006/relationships/customXml" Target="../ink/ink48.xml"/><Relationship Id="rId5" Type="http://schemas.openxmlformats.org/officeDocument/2006/relationships/customXml" Target="../ink/ink29.xml"/><Relationship Id="rId15" Type="http://schemas.openxmlformats.org/officeDocument/2006/relationships/customXml" Target="../ink/ink39.xml"/><Relationship Id="rId23" Type="http://schemas.openxmlformats.org/officeDocument/2006/relationships/customXml" Target="../ink/ink47.xml"/><Relationship Id="rId10" Type="http://schemas.openxmlformats.org/officeDocument/2006/relationships/customXml" Target="../ink/ink34.xml"/><Relationship Id="rId19" Type="http://schemas.openxmlformats.org/officeDocument/2006/relationships/customXml" Target="../ink/ink43.xml"/><Relationship Id="rId4" Type="http://schemas.openxmlformats.org/officeDocument/2006/relationships/customXml" Target="../ink/ink28.xml"/><Relationship Id="rId9" Type="http://schemas.openxmlformats.org/officeDocument/2006/relationships/customXml" Target="../ink/ink33.xml"/><Relationship Id="rId14" Type="http://schemas.openxmlformats.org/officeDocument/2006/relationships/customXml" Target="../ink/ink38.xml"/><Relationship Id="rId22" Type="http://schemas.openxmlformats.org/officeDocument/2006/relationships/customXml" Target="../ink/ink46.xml"/><Relationship Id="rId27" Type="http://schemas.openxmlformats.org/officeDocument/2006/relationships/customXml" Target="../ink/ink51.xml"/></Relationships>
</file>

<file path=ppt/slides/_rels/slide13.xml.rels><?xml version="1.0" encoding="UTF-8" standalone="yes"?>
<Relationships xmlns="http://schemas.openxmlformats.org/package/2006/relationships"><Relationship Id="rId8" Type="http://schemas.openxmlformats.org/officeDocument/2006/relationships/customXml" Target="../ink/ink57.xml"/><Relationship Id="rId13" Type="http://schemas.openxmlformats.org/officeDocument/2006/relationships/customXml" Target="../ink/ink62.xml"/><Relationship Id="rId18" Type="http://schemas.openxmlformats.org/officeDocument/2006/relationships/customXml" Target="../ink/ink67.xml"/><Relationship Id="rId26" Type="http://schemas.openxmlformats.org/officeDocument/2006/relationships/customXml" Target="../ink/ink75.xml"/><Relationship Id="rId3" Type="http://schemas.openxmlformats.org/officeDocument/2006/relationships/image" Target="../media/image3.png"/><Relationship Id="rId21" Type="http://schemas.openxmlformats.org/officeDocument/2006/relationships/customXml" Target="../ink/ink70.xml"/><Relationship Id="rId7" Type="http://schemas.openxmlformats.org/officeDocument/2006/relationships/customXml" Target="../ink/ink56.xml"/><Relationship Id="rId12" Type="http://schemas.openxmlformats.org/officeDocument/2006/relationships/customXml" Target="../ink/ink61.xml"/><Relationship Id="rId17" Type="http://schemas.openxmlformats.org/officeDocument/2006/relationships/customXml" Target="../ink/ink66.xml"/><Relationship Id="rId25" Type="http://schemas.openxmlformats.org/officeDocument/2006/relationships/customXml" Target="../ink/ink74.xml"/><Relationship Id="rId2" Type="http://schemas.openxmlformats.org/officeDocument/2006/relationships/customXml" Target="../ink/ink52.xml"/><Relationship Id="rId16" Type="http://schemas.openxmlformats.org/officeDocument/2006/relationships/customXml" Target="../ink/ink65.xml"/><Relationship Id="rId20" Type="http://schemas.openxmlformats.org/officeDocument/2006/relationships/customXml" Target="../ink/ink69.xml"/><Relationship Id="rId1" Type="http://schemas.openxmlformats.org/officeDocument/2006/relationships/slideLayout" Target="../slideLayouts/slideLayout1.xml"/><Relationship Id="rId6" Type="http://schemas.openxmlformats.org/officeDocument/2006/relationships/customXml" Target="../ink/ink55.xml"/><Relationship Id="rId11" Type="http://schemas.openxmlformats.org/officeDocument/2006/relationships/customXml" Target="../ink/ink60.xml"/><Relationship Id="rId24" Type="http://schemas.openxmlformats.org/officeDocument/2006/relationships/customXml" Target="../ink/ink73.xml"/><Relationship Id="rId5" Type="http://schemas.openxmlformats.org/officeDocument/2006/relationships/customXml" Target="../ink/ink54.xml"/><Relationship Id="rId15" Type="http://schemas.openxmlformats.org/officeDocument/2006/relationships/customXml" Target="../ink/ink64.xml"/><Relationship Id="rId23" Type="http://schemas.openxmlformats.org/officeDocument/2006/relationships/customXml" Target="../ink/ink72.xml"/><Relationship Id="rId10" Type="http://schemas.openxmlformats.org/officeDocument/2006/relationships/customXml" Target="../ink/ink59.xml"/><Relationship Id="rId19" Type="http://schemas.openxmlformats.org/officeDocument/2006/relationships/customXml" Target="../ink/ink68.xml"/><Relationship Id="rId4" Type="http://schemas.openxmlformats.org/officeDocument/2006/relationships/customXml" Target="../ink/ink53.xml"/><Relationship Id="rId9" Type="http://schemas.openxmlformats.org/officeDocument/2006/relationships/customXml" Target="../ink/ink58.xml"/><Relationship Id="rId14" Type="http://schemas.openxmlformats.org/officeDocument/2006/relationships/customXml" Target="../ink/ink63.xml"/><Relationship Id="rId22" Type="http://schemas.openxmlformats.org/officeDocument/2006/relationships/customXml" Target="../ink/ink71.xml"/><Relationship Id="rId27" Type="http://schemas.openxmlformats.org/officeDocument/2006/relationships/customXml" Target="../ink/ink76.xml"/></Relationships>
</file>

<file path=ppt/slides/_rels/slide14.xml.rels><?xml version="1.0" encoding="UTF-8" standalone="yes"?>
<Relationships xmlns="http://schemas.openxmlformats.org/package/2006/relationships"><Relationship Id="rId8" Type="http://schemas.openxmlformats.org/officeDocument/2006/relationships/customXml" Target="../ink/ink82.xml"/><Relationship Id="rId13" Type="http://schemas.openxmlformats.org/officeDocument/2006/relationships/customXml" Target="../ink/ink87.xml"/><Relationship Id="rId18" Type="http://schemas.openxmlformats.org/officeDocument/2006/relationships/customXml" Target="../ink/ink92.xml"/><Relationship Id="rId26" Type="http://schemas.openxmlformats.org/officeDocument/2006/relationships/customXml" Target="../ink/ink100.xml"/><Relationship Id="rId3" Type="http://schemas.openxmlformats.org/officeDocument/2006/relationships/image" Target="../media/image3.png"/><Relationship Id="rId21" Type="http://schemas.openxmlformats.org/officeDocument/2006/relationships/customXml" Target="../ink/ink95.xml"/><Relationship Id="rId7" Type="http://schemas.openxmlformats.org/officeDocument/2006/relationships/customXml" Target="../ink/ink81.xml"/><Relationship Id="rId12" Type="http://schemas.openxmlformats.org/officeDocument/2006/relationships/customXml" Target="../ink/ink86.xml"/><Relationship Id="rId17" Type="http://schemas.openxmlformats.org/officeDocument/2006/relationships/customXml" Target="../ink/ink91.xml"/><Relationship Id="rId25" Type="http://schemas.openxmlformats.org/officeDocument/2006/relationships/customXml" Target="../ink/ink99.xml"/><Relationship Id="rId2" Type="http://schemas.openxmlformats.org/officeDocument/2006/relationships/customXml" Target="../ink/ink77.xml"/><Relationship Id="rId16" Type="http://schemas.openxmlformats.org/officeDocument/2006/relationships/customXml" Target="../ink/ink90.xml"/><Relationship Id="rId20" Type="http://schemas.openxmlformats.org/officeDocument/2006/relationships/customXml" Target="../ink/ink94.xml"/><Relationship Id="rId1" Type="http://schemas.openxmlformats.org/officeDocument/2006/relationships/slideLayout" Target="../slideLayouts/slideLayout1.xml"/><Relationship Id="rId6" Type="http://schemas.openxmlformats.org/officeDocument/2006/relationships/customXml" Target="../ink/ink80.xml"/><Relationship Id="rId11" Type="http://schemas.openxmlformats.org/officeDocument/2006/relationships/customXml" Target="../ink/ink85.xml"/><Relationship Id="rId24" Type="http://schemas.openxmlformats.org/officeDocument/2006/relationships/customXml" Target="../ink/ink98.xml"/><Relationship Id="rId5" Type="http://schemas.openxmlformats.org/officeDocument/2006/relationships/customXml" Target="../ink/ink79.xml"/><Relationship Id="rId15" Type="http://schemas.openxmlformats.org/officeDocument/2006/relationships/customXml" Target="../ink/ink89.xml"/><Relationship Id="rId23" Type="http://schemas.openxmlformats.org/officeDocument/2006/relationships/customXml" Target="../ink/ink97.xml"/><Relationship Id="rId10" Type="http://schemas.openxmlformats.org/officeDocument/2006/relationships/customXml" Target="../ink/ink84.xml"/><Relationship Id="rId19" Type="http://schemas.openxmlformats.org/officeDocument/2006/relationships/customXml" Target="../ink/ink93.xml"/><Relationship Id="rId4" Type="http://schemas.openxmlformats.org/officeDocument/2006/relationships/customXml" Target="../ink/ink78.xml"/><Relationship Id="rId9" Type="http://schemas.openxmlformats.org/officeDocument/2006/relationships/customXml" Target="../ink/ink83.xml"/><Relationship Id="rId14" Type="http://schemas.openxmlformats.org/officeDocument/2006/relationships/customXml" Target="../ink/ink88.xml"/><Relationship Id="rId22" Type="http://schemas.openxmlformats.org/officeDocument/2006/relationships/customXml" Target="../ink/ink96.xml"/><Relationship Id="rId27" Type="http://schemas.openxmlformats.org/officeDocument/2006/relationships/customXml" Target="../ink/ink101.xml"/></Relationships>
</file>

<file path=ppt/slides/_rels/slide15.xml.rels><?xml version="1.0" encoding="UTF-8" standalone="yes"?>
<Relationships xmlns="http://schemas.openxmlformats.org/package/2006/relationships"><Relationship Id="rId13" Type="http://schemas.openxmlformats.org/officeDocument/2006/relationships/customXml" Target="../ink/ink112.xml"/><Relationship Id="rId18" Type="http://schemas.openxmlformats.org/officeDocument/2006/relationships/customXml" Target="../ink/ink117.xml"/><Relationship Id="rId26" Type="http://schemas.openxmlformats.org/officeDocument/2006/relationships/customXml" Target="../ink/ink125.xml"/><Relationship Id="rId39" Type="http://schemas.openxmlformats.org/officeDocument/2006/relationships/customXml" Target="../ink/ink138.xml"/><Relationship Id="rId21" Type="http://schemas.openxmlformats.org/officeDocument/2006/relationships/customXml" Target="../ink/ink120.xml"/><Relationship Id="rId34" Type="http://schemas.openxmlformats.org/officeDocument/2006/relationships/customXml" Target="../ink/ink133.xml"/><Relationship Id="rId7" Type="http://schemas.openxmlformats.org/officeDocument/2006/relationships/customXml" Target="../ink/ink106.xml"/><Relationship Id="rId12" Type="http://schemas.openxmlformats.org/officeDocument/2006/relationships/customXml" Target="../ink/ink111.xml"/><Relationship Id="rId17" Type="http://schemas.openxmlformats.org/officeDocument/2006/relationships/customXml" Target="../ink/ink116.xml"/><Relationship Id="rId25" Type="http://schemas.openxmlformats.org/officeDocument/2006/relationships/customXml" Target="../ink/ink124.xml"/><Relationship Id="rId33" Type="http://schemas.openxmlformats.org/officeDocument/2006/relationships/customXml" Target="../ink/ink132.xml"/><Relationship Id="rId38" Type="http://schemas.openxmlformats.org/officeDocument/2006/relationships/customXml" Target="../ink/ink137.xml"/><Relationship Id="rId2" Type="http://schemas.openxmlformats.org/officeDocument/2006/relationships/customXml" Target="../ink/ink102.xml"/><Relationship Id="rId16" Type="http://schemas.openxmlformats.org/officeDocument/2006/relationships/customXml" Target="../ink/ink115.xml"/><Relationship Id="rId20" Type="http://schemas.openxmlformats.org/officeDocument/2006/relationships/customXml" Target="../ink/ink119.xml"/><Relationship Id="rId29" Type="http://schemas.openxmlformats.org/officeDocument/2006/relationships/customXml" Target="../ink/ink128.xml"/><Relationship Id="rId1" Type="http://schemas.openxmlformats.org/officeDocument/2006/relationships/slideLayout" Target="../slideLayouts/slideLayout1.xml"/><Relationship Id="rId6" Type="http://schemas.openxmlformats.org/officeDocument/2006/relationships/customXml" Target="../ink/ink105.xml"/><Relationship Id="rId11" Type="http://schemas.openxmlformats.org/officeDocument/2006/relationships/customXml" Target="../ink/ink110.xml"/><Relationship Id="rId24" Type="http://schemas.openxmlformats.org/officeDocument/2006/relationships/customXml" Target="../ink/ink123.xml"/><Relationship Id="rId32" Type="http://schemas.openxmlformats.org/officeDocument/2006/relationships/customXml" Target="../ink/ink131.xml"/><Relationship Id="rId37" Type="http://schemas.openxmlformats.org/officeDocument/2006/relationships/customXml" Target="../ink/ink136.xml"/><Relationship Id="rId40" Type="http://schemas.openxmlformats.org/officeDocument/2006/relationships/customXml" Target="../ink/ink139.xml"/><Relationship Id="rId5" Type="http://schemas.openxmlformats.org/officeDocument/2006/relationships/customXml" Target="../ink/ink104.xml"/><Relationship Id="rId15" Type="http://schemas.openxmlformats.org/officeDocument/2006/relationships/customXml" Target="../ink/ink114.xml"/><Relationship Id="rId23" Type="http://schemas.openxmlformats.org/officeDocument/2006/relationships/customXml" Target="../ink/ink122.xml"/><Relationship Id="rId28" Type="http://schemas.openxmlformats.org/officeDocument/2006/relationships/customXml" Target="../ink/ink127.xml"/><Relationship Id="rId36" Type="http://schemas.openxmlformats.org/officeDocument/2006/relationships/customXml" Target="../ink/ink135.xml"/><Relationship Id="rId10" Type="http://schemas.openxmlformats.org/officeDocument/2006/relationships/customXml" Target="../ink/ink109.xml"/><Relationship Id="rId19" Type="http://schemas.openxmlformats.org/officeDocument/2006/relationships/customXml" Target="../ink/ink118.xml"/><Relationship Id="rId31" Type="http://schemas.openxmlformats.org/officeDocument/2006/relationships/customXml" Target="../ink/ink130.xml"/><Relationship Id="rId4" Type="http://schemas.openxmlformats.org/officeDocument/2006/relationships/customXml" Target="../ink/ink103.xml"/><Relationship Id="rId9" Type="http://schemas.openxmlformats.org/officeDocument/2006/relationships/customXml" Target="../ink/ink108.xml"/><Relationship Id="rId14" Type="http://schemas.openxmlformats.org/officeDocument/2006/relationships/customXml" Target="../ink/ink113.xml"/><Relationship Id="rId22" Type="http://schemas.openxmlformats.org/officeDocument/2006/relationships/customXml" Target="../ink/ink121.xml"/><Relationship Id="rId27" Type="http://schemas.openxmlformats.org/officeDocument/2006/relationships/customXml" Target="../ink/ink126.xml"/><Relationship Id="rId30" Type="http://schemas.openxmlformats.org/officeDocument/2006/relationships/customXml" Target="../ink/ink129.xml"/><Relationship Id="rId35" Type="http://schemas.openxmlformats.org/officeDocument/2006/relationships/customXml" Target="../ink/ink134.xml"/><Relationship Id="rId8" Type="http://schemas.openxmlformats.org/officeDocument/2006/relationships/customXml" Target="../ink/ink107.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3" Type="http://schemas.openxmlformats.org/officeDocument/2006/relationships/customXml" Target="../ink/ink150.xml"/><Relationship Id="rId18" Type="http://schemas.openxmlformats.org/officeDocument/2006/relationships/customXml" Target="../ink/ink155.xml"/><Relationship Id="rId26" Type="http://schemas.openxmlformats.org/officeDocument/2006/relationships/customXml" Target="../ink/ink163.xml"/><Relationship Id="rId39" Type="http://schemas.openxmlformats.org/officeDocument/2006/relationships/customXml" Target="../ink/ink176.xml"/><Relationship Id="rId21" Type="http://schemas.openxmlformats.org/officeDocument/2006/relationships/customXml" Target="../ink/ink158.xml"/><Relationship Id="rId34" Type="http://schemas.openxmlformats.org/officeDocument/2006/relationships/customXml" Target="../ink/ink171.xml"/><Relationship Id="rId7" Type="http://schemas.openxmlformats.org/officeDocument/2006/relationships/customXml" Target="../ink/ink144.xml"/><Relationship Id="rId12" Type="http://schemas.openxmlformats.org/officeDocument/2006/relationships/customXml" Target="../ink/ink149.xml"/><Relationship Id="rId17" Type="http://schemas.openxmlformats.org/officeDocument/2006/relationships/customXml" Target="../ink/ink154.xml"/><Relationship Id="rId25" Type="http://schemas.openxmlformats.org/officeDocument/2006/relationships/customXml" Target="../ink/ink162.xml"/><Relationship Id="rId33" Type="http://schemas.openxmlformats.org/officeDocument/2006/relationships/customXml" Target="../ink/ink170.xml"/><Relationship Id="rId38" Type="http://schemas.openxmlformats.org/officeDocument/2006/relationships/customXml" Target="../ink/ink175.xml"/><Relationship Id="rId2" Type="http://schemas.openxmlformats.org/officeDocument/2006/relationships/customXml" Target="../ink/ink140.xml"/><Relationship Id="rId16" Type="http://schemas.openxmlformats.org/officeDocument/2006/relationships/customXml" Target="../ink/ink153.xml"/><Relationship Id="rId20" Type="http://schemas.openxmlformats.org/officeDocument/2006/relationships/customXml" Target="../ink/ink157.xml"/><Relationship Id="rId29" Type="http://schemas.openxmlformats.org/officeDocument/2006/relationships/customXml" Target="../ink/ink166.xml"/><Relationship Id="rId1" Type="http://schemas.openxmlformats.org/officeDocument/2006/relationships/slideLayout" Target="../slideLayouts/slideLayout1.xml"/><Relationship Id="rId6" Type="http://schemas.openxmlformats.org/officeDocument/2006/relationships/customXml" Target="../ink/ink143.xml"/><Relationship Id="rId11" Type="http://schemas.openxmlformats.org/officeDocument/2006/relationships/customXml" Target="../ink/ink148.xml"/><Relationship Id="rId24" Type="http://schemas.openxmlformats.org/officeDocument/2006/relationships/customXml" Target="../ink/ink161.xml"/><Relationship Id="rId32" Type="http://schemas.openxmlformats.org/officeDocument/2006/relationships/customXml" Target="../ink/ink169.xml"/><Relationship Id="rId37" Type="http://schemas.openxmlformats.org/officeDocument/2006/relationships/customXml" Target="../ink/ink174.xml"/><Relationship Id="rId40" Type="http://schemas.openxmlformats.org/officeDocument/2006/relationships/customXml" Target="../ink/ink177.xml"/><Relationship Id="rId5" Type="http://schemas.openxmlformats.org/officeDocument/2006/relationships/customXml" Target="../ink/ink142.xml"/><Relationship Id="rId15" Type="http://schemas.openxmlformats.org/officeDocument/2006/relationships/customXml" Target="../ink/ink152.xml"/><Relationship Id="rId23" Type="http://schemas.openxmlformats.org/officeDocument/2006/relationships/customXml" Target="../ink/ink160.xml"/><Relationship Id="rId28" Type="http://schemas.openxmlformats.org/officeDocument/2006/relationships/customXml" Target="../ink/ink165.xml"/><Relationship Id="rId36" Type="http://schemas.openxmlformats.org/officeDocument/2006/relationships/customXml" Target="../ink/ink173.xml"/><Relationship Id="rId10" Type="http://schemas.openxmlformats.org/officeDocument/2006/relationships/customXml" Target="../ink/ink147.xml"/><Relationship Id="rId19" Type="http://schemas.openxmlformats.org/officeDocument/2006/relationships/customXml" Target="../ink/ink156.xml"/><Relationship Id="rId31" Type="http://schemas.openxmlformats.org/officeDocument/2006/relationships/customXml" Target="../ink/ink168.xml"/><Relationship Id="rId4" Type="http://schemas.openxmlformats.org/officeDocument/2006/relationships/customXml" Target="../ink/ink141.xml"/><Relationship Id="rId9" Type="http://schemas.openxmlformats.org/officeDocument/2006/relationships/customXml" Target="../ink/ink146.xml"/><Relationship Id="rId14" Type="http://schemas.openxmlformats.org/officeDocument/2006/relationships/customXml" Target="../ink/ink151.xml"/><Relationship Id="rId22" Type="http://schemas.openxmlformats.org/officeDocument/2006/relationships/customXml" Target="../ink/ink159.xml"/><Relationship Id="rId27" Type="http://schemas.openxmlformats.org/officeDocument/2006/relationships/customXml" Target="../ink/ink164.xml"/><Relationship Id="rId30" Type="http://schemas.openxmlformats.org/officeDocument/2006/relationships/customXml" Target="../ink/ink167.xml"/><Relationship Id="rId35" Type="http://schemas.openxmlformats.org/officeDocument/2006/relationships/customXml" Target="../ink/ink172.xml"/><Relationship Id="rId8" Type="http://schemas.openxmlformats.org/officeDocument/2006/relationships/customXml" Target="../ink/ink145.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3" Type="http://schemas.openxmlformats.org/officeDocument/2006/relationships/customXml" Target="../ink/ink188.xml"/><Relationship Id="rId18" Type="http://schemas.openxmlformats.org/officeDocument/2006/relationships/customXml" Target="../ink/ink193.xml"/><Relationship Id="rId26" Type="http://schemas.openxmlformats.org/officeDocument/2006/relationships/customXml" Target="../ink/ink201.xml"/><Relationship Id="rId39" Type="http://schemas.openxmlformats.org/officeDocument/2006/relationships/customXml" Target="../ink/ink214.xml"/><Relationship Id="rId21" Type="http://schemas.openxmlformats.org/officeDocument/2006/relationships/customXml" Target="../ink/ink196.xml"/><Relationship Id="rId34" Type="http://schemas.openxmlformats.org/officeDocument/2006/relationships/customXml" Target="../ink/ink209.xml"/><Relationship Id="rId7" Type="http://schemas.openxmlformats.org/officeDocument/2006/relationships/customXml" Target="../ink/ink182.xml"/><Relationship Id="rId12" Type="http://schemas.openxmlformats.org/officeDocument/2006/relationships/customXml" Target="../ink/ink187.xml"/><Relationship Id="rId17" Type="http://schemas.openxmlformats.org/officeDocument/2006/relationships/customXml" Target="../ink/ink192.xml"/><Relationship Id="rId25" Type="http://schemas.openxmlformats.org/officeDocument/2006/relationships/customXml" Target="../ink/ink200.xml"/><Relationship Id="rId33" Type="http://schemas.openxmlformats.org/officeDocument/2006/relationships/customXml" Target="../ink/ink208.xml"/><Relationship Id="rId38" Type="http://schemas.openxmlformats.org/officeDocument/2006/relationships/customXml" Target="../ink/ink213.xml"/><Relationship Id="rId2" Type="http://schemas.openxmlformats.org/officeDocument/2006/relationships/customXml" Target="../ink/ink178.xml"/><Relationship Id="rId16" Type="http://schemas.openxmlformats.org/officeDocument/2006/relationships/customXml" Target="../ink/ink191.xml"/><Relationship Id="rId20" Type="http://schemas.openxmlformats.org/officeDocument/2006/relationships/customXml" Target="../ink/ink195.xml"/><Relationship Id="rId29" Type="http://schemas.openxmlformats.org/officeDocument/2006/relationships/customXml" Target="../ink/ink204.xml"/><Relationship Id="rId1" Type="http://schemas.openxmlformats.org/officeDocument/2006/relationships/slideLayout" Target="../slideLayouts/slideLayout1.xml"/><Relationship Id="rId6" Type="http://schemas.openxmlformats.org/officeDocument/2006/relationships/customXml" Target="../ink/ink181.xml"/><Relationship Id="rId11" Type="http://schemas.openxmlformats.org/officeDocument/2006/relationships/customXml" Target="../ink/ink186.xml"/><Relationship Id="rId24" Type="http://schemas.openxmlformats.org/officeDocument/2006/relationships/customXml" Target="../ink/ink199.xml"/><Relationship Id="rId32" Type="http://schemas.openxmlformats.org/officeDocument/2006/relationships/customXml" Target="../ink/ink207.xml"/><Relationship Id="rId37" Type="http://schemas.openxmlformats.org/officeDocument/2006/relationships/customXml" Target="../ink/ink212.xml"/><Relationship Id="rId40" Type="http://schemas.openxmlformats.org/officeDocument/2006/relationships/customXml" Target="../ink/ink215.xml"/><Relationship Id="rId5" Type="http://schemas.openxmlformats.org/officeDocument/2006/relationships/customXml" Target="../ink/ink180.xml"/><Relationship Id="rId15" Type="http://schemas.openxmlformats.org/officeDocument/2006/relationships/customXml" Target="../ink/ink190.xml"/><Relationship Id="rId23" Type="http://schemas.openxmlformats.org/officeDocument/2006/relationships/customXml" Target="../ink/ink198.xml"/><Relationship Id="rId28" Type="http://schemas.openxmlformats.org/officeDocument/2006/relationships/customXml" Target="../ink/ink203.xml"/><Relationship Id="rId36" Type="http://schemas.openxmlformats.org/officeDocument/2006/relationships/customXml" Target="../ink/ink211.xml"/><Relationship Id="rId10" Type="http://schemas.openxmlformats.org/officeDocument/2006/relationships/customXml" Target="../ink/ink185.xml"/><Relationship Id="rId19" Type="http://schemas.openxmlformats.org/officeDocument/2006/relationships/customXml" Target="../ink/ink194.xml"/><Relationship Id="rId31" Type="http://schemas.openxmlformats.org/officeDocument/2006/relationships/customXml" Target="../ink/ink206.xml"/><Relationship Id="rId4" Type="http://schemas.openxmlformats.org/officeDocument/2006/relationships/customXml" Target="../ink/ink179.xml"/><Relationship Id="rId9" Type="http://schemas.openxmlformats.org/officeDocument/2006/relationships/customXml" Target="../ink/ink184.xml"/><Relationship Id="rId14" Type="http://schemas.openxmlformats.org/officeDocument/2006/relationships/customXml" Target="../ink/ink189.xml"/><Relationship Id="rId22" Type="http://schemas.openxmlformats.org/officeDocument/2006/relationships/customXml" Target="../ink/ink197.xml"/><Relationship Id="rId27" Type="http://schemas.openxmlformats.org/officeDocument/2006/relationships/customXml" Target="../ink/ink202.xml"/><Relationship Id="rId30" Type="http://schemas.openxmlformats.org/officeDocument/2006/relationships/customXml" Target="../ink/ink205.xml"/><Relationship Id="rId35" Type="http://schemas.openxmlformats.org/officeDocument/2006/relationships/customXml" Target="../ink/ink210.xml"/><Relationship Id="rId8" Type="http://schemas.openxmlformats.org/officeDocument/2006/relationships/customXml" Target="../ink/ink183.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3" Type="http://schemas.openxmlformats.org/officeDocument/2006/relationships/customXml" Target="../ink/ink226.xml"/><Relationship Id="rId18" Type="http://schemas.openxmlformats.org/officeDocument/2006/relationships/customXml" Target="../ink/ink231.xml"/><Relationship Id="rId26" Type="http://schemas.openxmlformats.org/officeDocument/2006/relationships/customXml" Target="../ink/ink239.xml"/><Relationship Id="rId39" Type="http://schemas.openxmlformats.org/officeDocument/2006/relationships/customXml" Target="../ink/ink252.xml"/><Relationship Id="rId21" Type="http://schemas.openxmlformats.org/officeDocument/2006/relationships/customXml" Target="../ink/ink234.xml"/><Relationship Id="rId34" Type="http://schemas.openxmlformats.org/officeDocument/2006/relationships/customXml" Target="../ink/ink247.xml"/><Relationship Id="rId7" Type="http://schemas.openxmlformats.org/officeDocument/2006/relationships/customXml" Target="../ink/ink220.xml"/><Relationship Id="rId12" Type="http://schemas.openxmlformats.org/officeDocument/2006/relationships/customXml" Target="../ink/ink225.xml"/><Relationship Id="rId17" Type="http://schemas.openxmlformats.org/officeDocument/2006/relationships/customXml" Target="../ink/ink230.xml"/><Relationship Id="rId25" Type="http://schemas.openxmlformats.org/officeDocument/2006/relationships/customXml" Target="../ink/ink238.xml"/><Relationship Id="rId33" Type="http://schemas.openxmlformats.org/officeDocument/2006/relationships/customXml" Target="../ink/ink246.xml"/><Relationship Id="rId38" Type="http://schemas.openxmlformats.org/officeDocument/2006/relationships/customXml" Target="../ink/ink251.xml"/><Relationship Id="rId2" Type="http://schemas.openxmlformats.org/officeDocument/2006/relationships/customXml" Target="../ink/ink216.xml"/><Relationship Id="rId16" Type="http://schemas.openxmlformats.org/officeDocument/2006/relationships/customXml" Target="../ink/ink229.xml"/><Relationship Id="rId20" Type="http://schemas.openxmlformats.org/officeDocument/2006/relationships/customXml" Target="../ink/ink233.xml"/><Relationship Id="rId29" Type="http://schemas.openxmlformats.org/officeDocument/2006/relationships/customXml" Target="../ink/ink242.xml"/><Relationship Id="rId1" Type="http://schemas.openxmlformats.org/officeDocument/2006/relationships/slideLayout" Target="../slideLayouts/slideLayout1.xml"/><Relationship Id="rId6" Type="http://schemas.openxmlformats.org/officeDocument/2006/relationships/customXml" Target="../ink/ink219.xml"/><Relationship Id="rId11" Type="http://schemas.openxmlformats.org/officeDocument/2006/relationships/customXml" Target="../ink/ink224.xml"/><Relationship Id="rId24" Type="http://schemas.openxmlformats.org/officeDocument/2006/relationships/customXml" Target="../ink/ink237.xml"/><Relationship Id="rId32" Type="http://schemas.openxmlformats.org/officeDocument/2006/relationships/customXml" Target="../ink/ink245.xml"/><Relationship Id="rId37" Type="http://schemas.openxmlformats.org/officeDocument/2006/relationships/customXml" Target="../ink/ink250.xml"/><Relationship Id="rId40" Type="http://schemas.openxmlformats.org/officeDocument/2006/relationships/customXml" Target="../ink/ink253.xml"/><Relationship Id="rId5" Type="http://schemas.openxmlformats.org/officeDocument/2006/relationships/customXml" Target="../ink/ink218.xml"/><Relationship Id="rId15" Type="http://schemas.openxmlformats.org/officeDocument/2006/relationships/customXml" Target="../ink/ink228.xml"/><Relationship Id="rId23" Type="http://schemas.openxmlformats.org/officeDocument/2006/relationships/customXml" Target="../ink/ink236.xml"/><Relationship Id="rId28" Type="http://schemas.openxmlformats.org/officeDocument/2006/relationships/customXml" Target="../ink/ink241.xml"/><Relationship Id="rId36" Type="http://schemas.openxmlformats.org/officeDocument/2006/relationships/customXml" Target="../ink/ink249.xml"/><Relationship Id="rId10" Type="http://schemas.openxmlformats.org/officeDocument/2006/relationships/customXml" Target="../ink/ink223.xml"/><Relationship Id="rId19" Type="http://schemas.openxmlformats.org/officeDocument/2006/relationships/customXml" Target="../ink/ink232.xml"/><Relationship Id="rId31" Type="http://schemas.openxmlformats.org/officeDocument/2006/relationships/customXml" Target="../ink/ink244.xml"/><Relationship Id="rId4" Type="http://schemas.openxmlformats.org/officeDocument/2006/relationships/customXml" Target="../ink/ink217.xml"/><Relationship Id="rId9" Type="http://schemas.openxmlformats.org/officeDocument/2006/relationships/customXml" Target="../ink/ink222.xml"/><Relationship Id="rId14" Type="http://schemas.openxmlformats.org/officeDocument/2006/relationships/customXml" Target="../ink/ink227.xml"/><Relationship Id="rId22" Type="http://schemas.openxmlformats.org/officeDocument/2006/relationships/customXml" Target="../ink/ink235.xml"/><Relationship Id="rId27" Type="http://schemas.openxmlformats.org/officeDocument/2006/relationships/customXml" Target="../ink/ink240.xml"/><Relationship Id="rId30" Type="http://schemas.openxmlformats.org/officeDocument/2006/relationships/customXml" Target="../ink/ink243.xml"/><Relationship Id="rId35" Type="http://schemas.openxmlformats.org/officeDocument/2006/relationships/customXml" Target="../ink/ink248.xml"/><Relationship Id="rId8" Type="http://schemas.openxmlformats.org/officeDocument/2006/relationships/customXml" Target="../ink/ink221.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3" Type="http://schemas.openxmlformats.org/officeDocument/2006/relationships/customXml" Target="../ink/ink264.xml"/><Relationship Id="rId18" Type="http://schemas.openxmlformats.org/officeDocument/2006/relationships/customXml" Target="../ink/ink269.xml"/><Relationship Id="rId26" Type="http://schemas.openxmlformats.org/officeDocument/2006/relationships/customXml" Target="../ink/ink277.xml"/><Relationship Id="rId39" Type="http://schemas.openxmlformats.org/officeDocument/2006/relationships/customXml" Target="../ink/ink290.xml"/><Relationship Id="rId21" Type="http://schemas.openxmlformats.org/officeDocument/2006/relationships/customXml" Target="../ink/ink272.xml"/><Relationship Id="rId34" Type="http://schemas.openxmlformats.org/officeDocument/2006/relationships/customXml" Target="../ink/ink285.xml"/><Relationship Id="rId7" Type="http://schemas.openxmlformats.org/officeDocument/2006/relationships/customXml" Target="../ink/ink258.xml"/><Relationship Id="rId12" Type="http://schemas.openxmlformats.org/officeDocument/2006/relationships/customXml" Target="../ink/ink263.xml"/><Relationship Id="rId17" Type="http://schemas.openxmlformats.org/officeDocument/2006/relationships/customXml" Target="../ink/ink268.xml"/><Relationship Id="rId25" Type="http://schemas.openxmlformats.org/officeDocument/2006/relationships/customXml" Target="../ink/ink276.xml"/><Relationship Id="rId33" Type="http://schemas.openxmlformats.org/officeDocument/2006/relationships/customXml" Target="../ink/ink284.xml"/><Relationship Id="rId38" Type="http://schemas.openxmlformats.org/officeDocument/2006/relationships/customXml" Target="../ink/ink289.xml"/><Relationship Id="rId2" Type="http://schemas.openxmlformats.org/officeDocument/2006/relationships/customXml" Target="../ink/ink254.xml"/><Relationship Id="rId16" Type="http://schemas.openxmlformats.org/officeDocument/2006/relationships/customXml" Target="../ink/ink267.xml"/><Relationship Id="rId20" Type="http://schemas.openxmlformats.org/officeDocument/2006/relationships/customXml" Target="../ink/ink271.xml"/><Relationship Id="rId29" Type="http://schemas.openxmlformats.org/officeDocument/2006/relationships/customXml" Target="../ink/ink280.xml"/><Relationship Id="rId1" Type="http://schemas.openxmlformats.org/officeDocument/2006/relationships/slideLayout" Target="../slideLayouts/slideLayout1.xml"/><Relationship Id="rId6" Type="http://schemas.openxmlformats.org/officeDocument/2006/relationships/customXml" Target="../ink/ink257.xml"/><Relationship Id="rId11" Type="http://schemas.openxmlformats.org/officeDocument/2006/relationships/customXml" Target="../ink/ink262.xml"/><Relationship Id="rId24" Type="http://schemas.openxmlformats.org/officeDocument/2006/relationships/customXml" Target="../ink/ink275.xml"/><Relationship Id="rId32" Type="http://schemas.openxmlformats.org/officeDocument/2006/relationships/customXml" Target="../ink/ink283.xml"/><Relationship Id="rId37" Type="http://schemas.openxmlformats.org/officeDocument/2006/relationships/customXml" Target="../ink/ink288.xml"/><Relationship Id="rId40" Type="http://schemas.openxmlformats.org/officeDocument/2006/relationships/customXml" Target="../ink/ink291.xml"/><Relationship Id="rId5" Type="http://schemas.openxmlformats.org/officeDocument/2006/relationships/customXml" Target="../ink/ink256.xml"/><Relationship Id="rId15" Type="http://schemas.openxmlformats.org/officeDocument/2006/relationships/customXml" Target="../ink/ink266.xml"/><Relationship Id="rId23" Type="http://schemas.openxmlformats.org/officeDocument/2006/relationships/customXml" Target="../ink/ink274.xml"/><Relationship Id="rId28" Type="http://schemas.openxmlformats.org/officeDocument/2006/relationships/customXml" Target="../ink/ink279.xml"/><Relationship Id="rId36" Type="http://schemas.openxmlformats.org/officeDocument/2006/relationships/customXml" Target="../ink/ink287.xml"/><Relationship Id="rId10" Type="http://schemas.openxmlformats.org/officeDocument/2006/relationships/customXml" Target="../ink/ink261.xml"/><Relationship Id="rId19" Type="http://schemas.openxmlformats.org/officeDocument/2006/relationships/customXml" Target="../ink/ink270.xml"/><Relationship Id="rId31" Type="http://schemas.openxmlformats.org/officeDocument/2006/relationships/customXml" Target="../ink/ink282.xml"/><Relationship Id="rId4" Type="http://schemas.openxmlformats.org/officeDocument/2006/relationships/customXml" Target="../ink/ink255.xml"/><Relationship Id="rId9" Type="http://schemas.openxmlformats.org/officeDocument/2006/relationships/customXml" Target="../ink/ink260.xml"/><Relationship Id="rId14" Type="http://schemas.openxmlformats.org/officeDocument/2006/relationships/customXml" Target="../ink/ink265.xml"/><Relationship Id="rId22" Type="http://schemas.openxmlformats.org/officeDocument/2006/relationships/customXml" Target="../ink/ink273.xml"/><Relationship Id="rId27" Type="http://schemas.openxmlformats.org/officeDocument/2006/relationships/customXml" Target="../ink/ink278.xml"/><Relationship Id="rId30" Type="http://schemas.openxmlformats.org/officeDocument/2006/relationships/customXml" Target="../ink/ink281.xml"/><Relationship Id="rId35" Type="http://schemas.openxmlformats.org/officeDocument/2006/relationships/customXml" Target="../ink/ink286.xml"/><Relationship Id="rId8" Type="http://schemas.openxmlformats.org/officeDocument/2006/relationships/customXml" Target="../ink/ink25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https://www.youtube.com/embed/i62gffPrZYA?feature=oembed" TargetMode="External"/><Relationship Id="rId1" Type="http://schemas.openxmlformats.org/officeDocument/2006/relationships/video" Target="https://www.youtube.com/embed/Gvf815Mz-mU?feature=oembed" TargetMode="External"/><Relationship Id="rId5" Type="http://schemas.openxmlformats.org/officeDocument/2006/relationships/image" Target="../media/image5.jpeg"/><Relationship Id="rId4" Type="http://schemas.openxmlformats.org/officeDocument/2006/relationships/image" Target="../media/image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657621" y="2413337"/>
            <a:ext cx="11291363" cy="1938992"/>
          </a:xfrm>
          <a:prstGeom prst="rect">
            <a:avLst/>
          </a:prstGeom>
          <a:noFill/>
        </p:spPr>
        <p:txBody>
          <a:bodyPr wrap="square">
            <a:spAutoFit/>
          </a:bodyPr>
          <a:lstStyle/>
          <a:p>
            <a:pPr algn="ctr"/>
            <a:r>
              <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&amp; Mixed Effects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2" name="Rectangle 11">
            <a:extLst>
              <a:ext uri="{FF2B5EF4-FFF2-40B4-BE49-F238E27FC236}">
                <a16:creationId xmlns:a16="http://schemas.microsoft.com/office/drawing/2014/main" id="{CA023E8E-CE0F-755B-BE85-4C00717E05F7}"/>
              </a:ext>
            </a:extLst>
          </p:cNvPr>
          <p:cNvSpPr/>
          <p:nvPr/>
        </p:nvSpPr>
        <p:spPr>
          <a:xfrm>
            <a:off x="311692" y="4998401"/>
            <a:ext cx="11637292" cy="1588069"/>
          </a:xfrm>
          <a:prstGeom prst="rect">
            <a:avLst/>
          </a:prstGeom>
          <a:solidFill>
            <a:schemeClr val="accent6">
              <a:lumMod val="60000"/>
              <a:lumOff val="40000"/>
              <a:alpha val="50196"/>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Data Science</a:t>
            </a:r>
          </a:p>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Week 6</a:t>
            </a:r>
          </a:p>
        </p:txBody>
      </p:sp>
    </p:spTree>
    <p:extLst>
      <p:ext uri="{BB962C8B-B14F-4D97-AF65-F5344CB8AC3E}">
        <p14:creationId xmlns:p14="http://schemas.microsoft.com/office/powerpoint/2010/main" val="877539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64F65-B19D-9719-26C3-CC33AB9B88B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DC6EB6-72B5-FB4C-B2F2-704656764D9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Today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27D1E68B-79B4-E1DA-A35A-B65B8F3665B2}"/>
              </a:ext>
            </a:extLst>
          </p:cNvPr>
          <p:cNvSpPr txBox="1"/>
          <p:nvPr/>
        </p:nvSpPr>
        <p:spPr>
          <a:xfrm>
            <a:off x="589816" y="1601285"/>
            <a:ext cx="11291362" cy="4247317"/>
          </a:xfrm>
          <a:prstGeom prst="rect">
            <a:avLst/>
          </a:prstGeom>
          <a:noFill/>
        </p:spPr>
        <p:txBody>
          <a:bodyPr wrap="square">
            <a:spAutoFit/>
          </a:bodyPr>
          <a:lstStyle/>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Lecture</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Quick recap of last week</a:t>
            </a:r>
          </a:p>
          <a:p>
            <a:pPr marL="914400" lvl="1" indent="-457200">
              <a:buFont typeface="Arial" panose="020B0604020202020204" pitchFamily="34" charset="0"/>
              <a:buChar char="•"/>
            </a:pPr>
            <a:r>
              <a:rPr lang="en-US" sz="3000" dirty="0" err="1">
                <a:solidFill>
                  <a:schemeClr val="accent6">
                    <a:lumMod val="50000"/>
                  </a:schemeClr>
                </a:solidFill>
                <a:latin typeface="Avenir Book" panose="02000503020000020003" pitchFamily="2" charset="0"/>
              </a:rPr>
              <a:t>Generalised</a:t>
            </a:r>
            <a:r>
              <a:rPr lang="en-US" sz="3000" dirty="0">
                <a:solidFill>
                  <a:schemeClr val="accent6">
                    <a:lumMod val="50000"/>
                  </a:schemeClr>
                </a:solidFill>
                <a:latin typeface="Avenir Book" panose="02000503020000020003" pitchFamily="2" charset="0"/>
              </a:rPr>
              <a:t> Linear Models</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Mixed Effects Models</a:t>
            </a:r>
          </a:p>
          <a:p>
            <a:pPr lvl="1"/>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Group Quiz</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Worksheet on Hummingbirds! </a:t>
            </a: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51661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C4C3067-0591-8360-24C9-AF2E2BC911A4}"/>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Linear Models Estimate:</a:t>
            </a:r>
          </a:p>
        </p:txBody>
      </p:sp>
      <p:grpSp>
        <p:nvGrpSpPr>
          <p:cNvPr id="2" name="Group 1">
            <a:extLst>
              <a:ext uri="{FF2B5EF4-FFF2-40B4-BE49-F238E27FC236}">
                <a16:creationId xmlns:a16="http://schemas.microsoft.com/office/drawing/2014/main" id="{CC1B7F7B-F4F1-3CC4-8488-EFF11884C8CA}"/>
              </a:ext>
            </a:extLst>
          </p:cNvPr>
          <p:cNvGrpSpPr/>
          <p:nvPr/>
        </p:nvGrpSpPr>
        <p:grpSpPr>
          <a:xfrm>
            <a:off x="714986" y="2733264"/>
            <a:ext cx="4385750" cy="3373394"/>
            <a:chOff x="6262992" y="2673679"/>
            <a:chExt cx="1713506" cy="1317980"/>
          </a:xfrm>
        </p:grpSpPr>
        <p:sp>
          <p:nvSpPr>
            <p:cNvPr id="4" name="TextBox 3">
              <a:extLst>
                <a:ext uri="{FF2B5EF4-FFF2-40B4-BE49-F238E27FC236}">
                  <a16:creationId xmlns:a16="http://schemas.microsoft.com/office/drawing/2014/main" id="{AB0A19EC-EABC-DE50-0994-879E64017E44}"/>
                </a:ext>
              </a:extLst>
            </p:cNvPr>
            <p:cNvSpPr txBox="1"/>
            <p:nvPr/>
          </p:nvSpPr>
          <p:spPr>
            <a:xfrm rot="16200000">
              <a:off x="5893768" y="3145844"/>
              <a:ext cx="869626" cy="131178"/>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5" name="Straight Connector 4">
              <a:extLst>
                <a:ext uri="{FF2B5EF4-FFF2-40B4-BE49-F238E27FC236}">
                  <a16:creationId xmlns:a16="http://schemas.microsoft.com/office/drawing/2014/main" id="{9CBAEB27-F05C-D6A9-82E7-2F901B9EFF65}"/>
                </a:ext>
              </a:extLst>
            </p:cNvPr>
            <p:cNvCxnSpPr>
              <a:cxnSpLocks/>
            </p:cNvCxnSpPr>
            <p:nvPr/>
          </p:nvCxnSpPr>
          <p:spPr>
            <a:xfrm>
              <a:off x="6433185" y="2923893"/>
              <a:ext cx="0" cy="909444"/>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AAA39CA-CEBD-07A9-C2D9-8F663CACB14A}"/>
                </a:ext>
              </a:extLst>
            </p:cNvPr>
            <p:cNvCxnSpPr>
              <a:cxnSpLocks/>
            </p:cNvCxnSpPr>
            <p:nvPr/>
          </p:nvCxnSpPr>
          <p:spPr>
            <a:xfrm flipH="1">
              <a:off x="6428247" y="3828326"/>
              <a:ext cx="1434642"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6BD832C-BC43-69F2-74F6-97531A2154FB}"/>
                </a:ext>
              </a:extLst>
            </p:cNvPr>
            <p:cNvSpPr txBox="1"/>
            <p:nvPr/>
          </p:nvSpPr>
          <p:spPr>
            <a:xfrm>
              <a:off x="6727257" y="3848104"/>
              <a:ext cx="1249241" cy="131178"/>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grpSp>
          <p:nvGrpSpPr>
            <p:cNvPr id="8" name="Group 7">
              <a:extLst>
                <a:ext uri="{FF2B5EF4-FFF2-40B4-BE49-F238E27FC236}">
                  <a16:creationId xmlns:a16="http://schemas.microsoft.com/office/drawing/2014/main" id="{1C97A6F2-B2E9-C727-7201-84B4C224E98C}"/>
                </a:ext>
              </a:extLst>
            </p:cNvPr>
            <p:cNvGrpSpPr/>
            <p:nvPr/>
          </p:nvGrpSpPr>
          <p:grpSpPr>
            <a:xfrm rot="13770711">
              <a:off x="6552885" y="2718765"/>
              <a:ext cx="1317980" cy="1227807"/>
              <a:chOff x="6491435" y="2659987"/>
              <a:chExt cx="1317980" cy="1227807"/>
            </a:xfrm>
          </p:grpSpPr>
          <p:sp>
            <p:nvSpPr>
              <p:cNvPr id="9" name="Oval 8">
                <a:extLst>
                  <a:ext uri="{FF2B5EF4-FFF2-40B4-BE49-F238E27FC236}">
                    <a16:creationId xmlns:a16="http://schemas.microsoft.com/office/drawing/2014/main" id="{48970D37-1817-5C78-E43A-73ACBF70F739}"/>
                  </a:ext>
                </a:extLst>
              </p:cNvPr>
              <p:cNvSpPr/>
              <p:nvPr/>
            </p:nvSpPr>
            <p:spPr>
              <a:xfrm>
                <a:off x="6644019" y="333414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 name="Oval 9">
                <a:extLst>
                  <a:ext uri="{FF2B5EF4-FFF2-40B4-BE49-F238E27FC236}">
                    <a16:creationId xmlns:a16="http://schemas.microsoft.com/office/drawing/2014/main" id="{78295095-C7C2-75B0-F1EB-C06A1E08E28D}"/>
                  </a:ext>
                </a:extLst>
              </p:cNvPr>
              <p:cNvSpPr/>
              <p:nvPr/>
            </p:nvSpPr>
            <p:spPr>
              <a:xfrm>
                <a:off x="6583620" y="357027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 name="Oval 11">
                <a:extLst>
                  <a:ext uri="{FF2B5EF4-FFF2-40B4-BE49-F238E27FC236}">
                    <a16:creationId xmlns:a16="http://schemas.microsoft.com/office/drawing/2014/main" id="{47692650-A35E-B145-67DA-E90D339B3611}"/>
                  </a:ext>
                </a:extLst>
              </p:cNvPr>
              <p:cNvSpPr/>
              <p:nvPr/>
            </p:nvSpPr>
            <p:spPr>
              <a:xfrm>
                <a:off x="6704418" y="345356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 name="Oval 12">
                <a:extLst>
                  <a:ext uri="{FF2B5EF4-FFF2-40B4-BE49-F238E27FC236}">
                    <a16:creationId xmlns:a16="http://schemas.microsoft.com/office/drawing/2014/main" id="{4405A57B-05BA-FAFF-4EF8-8A69CED2C8F1}"/>
                  </a:ext>
                </a:extLst>
              </p:cNvPr>
              <p:cNvSpPr/>
              <p:nvPr/>
            </p:nvSpPr>
            <p:spPr>
              <a:xfrm>
                <a:off x="6764818" y="355399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4" name="Oval 13">
                <a:extLst>
                  <a:ext uri="{FF2B5EF4-FFF2-40B4-BE49-F238E27FC236}">
                    <a16:creationId xmlns:a16="http://schemas.microsoft.com/office/drawing/2014/main" id="{EAD101E8-0FB3-4BF6-3BAA-D333F096D68C}"/>
                  </a:ext>
                </a:extLst>
              </p:cNvPr>
              <p:cNvSpPr/>
              <p:nvPr/>
            </p:nvSpPr>
            <p:spPr>
              <a:xfrm>
                <a:off x="6825217" y="336128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 name="Oval 14">
                <a:extLst>
                  <a:ext uri="{FF2B5EF4-FFF2-40B4-BE49-F238E27FC236}">
                    <a16:creationId xmlns:a16="http://schemas.microsoft.com/office/drawing/2014/main" id="{223CCD92-C9C0-CF2F-A760-19B30190592B}"/>
                  </a:ext>
                </a:extLst>
              </p:cNvPr>
              <p:cNvSpPr/>
              <p:nvPr/>
            </p:nvSpPr>
            <p:spPr>
              <a:xfrm>
                <a:off x="6946016"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 name="Oval 15">
                <a:extLst>
                  <a:ext uri="{FF2B5EF4-FFF2-40B4-BE49-F238E27FC236}">
                    <a16:creationId xmlns:a16="http://schemas.microsoft.com/office/drawing/2014/main" id="{5386F3F7-4705-FCD3-78F8-AFA0E0B64FF1}"/>
                  </a:ext>
                </a:extLst>
              </p:cNvPr>
              <p:cNvSpPr/>
              <p:nvPr/>
            </p:nvSpPr>
            <p:spPr>
              <a:xfrm>
                <a:off x="7006415" y="343999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sp>
            <p:nvSpPr>
              <p:cNvPr id="17" name="Oval 16">
                <a:extLst>
                  <a:ext uri="{FF2B5EF4-FFF2-40B4-BE49-F238E27FC236}">
                    <a16:creationId xmlns:a16="http://schemas.microsoft.com/office/drawing/2014/main" id="{96B52220-2294-37CF-0A1B-9F2C722461A1}"/>
                  </a:ext>
                </a:extLst>
              </p:cNvPr>
              <p:cNvSpPr/>
              <p:nvPr/>
            </p:nvSpPr>
            <p:spPr>
              <a:xfrm>
                <a:off x="6885617" y="312515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8" name="Oval 17">
                <a:extLst>
                  <a:ext uri="{FF2B5EF4-FFF2-40B4-BE49-F238E27FC236}">
                    <a16:creationId xmlns:a16="http://schemas.microsoft.com/office/drawing/2014/main" id="{35837DF2-99D3-1BC2-B0EF-440351B3F88D}"/>
                  </a:ext>
                </a:extLst>
              </p:cNvPr>
              <p:cNvSpPr/>
              <p:nvPr/>
            </p:nvSpPr>
            <p:spPr>
              <a:xfrm>
                <a:off x="7066815" y="334771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9" name="Oval 18">
                <a:extLst>
                  <a:ext uri="{FF2B5EF4-FFF2-40B4-BE49-F238E27FC236}">
                    <a16:creationId xmlns:a16="http://schemas.microsoft.com/office/drawing/2014/main" id="{764419B2-90AD-4620-3882-754BAD647BF7}"/>
                  </a:ext>
                </a:extLst>
              </p:cNvPr>
              <p:cNvSpPr/>
              <p:nvPr/>
            </p:nvSpPr>
            <p:spPr>
              <a:xfrm>
                <a:off x="7127214" y="346442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0" name="Oval 19">
                <a:extLst>
                  <a:ext uri="{FF2B5EF4-FFF2-40B4-BE49-F238E27FC236}">
                    <a16:creationId xmlns:a16="http://schemas.microsoft.com/office/drawing/2014/main" id="{44C5F7E4-83A7-F90D-E4F0-C5246A0EFA99}"/>
                  </a:ext>
                </a:extLst>
              </p:cNvPr>
              <p:cNvSpPr/>
              <p:nvPr/>
            </p:nvSpPr>
            <p:spPr>
              <a:xfrm>
                <a:off x="7429211" y="321743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1" name="Oval 20">
                <a:extLst>
                  <a:ext uri="{FF2B5EF4-FFF2-40B4-BE49-F238E27FC236}">
                    <a16:creationId xmlns:a16="http://schemas.microsoft.com/office/drawing/2014/main" id="{6CE4F3D0-7D2F-99F4-020C-89FDF141F2EA}"/>
                  </a:ext>
                </a:extLst>
              </p:cNvPr>
              <p:cNvSpPr/>
              <p:nvPr/>
            </p:nvSpPr>
            <p:spPr>
              <a:xfrm>
                <a:off x="7248013"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2" name="Oval 21">
                <a:extLst>
                  <a:ext uri="{FF2B5EF4-FFF2-40B4-BE49-F238E27FC236}">
                    <a16:creationId xmlns:a16="http://schemas.microsoft.com/office/drawing/2014/main" id="{7BAA2BFD-40D0-663D-7C6A-D68AAB420179}"/>
                  </a:ext>
                </a:extLst>
              </p:cNvPr>
              <p:cNvSpPr/>
              <p:nvPr/>
            </p:nvSpPr>
            <p:spPr>
              <a:xfrm>
                <a:off x="7368811" y="335043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3" name="Oval 22">
                <a:extLst>
                  <a:ext uri="{FF2B5EF4-FFF2-40B4-BE49-F238E27FC236}">
                    <a16:creationId xmlns:a16="http://schemas.microsoft.com/office/drawing/2014/main" id="{B07296F4-9E6A-527F-8185-8026BFE6324F}"/>
                  </a:ext>
                </a:extLst>
              </p:cNvPr>
              <p:cNvSpPr/>
              <p:nvPr/>
            </p:nvSpPr>
            <p:spPr>
              <a:xfrm>
                <a:off x="7308412" y="311972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4" name="Oval 23">
                <a:extLst>
                  <a:ext uri="{FF2B5EF4-FFF2-40B4-BE49-F238E27FC236}">
                    <a16:creationId xmlns:a16="http://schemas.microsoft.com/office/drawing/2014/main" id="{C2B15EE0-E8E1-1F26-E161-C94486C175AC}"/>
                  </a:ext>
                </a:extLst>
              </p:cNvPr>
              <p:cNvSpPr/>
              <p:nvPr/>
            </p:nvSpPr>
            <p:spPr>
              <a:xfrm>
                <a:off x="7610409" y="323643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5" name="Oval 24">
                <a:extLst>
                  <a:ext uri="{FF2B5EF4-FFF2-40B4-BE49-F238E27FC236}">
                    <a16:creationId xmlns:a16="http://schemas.microsoft.com/office/drawing/2014/main" id="{3E74ABB1-F808-3233-26BD-BD90518D76EB}"/>
                  </a:ext>
                </a:extLst>
              </p:cNvPr>
              <p:cNvSpPr/>
              <p:nvPr/>
            </p:nvSpPr>
            <p:spPr>
              <a:xfrm>
                <a:off x="7187613" y="310615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Oval 25">
                <a:extLst>
                  <a:ext uri="{FF2B5EF4-FFF2-40B4-BE49-F238E27FC236}">
                    <a16:creationId xmlns:a16="http://schemas.microsoft.com/office/drawing/2014/main" id="{3D23B0B7-0FB1-7019-F730-733F1E16C1EC}"/>
                  </a:ext>
                </a:extLst>
              </p:cNvPr>
              <p:cNvSpPr/>
              <p:nvPr/>
            </p:nvSpPr>
            <p:spPr>
              <a:xfrm>
                <a:off x="7550009" y="291345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7" name="Oval 26">
                <a:extLst>
                  <a:ext uri="{FF2B5EF4-FFF2-40B4-BE49-F238E27FC236}">
                    <a16:creationId xmlns:a16="http://schemas.microsoft.com/office/drawing/2014/main" id="{7AEE2150-9153-9DA1-282C-626C0E14DDD6}"/>
                  </a:ext>
                </a:extLst>
              </p:cNvPr>
              <p:cNvSpPr/>
              <p:nvPr/>
            </p:nvSpPr>
            <p:spPr>
              <a:xfrm>
                <a:off x="7489610" y="3182153"/>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8" name="Oval 27">
                <a:extLst>
                  <a:ext uri="{FF2B5EF4-FFF2-40B4-BE49-F238E27FC236}">
                    <a16:creationId xmlns:a16="http://schemas.microsoft.com/office/drawing/2014/main" id="{5F1590F1-587C-12FE-8FB7-2E80F72436D9}"/>
                  </a:ext>
                </a:extLst>
              </p:cNvPr>
              <p:cNvSpPr/>
              <p:nvPr/>
            </p:nvSpPr>
            <p:spPr>
              <a:xfrm>
                <a:off x="7670808" y="316044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9" name="Oval 28">
                <a:extLst>
                  <a:ext uri="{FF2B5EF4-FFF2-40B4-BE49-F238E27FC236}">
                    <a16:creationId xmlns:a16="http://schemas.microsoft.com/office/drawing/2014/main" id="{E8AA69A4-551D-8E82-6BC0-922F8C1DD03B}"/>
                  </a:ext>
                </a:extLst>
              </p:cNvPr>
              <p:cNvSpPr/>
              <p:nvPr/>
            </p:nvSpPr>
            <p:spPr>
              <a:xfrm>
                <a:off x="7731210" y="301930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cxnSp>
            <p:nvCxnSpPr>
              <p:cNvPr id="30" name="Straight Connector 29">
                <a:extLst>
                  <a:ext uri="{FF2B5EF4-FFF2-40B4-BE49-F238E27FC236}">
                    <a16:creationId xmlns:a16="http://schemas.microsoft.com/office/drawing/2014/main" id="{F09845E3-9242-C92E-6B4A-3E3CF44FF008}"/>
                  </a:ext>
                </a:extLst>
              </p:cNvPr>
              <p:cNvCxnSpPr>
                <a:cxnSpLocks/>
              </p:cNvCxnSpPr>
              <p:nvPr/>
            </p:nvCxnSpPr>
            <p:spPr>
              <a:xfrm rot="7829289">
                <a:off x="6534007" y="3027508"/>
                <a:ext cx="1227807" cy="492765"/>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31" name="Freeform 30">
                <a:extLst>
                  <a:ext uri="{FF2B5EF4-FFF2-40B4-BE49-F238E27FC236}">
                    <a16:creationId xmlns:a16="http://schemas.microsoft.com/office/drawing/2014/main" id="{12DA4D89-659D-C2D7-A54B-525FE43DE415}"/>
                  </a:ext>
                </a:extLst>
              </p:cNvPr>
              <p:cNvSpPr/>
              <p:nvPr/>
            </p:nvSpPr>
            <p:spPr>
              <a:xfrm>
                <a:off x="6609265" y="3084320"/>
                <a:ext cx="1200150" cy="622300"/>
              </a:xfrm>
              <a:custGeom>
                <a:avLst/>
                <a:gdLst>
                  <a:gd name="connsiteX0" fmla="*/ 0 w 1200150"/>
                  <a:gd name="connsiteY0" fmla="*/ 622300 h 622300"/>
                  <a:gd name="connsiteX1" fmla="*/ 539750 w 1200150"/>
                  <a:gd name="connsiteY1" fmla="*/ 263525 h 622300"/>
                  <a:gd name="connsiteX2" fmla="*/ 1200150 w 1200150"/>
                  <a:gd name="connsiteY2" fmla="*/ 0 h 622300"/>
                </a:gdLst>
                <a:ahLst/>
                <a:cxnLst>
                  <a:cxn ang="0">
                    <a:pos x="connsiteX0" y="connsiteY0"/>
                  </a:cxn>
                  <a:cxn ang="0">
                    <a:pos x="connsiteX1" y="connsiteY1"/>
                  </a:cxn>
                  <a:cxn ang="0">
                    <a:pos x="connsiteX2" y="connsiteY2"/>
                  </a:cxn>
                </a:cxnLst>
                <a:rect l="l" t="t" r="r" b="b"/>
                <a:pathLst>
                  <a:path w="1200150" h="622300">
                    <a:moveTo>
                      <a:pt x="0" y="622300"/>
                    </a:moveTo>
                    <a:cubicBezTo>
                      <a:pt x="169862" y="494771"/>
                      <a:pt x="339725" y="367242"/>
                      <a:pt x="539750" y="263525"/>
                    </a:cubicBezTo>
                    <a:cubicBezTo>
                      <a:pt x="739775" y="159808"/>
                      <a:pt x="969962" y="79904"/>
                      <a:pt x="1200150" y="0"/>
                    </a:cubicBezTo>
                  </a:path>
                </a:pathLst>
              </a:custGeom>
              <a:noFill/>
              <a:ln w="12700">
                <a:solidFill>
                  <a:srgbClr val="709A78">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Freeform 31">
                <a:extLst>
                  <a:ext uri="{FF2B5EF4-FFF2-40B4-BE49-F238E27FC236}">
                    <a16:creationId xmlns:a16="http://schemas.microsoft.com/office/drawing/2014/main" id="{C97CD0E6-2DB6-F682-F7E4-66934263B6BB}"/>
                  </a:ext>
                </a:extLst>
              </p:cNvPr>
              <p:cNvSpPr/>
              <p:nvPr/>
            </p:nvSpPr>
            <p:spPr>
              <a:xfrm rot="10800000">
                <a:off x="6491435" y="2836216"/>
                <a:ext cx="1200150" cy="622300"/>
              </a:xfrm>
              <a:custGeom>
                <a:avLst/>
                <a:gdLst>
                  <a:gd name="connsiteX0" fmla="*/ 0 w 1200150"/>
                  <a:gd name="connsiteY0" fmla="*/ 622300 h 622300"/>
                  <a:gd name="connsiteX1" fmla="*/ 539750 w 1200150"/>
                  <a:gd name="connsiteY1" fmla="*/ 263525 h 622300"/>
                  <a:gd name="connsiteX2" fmla="*/ 1200150 w 1200150"/>
                  <a:gd name="connsiteY2" fmla="*/ 0 h 622300"/>
                </a:gdLst>
                <a:ahLst/>
                <a:cxnLst>
                  <a:cxn ang="0">
                    <a:pos x="connsiteX0" y="connsiteY0"/>
                  </a:cxn>
                  <a:cxn ang="0">
                    <a:pos x="connsiteX1" y="connsiteY1"/>
                  </a:cxn>
                  <a:cxn ang="0">
                    <a:pos x="connsiteX2" y="connsiteY2"/>
                  </a:cxn>
                </a:cxnLst>
                <a:rect l="l" t="t" r="r" b="b"/>
                <a:pathLst>
                  <a:path w="1200150" h="622300">
                    <a:moveTo>
                      <a:pt x="0" y="622300"/>
                    </a:moveTo>
                    <a:cubicBezTo>
                      <a:pt x="169862" y="494771"/>
                      <a:pt x="339725" y="367242"/>
                      <a:pt x="539750" y="263525"/>
                    </a:cubicBezTo>
                    <a:cubicBezTo>
                      <a:pt x="739775" y="159808"/>
                      <a:pt x="969962" y="79904"/>
                      <a:pt x="1200150" y="0"/>
                    </a:cubicBezTo>
                  </a:path>
                </a:pathLst>
              </a:custGeom>
              <a:noFill/>
              <a:ln w="12700">
                <a:solidFill>
                  <a:srgbClr val="709A78">
                    <a:alpha val="44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33" name="TextBox 32">
            <a:extLst>
              <a:ext uri="{FF2B5EF4-FFF2-40B4-BE49-F238E27FC236}">
                <a16:creationId xmlns:a16="http://schemas.microsoft.com/office/drawing/2014/main" id="{DC73D6D5-3391-982D-A6DC-4A97DE4DE7E7}"/>
              </a:ext>
            </a:extLst>
          </p:cNvPr>
          <p:cNvSpPr txBox="1"/>
          <p:nvPr/>
        </p:nvSpPr>
        <p:spPr>
          <a:xfrm>
            <a:off x="1004974" y="2289713"/>
            <a:ext cx="3577536" cy="707886"/>
          </a:xfrm>
          <a:prstGeom prst="rect">
            <a:avLst/>
          </a:prstGeom>
          <a:noFill/>
        </p:spPr>
        <p:txBody>
          <a:bodyPr wrap="square">
            <a:spAutoFit/>
          </a:bodyPr>
          <a:lstStyle/>
          <a:p>
            <a:pPr algn="ctr"/>
            <a:r>
              <a:rPr lang="en-US" sz="2000" dirty="0">
                <a:solidFill>
                  <a:schemeClr val="accent6">
                    <a:lumMod val="50000"/>
                  </a:schemeClr>
                </a:solidFill>
                <a:latin typeface="Avenir Book" panose="02000503020000020003" pitchFamily="2" charset="0"/>
              </a:rPr>
              <a:t>Average Slope </a:t>
            </a:r>
          </a:p>
          <a:p>
            <a:pPr algn="ctr"/>
            <a:r>
              <a:rPr lang="en-US" sz="2000" dirty="0">
                <a:solidFill>
                  <a:schemeClr val="accent6">
                    <a:lumMod val="50000"/>
                  </a:schemeClr>
                </a:solidFill>
                <a:latin typeface="Avenir Book" panose="02000503020000020003" pitchFamily="2" charset="0"/>
              </a:rPr>
              <a:t>(Continuous predictors)</a:t>
            </a:r>
          </a:p>
        </p:txBody>
      </p:sp>
      <p:grpSp>
        <p:nvGrpSpPr>
          <p:cNvPr id="74" name="Group 73">
            <a:extLst>
              <a:ext uri="{FF2B5EF4-FFF2-40B4-BE49-F238E27FC236}">
                <a16:creationId xmlns:a16="http://schemas.microsoft.com/office/drawing/2014/main" id="{DFE80604-BF72-22CE-E4E1-89E2379D62BC}"/>
              </a:ext>
            </a:extLst>
          </p:cNvPr>
          <p:cNvGrpSpPr/>
          <p:nvPr/>
        </p:nvGrpSpPr>
        <p:grpSpPr>
          <a:xfrm>
            <a:off x="6385482" y="3249798"/>
            <a:ext cx="4815442" cy="3151002"/>
            <a:chOff x="2696350" y="2072639"/>
            <a:chExt cx="6322951" cy="4137446"/>
          </a:xfrm>
        </p:grpSpPr>
        <p:sp>
          <p:nvSpPr>
            <p:cNvPr id="35" name="TextBox 34">
              <a:extLst>
                <a:ext uri="{FF2B5EF4-FFF2-40B4-BE49-F238E27FC236}">
                  <a16:creationId xmlns:a16="http://schemas.microsoft.com/office/drawing/2014/main" id="{69AC4C54-0383-1389-B0D0-BEACFDD59B94}"/>
                </a:ext>
              </a:extLst>
            </p:cNvPr>
            <p:cNvSpPr txBox="1"/>
            <p:nvPr/>
          </p:nvSpPr>
          <p:spPr>
            <a:xfrm rot="16200000">
              <a:off x="1536401" y="3232588"/>
              <a:ext cx="2835523" cy="515625"/>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36" name="Straight Connector 35">
              <a:extLst>
                <a:ext uri="{FF2B5EF4-FFF2-40B4-BE49-F238E27FC236}">
                  <a16:creationId xmlns:a16="http://schemas.microsoft.com/office/drawing/2014/main" id="{D6AC2FB9-CE9D-BB8F-34E8-1EBF88E793B0}"/>
                </a:ext>
              </a:extLst>
            </p:cNvPr>
            <p:cNvCxnSpPr>
              <a:cxnSpLocks/>
            </p:cNvCxnSpPr>
            <p:nvPr/>
          </p:nvCxnSpPr>
          <p:spPr>
            <a:xfrm>
              <a:off x="3327820" y="2227009"/>
              <a:ext cx="0" cy="2965354"/>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FAE0865-DDA3-23CF-B5C9-07576F742B21}"/>
                </a:ext>
              </a:extLst>
            </p:cNvPr>
            <p:cNvCxnSpPr>
              <a:cxnSpLocks/>
            </p:cNvCxnSpPr>
            <p:nvPr/>
          </p:nvCxnSpPr>
          <p:spPr>
            <a:xfrm flipH="1">
              <a:off x="3311719" y="5176024"/>
              <a:ext cx="4677828"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E28A7EAB-13DA-2AE4-A753-807396AEAADB}"/>
                </a:ext>
              </a:extLst>
            </p:cNvPr>
            <p:cNvSpPr>
              <a:spLocks noChangeAspect="1"/>
            </p:cNvSpPr>
            <p:nvPr/>
          </p:nvSpPr>
          <p:spPr>
            <a:xfrm>
              <a:off x="3881174" y="3875267"/>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39" name="Oval 38">
              <a:extLst>
                <a:ext uri="{FF2B5EF4-FFF2-40B4-BE49-F238E27FC236}">
                  <a16:creationId xmlns:a16="http://schemas.microsoft.com/office/drawing/2014/main" id="{8C119F2B-B532-43F5-EB08-86C09B8E1940}"/>
                </a:ext>
              </a:extLst>
            </p:cNvPr>
            <p:cNvSpPr>
              <a:spLocks noChangeAspect="1"/>
            </p:cNvSpPr>
            <p:nvPr/>
          </p:nvSpPr>
          <p:spPr>
            <a:xfrm>
              <a:off x="4015756" y="4738370"/>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0" name="Oval 39">
              <a:extLst>
                <a:ext uri="{FF2B5EF4-FFF2-40B4-BE49-F238E27FC236}">
                  <a16:creationId xmlns:a16="http://schemas.microsoft.com/office/drawing/2014/main" id="{2EFCC48A-C9DA-41E1-3D5D-B950065148A9}"/>
                </a:ext>
              </a:extLst>
            </p:cNvPr>
            <p:cNvSpPr>
              <a:spLocks noChangeAspect="1"/>
            </p:cNvSpPr>
            <p:nvPr/>
          </p:nvSpPr>
          <p:spPr>
            <a:xfrm>
              <a:off x="4015756" y="4264657"/>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1" name="Oval 40">
              <a:extLst>
                <a:ext uri="{FF2B5EF4-FFF2-40B4-BE49-F238E27FC236}">
                  <a16:creationId xmlns:a16="http://schemas.microsoft.com/office/drawing/2014/main" id="{2F5ACDF7-5699-7677-5EED-0904FDF41BFA}"/>
                </a:ext>
              </a:extLst>
            </p:cNvPr>
            <p:cNvSpPr>
              <a:spLocks noChangeAspect="1"/>
            </p:cNvSpPr>
            <p:nvPr/>
          </p:nvSpPr>
          <p:spPr>
            <a:xfrm>
              <a:off x="3922584" y="4457516"/>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2" name="Oval 41">
              <a:extLst>
                <a:ext uri="{FF2B5EF4-FFF2-40B4-BE49-F238E27FC236}">
                  <a16:creationId xmlns:a16="http://schemas.microsoft.com/office/drawing/2014/main" id="{E3C6089B-1C98-F710-5891-6E1E8147199F}"/>
                </a:ext>
              </a:extLst>
            </p:cNvPr>
            <p:cNvSpPr>
              <a:spLocks noChangeAspect="1"/>
            </p:cNvSpPr>
            <p:nvPr/>
          </p:nvSpPr>
          <p:spPr>
            <a:xfrm>
              <a:off x="4015756" y="3963763"/>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3" name="Oval 42">
              <a:extLst>
                <a:ext uri="{FF2B5EF4-FFF2-40B4-BE49-F238E27FC236}">
                  <a16:creationId xmlns:a16="http://schemas.microsoft.com/office/drawing/2014/main" id="{14725994-0305-43E0-7F5C-14A8F44E6A90}"/>
                </a:ext>
              </a:extLst>
            </p:cNvPr>
            <p:cNvSpPr>
              <a:spLocks noChangeAspect="1"/>
            </p:cNvSpPr>
            <p:nvPr/>
          </p:nvSpPr>
          <p:spPr>
            <a:xfrm>
              <a:off x="4015756" y="3425099"/>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4" name="Oval 43">
              <a:extLst>
                <a:ext uri="{FF2B5EF4-FFF2-40B4-BE49-F238E27FC236}">
                  <a16:creationId xmlns:a16="http://schemas.microsoft.com/office/drawing/2014/main" id="{4691AF82-1FA1-1228-21A8-E0C0C7AD53DC}"/>
                </a:ext>
              </a:extLst>
            </p:cNvPr>
            <p:cNvSpPr>
              <a:spLocks noChangeAspect="1"/>
            </p:cNvSpPr>
            <p:nvPr/>
          </p:nvSpPr>
          <p:spPr>
            <a:xfrm>
              <a:off x="5513377" y="3889128"/>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45" name="Oval 44">
              <a:extLst>
                <a:ext uri="{FF2B5EF4-FFF2-40B4-BE49-F238E27FC236}">
                  <a16:creationId xmlns:a16="http://schemas.microsoft.com/office/drawing/2014/main" id="{A2368D9E-AC81-7C26-6E76-51862E18BA49}"/>
                </a:ext>
              </a:extLst>
            </p:cNvPr>
            <p:cNvSpPr>
              <a:spLocks noChangeAspect="1"/>
            </p:cNvSpPr>
            <p:nvPr/>
          </p:nvSpPr>
          <p:spPr>
            <a:xfrm>
              <a:off x="4015756" y="3193836"/>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6" name="Oval 45">
              <a:extLst>
                <a:ext uri="{FF2B5EF4-FFF2-40B4-BE49-F238E27FC236}">
                  <a16:creationId xmlns:a16="http://schemas.microsoft.com/office/drawing/2014/main" id="{3C387D35-507D-0414-6079-0206A097D90C}"/>
                </a:ext>
              </a:extLst>
            </p:cNvPr>
            <p:cNvSpPr>
              <a:spLocks noChangeAspect="1"/>
            </p:cNvSpPr>
            <p:nvPr/>
          </p:nvSpPr>
          <p:spPr>
            <a:xfrm>
              <a:off x="5622086" y="3660705"/>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7" name="Oval 46">
              <a:extLst>
                <a:ext uri="{FF2B5EF4-FFF2-40B4-BE49-F238E27FC236}">
                  <a16:creationId xmlns:a16="http://schemas.microsoft.com/office/drawing/2014/main" id="{75513A37-0E32-955A-B0AF-40B8EC4D7139}"/>
                </a:ext>
              </a:extLst>
            </p:cNvPr>
            <p:cNvSpPr>
              <a:spLocks noChangeAspect="1"/>
            </p:cNvSpPr>
            <p:nvPr/>
          </p:nvSpPr>
          <p:spPr>
            <a:xfrm>
              <a:off x="5622086" y="4393230"/>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8" name="Oval 47">
              <a:extLst>
                <a:ext uri="{FF2B5EF4-FFF2-40B4-BE49-F238E27FC236}">
                  <a16:creationId xmlns:a16="http://schemas.microsoft.com/office/drawing/2014/main" id="{2BC6FBE6-A1B9-3F87-39E4-ADB397468191}"/>
                </a:ext>
              </a:extLst>
            </p:cNvPr>
            <p:cNvSpPr>
              <a:spLocks noChangeAspect="1"/>
            </p:cNvSpPr>
            <p:nvPr/>
          </p:nvSpPr>
          <p:spPr>
            <a:xfrm>
              <a:off x="6959128" y="3122030"/>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9" name="Oval 48">
              <a:extLst>
                <a:ext uri="{FF2B5EF4-FFF2-40B4-BE49-F238E27FC236}">
                  <a16:creationId xmlns:a16="http://schemas.microsoft.com/office/drawing/2014/main" id="{DEF0E8A0-AD62-CE6F-B9BF-D7A06420B751}"/>
                </a:ext>
              </a:extLst>
            </p:cNvPr>
            <p:cNvSpPr>
              <a:spLocks noChangeAspect="1"/>
            </p:cNvSpPr>
            <p:nvPr/>
          </p:nvSpPr>
          <p:spPr>
            <a:xfrm>
              <a:off x="5622086" y="3186992"/>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0" name="Oval 49">
              <a:extLst>
                <a:ext uri="{FF2B5EF4-FFF2-40B4-BE49-F238E27FC236}">
                  <a16:creationId xmlns:a16="http://schemas.microsoft.com/office/drawing/2014/main" id="{FC601BB2-7C47-2192-CEC1-3D4571060D9C}"/>
                </a:ext>
              </a:extLst>
            </p:cNvPr>
            <p:cNvSpPr>
              <a:spLocks noChangeAspect="1"/>
            </p:cNvSpPr>
            <p:nvPr/>
          </p:nvSpPr>
          <p:spPr>
            <a:xfrm>
              <a:off x="5528904" y="3472857"/>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1" name="Oval 50">
              <a:extLst>
                <a:ext uri="{FF2B5EF4-FFF2-40B4-BE49-F238E27FC236}">
                  <a16:creationId xmlns:a16="http://schemas.microsoft.com/office/drawing/2014/main" id="{7F8EE203-1E32-2FE1-F5E2-B3640904D13E}"/>
                </a:ext>
              </a:extLst>
            </p:cNvPr>
            <p:cNvSpPr>
              <a:spLocks noChangeAspect="1"/>
            </p:cNvSpPr>
            <p:nvPr/>
          </p:nvSpPr>
          <p:spPr>
            <a:xfrm>
              <a:off x="5622086" y="2927674"/>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2" name="Oval 51">
              <a:extLst>
                <a:ext uri="{FF2B5EF4-FFF2-40B4-BE49-F238E27FC236}">
                  <a16:creationId xmlns:a16="http://schemas.microsoft.com/office/drawing/2014/main" id="{C864F95B-3A4A-CAB3-2FD1-9368E6096618}"/>
                </a:ext>
              </a:extLst>
            </p:cNvPr>
            <p:cNvSpPr>
              <a:spLocks noChangeAspect="1"/>
            </p:cNvSpPr>
            <p:nvPr/>
          </p:nvSpPr>
          <p:spPr>
            <a:xfrm>
              <a:off x="7021249" y="3385870"/>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3" name="Oval 52">
              <a:extLst>
                <a:ext uri="{FF2B5EF4-FFF2-40B4-BE49-F238E27FC236}">
                  <a16:creationId xmlns:a16="http://schemas.microsoft.com/office/drawing/2014/main" id="{F2C44F3B-6E09-279D-B6CB-FE5701E432FF}"/>
                </a:ext>
              </a:extLst>
            </p:cNvPr>
            <p:cNvSpPr>
              <a:spLocks noChangeAspect="1"/>
            </p:cNvSpPr>
            <p:nvPr/>
          </p:nvSpPr>
          <p:spPr>
            <a:xfrm>
              <a:off x="5497843" y="2707435"/>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4" name="Oval 53">
              <a:extLst>
                <a:ext uri="{FF2B5EF4-FFF2-40B4-BE49-F238E27FC236}">
                  <a16:creationId xmlns:a16="http://schemas.microsoft.com/office/drawing/2014/main" id="{AD5E814E-F308-3C11-26F1-56C16EE18E60}"/>
                </a:ext>
              </a:extLst>
            </p:cNvPr>
            <p:cNvSpPr>
              <a:spLocks noChangeAspect="1"/>
            </p:cNvSpPr>
            <p:nvPr/>
          </p:nvSpPr>
          <p:spPr>
            <a:xfrm>
              <a:off x="7067840" y="2224035"/>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5" name="Oval 54">
              <a:extLst>
                <a:ext uri="{FF2B5EF4-FFF2-40B4-BE49-F238E27FC236}">
                  <a16:creationId xmlns:a16="http://schemas.microsoft.com/office/drawing/2014/main" id="{952460EA-F1EE-98A6-C363-E3B101F4B57B}"/>
                </a:ext>
              </a:extLst>
            </p:cNvPr>
            <p:cNvSpPr>
              <a:spLocks noChangeAspect="1"/>
            </p:cNvSpPr>
            <p:nvPr/>
          </p:nvSpPr>
          <p:spPr>
            <a:xfrm>
              <a:off x="7192080" y="3069104"/>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6" name="Oval 55">
              <a:extLst>
                <a:ext uri="{FF2B5EF4-FFF2-40B4-BE49-F238E27FC236}">
                  <a16:creationId xmlns:a16="http://schemas.microsoft.com/office/drawing/2014/main" id="{C62A0561-11B4-15BA-25C7-2B900833B4D5}"/>
                </a:ext>
              </a:extLst>
            </p:cNvPr>
            <p:cNvSpPr>
              <a:spLocks noChangeAspect="1"/>
            </p:cNvSpPr>
            <p:nvPr/>
          </p:nvSpPr>
          <p:spPr>
            <a:xfrm>
              <a:off x="7129962" y="2765351"/>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7" name="Oval 56">
              <a:extLst>
                <a:ext uri="{FF2B5EF4-FFF2-40B4-BE49-F238E27FC236}">
                  <a16:creationId xmlns:a16="http://schemas.microsoft.com/office/drawing/2014/main" id="{0B2B9B8E-A8AB-8E65-E8EE-CBA1A6423DA9}"/>
                </a:ext>
              </a:extLst>
            </p:cNvPr>
            <p:cNvSpPr>
              <a:spLocks noChangeAspect="1"/>
            </p:cNvSpPr>
            <p:nvPr/>
          </p:nvSpPr>
          <p:spPr>
            <a:xfrm>
              <a:off x="6943598" y="2538118"/>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8" name="TextBox 57">
              <a:extLst>
                <a:ext uri="{FF2B5EF4-FFF2-40B4-BE49-F238E27FC236}">
                  <a16:creationId xmlns:a16="http://schemas.microsoft.com/office/drawing/2014/main" id="{20C0A98A-41C5-E5DC-49CB-3964988D53CC}"/>
                </a:ext>
              </a:extLst>
            </p:cNvPr>
            <p:cNvSpPr txBox="1"/>
            <p:nvPr/>
          </p:nvSpPr>
          <p:spPr>
            <a:xfrm>
              <a:off x="4945996" y="5694460"/>
              <a:ext cx="4073305" cy="515625"/>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County</a:t>
              </a:r>
            </a:p>
          </p:txBody>
        </p:sp>
        <p:sp>
          <p:nvSpPr>
            <p:cNvPr id="59" name="TextBox 58">
              <a:extLst>
                <a:ext uri="{FF2B5EF4-FFF2-40B4-BE49-F238E27FC236}">
                  <a16:creationId xmlns:a16="http://schemas.microsoft.com/office/drawing/2014/main" id="{992A1B49-A61E-4E0D-9615-75252D7FEB36}"/>
                </a:ext>
              </a:extLst>
            </p:cNvPr>
            <p:cNvSpPr txBox="1"/>
            <p:nvPr/>
          </p:nvSpPr>
          <p:spPr>
            <a:xfrm>
              <a:off x="3337667" y="5136528"/>
              <a:ext cx="4073305" cy="515625"/>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Devon</a:t>
              </a:r>
            </a:p>
          </p:txBody>
        </p:sp>
        <p:sp>
          <p:nvSpPr>
            <p:cNvPr id="60" name="TextBox 59">
              <a:extLst>
                <a:ext uri="{FF2B5EF4-FFF2-40B4-BE49-F238E27FC236}">
                  <a16:creationId xmlns:a16="http://schemas.microsoft.com/office/drawing/2014/main" id="{2674B59E-65B1-144E-BB5B-E6417E18E934}"/>
                </a:ext>
              </a:extLst>
            </p:cNvPr>
            <p:cNvSpPr txBox="1"/>
            <p:nvPr/>
          </p:nvSpPr>
          <p:spPr>
            <a:xfrm>
              <a:off x="4730061" y="5136528"/>
              <a:ext cx="4073305" cy="515625"/>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Somerset</a:t>
              </a:r>
            </a:p>
          </p:txBody>
        </p:sp>
        <p:sp>
          <p:nvSpPr>
            <p:cNvPr id="61" name="Oval 60">
              <a:extLst>
                <a:ext uri="{FF2B5EF4-FFF2-40B4-BE49-F238E27FC236}">
                  <a16:creationId xmlns:a16="http://schemas.microsoft.com/office/drawing/2014/main" id="{3749012F-AFE5-3B65-7C9A-D8F1BA83E356}"/>
                </a:ext>
              </a:extLst>
            </p:cNvPr>
            <p:cNvSpPr>
              <a:spLocks noChangeAspect="1"/>
            </p:cNvSpPr>
            <p:nvPr/>
          </p:nvSpPr>
          <p:spPr>
            <a:xfrm>
              <a:off x="7026437" y="2879228"/>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2" name="Oval 61">
              <a:extLst>
                <a:ext uri="{FF2B5EF4-FFF2-40B4-BE49-F238E27FC236}">
                  <a16:creationId xmlns:a16="http://schemas.microsoft.com/office/drawing/2014/main" id="{8049A105-6B8A-EA30-85E3-3C2416D59C2C}"/>
                </a:ext>
              </a:extLst>
            </p:cNvPr>
            <p:cNvSpPr>
              <a:spLocks noChangeAspect="1"/>
            </p:cNvSpPr>
            <p:nvPr/>
          </p:nvSpPr>
          <p:spPr>
            <a:xfrm>
              <a:off x="7181718" y="2669192"/>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3" name="Oval 62">
              <a:extLst>
                <a:ext uri="{FF2B5EF4-FFF2-40B4-BE49-F238E27FC236}">
                  <a16:creationId xmlns:a16="http://schemas.microsoft.com/office/drawing/2014/main" id="{AE706953-BB9F-1F4A-3EA3-CA2DEA16CA2A}"/>
                </a:ext>
              </a:extLst>
            </p:cNvPr>
            <p:cNvSpPr>
              <a:spLocks noChangeAspect="1"/>
            </p:cNvSpPr>
            <p:nvPr/>
          </p:nvSpPr>
          <p:spPr>
            <a:xfrm>
              <a:off x="7093717" y="3696444"/>
              <a:ext cx="117382" cy="116636"/>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4" name="Oval 63">
              <a:extLst>
                <a:ext uri="{FF2B5EF4-FFF2-40B4-BE49-F238E27FC236}">
                  <a16:creationId xmlns:a16="http://schemas.microsoft.com/office/drawing/2014/main" id="{F195ADAC-2807-0D6E-EB33-90F5B70F894A}"/>
                </a:ext>
              </a:extLst>
            </p:cNvPr>
            <p:cNvSpPr>
              <a:spLocks noChangeAspect="1"/>
            </p:cNvSpPr>
            <p:nvPr/>
          </p:nvSpPr>
          <p:spPr>
            <a:xfrm>
              <a:off x="5508209" y="3311221"/>
              <a:ext cx="117382" cy="116636"/>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5" name="Oval 64">
              <a:extLst>
                <a:ext uri="{FF2B5EF4-FFF2-40B4-BE49-F238E27FC236}">
                  <a16:creationId xmlns:a16="http://schemas.microsoft.com/office/drawing/2014/main" id="{8A348CBC-07ED-FC73-0949-60EB20731A24}"/>
                </a:ext>
              </a:extLst>
            </p:cNvPr>
            <p:cNvSpPr>
              <a:spLocks noChangeAspect="1"/>
            </p:cNvSpPr>
            <p:nvPr/>
          </p:nvSpPr>
          <p:spPr>
            <a:xfrm>
              <a:off x="4005404" y="3725321"/>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6" name="Oval 65">
              <a:extLst>
                <a:ext uri="{FF2B5EF4-FFF2-40B4-BE49-F238E27FC236}">
                  <a16:creationId xmlns:a16="http://schemas.microsoft.com/office/drawing/2014/main" id="{FF9DF9C4-FD50-9143-6E48-A4DBAD989BF0}"/>
                </a:ext>
              </a:extLst>
            </p:cNvPr>
            <p:cNvSpPr>
              <a:spLocks noChangeAspect="1"/>
            </p:cNvSpPr>
            <p:nvPr/>
          </p:nvSpPr>
          <p:spPr>
            <a:xfrm>
              <a:off x="3922584" y="4118715"/>
              <a:ext cx="117382" cy="116636"/>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67" name="Oval 66">
              <a:extLst>
                <a:ext uri="{FF2B5EF4-FFF2-40B4-BE49-F238E27FC236}">
                  <a16:creationId xmlns:a16="http://schemas.microsoft.com/office/drawing/2014/main" id="{8C247A3F-6B2B-535F-8878-C5BE1DE09356}"/>
                </a:ext>
              </a:extLst>
            </p:cNvPr>
            <p:cNvSpPr>
              <a:spLocks noChangeAspect="1"/>
            </p:cNvSpPr>
            <p:nvPr/>
          </p:nvSpPr>
          <p:spPr>
            <a:xfrm>
              <a:off x="4295273" y="3922350"/>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68" name="Straight Connector 67">
              <a:extLst>
                <a:ext uri="{FF2B5EF4-FFF2-40B4-BE49-F238E27FC236}">
                  <a16:creationId xmlns:a16="http://schemas.microsoft.com/office/drawing/2014/main" id="{4068DFFB-E474-5688-2D23-39330D5B0C83}"/>
                </a:ext>
              </a:extLst>
            </p:cNvPr>
            <p:cNvCxnSpPr>
              <a:cxnSpLocks/>
            </p:cNvCxnSpPr>
            <p:nvPr/>
          </p:nvCxnSpPr>
          <p:spPr>
            <a:xfrm>
              <a:off x="4418261" y="3733800"/>
              <a:ext cx="0" cy="60960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04C111FE-18E4-B8EB-D02F-A294143B2D36}"/>
                </a:ext>
              </a:extLst>
            </p:cNvPr>
            <p:cNvSpPr>
              <a:spLocks noChangeAspect="1"/>
            </p:cNvSpPr>
            <p:nvPr/>
          </p:nvSpPr>
          <p:spPr>
            <a:xfrm>
              <a:off x="5941318" y="3363316"/>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70" name="Straight Connector 69">
              <a:extLst>
                <a:ext uri="{FF2B5EF4-FFF2-40B4-BE49-F238E27FC236}">
                  <a16:creationId xmlns:a16="http://schemas.microsoft.com/office/drawing/2014/main" id="{CC1A26D9-28A0-9611-5731-54A8514A830E}"/>
                </a:ext>
              </a:extLst>
            </p:cNvPr>
            <p:cNvCxnSpPr>
              <a:cxnSpLocks/>
            </p:cNvCxnSpPr>
            <p:nvPr/>
          </p:nvCxnSpPr>
          <p:spPr>
            <a:xfrm>
              <a:off x="6064305" y="3139440"/>
              <a:ext cx="0" cy="65532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4E0B5DAA-3435-6E8B-937D-CC4777BAA23B}"/>
                </a:ext>
              </a:extLst>
            </p:cNvPr>
            <p:cNvSpPr>
              <a:spLocks noChangeAspect="1"/>
            </p:cNvSpPr>
            <p:nvPr/>
          </p:nvSpPr>
          <p:spPr>
            <a:xfrm>
              <a:off x="7494190" y="2876750"/>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72" name="Straight Connector 71">
              <a:extLst>
                <a:ext uri="{FF2B5EF4-FFF2-40B4-BE49-F238E27FC236}">
                  <a16:creationId xmlns:a16="http://schemas.microsoft.com/office/drawing/2014/main" id="{9A653025-4F7A-1A83-D433-AEAD34B228FC}"/>
                </a:ext>
              </a:extLst>
            </p:cNvPr>
            <p:cNvCxnSpPr>
              <a:cxnSpLocks/>
            </p:cNvCxnSpPr>
            <p:nvPr/>
          </p:nvCxnSpPr>
          <p:spPr>
            <a:xfrm>
              <a:off x="7617177" y="2636520"/>
              <a:ext cx="0" cy="74676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2636B3D2-C2C6-6F3B-095B-F2B5034BE6AE}"/>
                </a:ext>
              </a:extLst>
            </p:cNvPr>
            <p:cNvSpPr txBox="1"/>
            <p:nvPr/>
          </p:nvSpPr>
          <p:spPr>
            <a:xfrm>
              <a:off x="6518809" y="5140898"/>
              <a:ext cx="1609909" cy="515626"/>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Cornwall</a:t>
              </a:r>
            </a:p>
          </p:txBody>
        </p:sp>
      </p:grpSp>
      <p:sp>
        <p:nvSpPr>
          <p:cNvPr id="75" name="TextBox 74">
            <a:extLst>
              <a:ext uri="{FF2B5EF4-FFF2-40B4-BE49-F238E27FC236}">
                <a16:creationId xmlns:a16="http://schemas.microsoft.com/office/drawing/2014/main" id="{98AF699A-E286-8B91-AD5B-A22D39C2962A}"/>
              </a:ext>
            </a:extLst>
          </p:cNvPr>
          <p:cNvSpPr txBox="1"/>
          <p:nvPr/>
        </p:nvSpPr>
        <p:spPr>
          <a:xfrm>
            <a:off x="6769897" y="2421092"/>
            <a:ext cx="3577536" cy="707886"/>
          </a:xfrm>
          <a:prstGeom prst="rect">
            <a:avLst/>
          </a:prstGeom>
          <a:noFill/>
        </p:spPr>
        <p:txBody>
          <a:bodyPr wrap="square">
            <a:spAutoFit/>
          </a:bodyPr>
          <a:lstStyle/>
          <a:p>
            <a:pPr algn="ctr"/>
            <a:r>
              <a:rPr lang="en-US" sz="2000" dirty="0">
                <a:solidFill>
                  <a:schemeClr val="accent6">
                    <a:lumMod val="50000"/>
                  </a:schemeClr>
                </a:solidFill>
                <a:latin typeface="Avenir Book" panose="02000503020000020003" pitchFamily="2" charset="0"/>
              </a:rPr>
              <a:t>Average Intercept </a:t>
            </a:r>
          </a:p>
          <a:p>
            <a:pPr algn="ctr"/>
            <a:r>
              <a:rPr lang="en-US" sz="2000" dirty="0">
                <a:solidFill>
                  <a:schemeClr val="accent6">
                    <a:lumMod val="50000"/>
                  </a:schemeClr>
                </a:solidFill>
                <a:latin typeface="Avenir Book" panose="02000503020000020003" pitchFamily="2" charset="0"/>
              </a:rPr>
              <a:t>(Categorical predictors)</a:t>
            </a:r>
          </a:p>
        </p:txBody>
      </p:sp>
    </p:spTree>
    <p:extLst>
      <p:ext uri="{BB962C8B-B14F-4D97-AF65-F5344CB8AC3E}">
        <p14:creationId xmlns:p14="http://schemas.microsoft.com/office/powerpoint/2010/main" val="4241656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A22-3121-0541-0437-60BC7BCF90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ADB025A-C340-3FD5-BCCD-542E0D84321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2533DBC6-5E40-62B9-0C77-275A60FDB653}"/>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Linear Models Estimate:</a:t>
            </a:r>
          </a:p>
        </p:txBody>
      </p:sp>
      <p:sp>
        <p:nvSpPr>
          <p:cNvPr id="33" name="TextBox 32">
            <a:extLst>
              <a:ext uri="{FF2B5EF4-FFF2-40B4-BE49-F238E27FC236}">
                <a16:creationId xmlns:a16="http://schemas.microsoft.com/office/drawing/2014/main" id="{D84D4C95-84D8-EA3E-3B83-6C9C1D2DB290}"/>
              </a:ext>
            </a:extLst>
          </p:cNvPr>
          <p:cNvSpPr txBox="1"/>
          <p:nvPr/>
        </p:nvSpPr>
        <p:spPr>
          <a:xfrm>
            <a:off x="3306739" y="2489409"/>
            <a:ext cx="4796736" cy="707886"/>
          </a:xfrm>
          <a:prstGeom prst="rect">
            <a:avLst/>
          </a:prstGeom>
          <a:noFill/>
        </p:spPr>
        <p:txBody>
          <a:bodyPr wrap="square">
            <a:spAutoFit/>
          </a:bodyPr>
          <a:lstStyle/>
          <a:p>
            <a:pPr algn="ctr"/>
            <a:r>
              <a:rPr lang="en-US" sz="2000" dirty="0">
                <a:solidFill>
                  <a:schemeClr val="accent6">
                    <a:lumMod val="50000"/>
                  </a:schemeClr>
                </a:solidFill>
                <a:latin typeface="Avenir Book" panose="02000503020000020003" pitchFamily="2" charset="0"/>
              </a:rPr>
              <a:t>Or both!</a:t>
            </a:r>
          </a:p>
          <a:p>
            <a:pPr algn="ctr"/>
            <a:r>
              <a:rPr lang="en-US" sz="2000" dirty="0">
                <a:solidFill>
                  <a:schemeClr val="accent6">
                    <a:lumMod val="50000"/>
                  </a:schemeClr>
                </a:solidFill>
                <a:latin typeface="Avenir Book" panose="02000503020000020003" pitchFamily="2" charset="0"/>
              </a:rPr>
              <a:t>(Continuous &amp; Categorical predictor)</a:t>
            </a:r>
          </a:p>
        </p:txBody>
      </p:sp>
      <p:sp>
        <p:nvSpPr>
          <p:cNvPr id="34" name="TextBox 33">
            <a:extLst>
              <a:ext uri="{FF2B5EF4-FFF2-40B4-BE49-F238E27FC236}">
                <a16:creationId xmlns:a16="http://schemas.microsoft.com/office/drawing/2014/main" id="{C59E4B68-E91B-8722-97BE-1B62C3336D8D}"/>
              </a:ext>
            </a:extLst>
          </p:cNvPr>
          <p:cNvSpPr txBox="1"/>
          <p:nvPr/>
        </p:nvSpPr>
        <p:spPr>
          <a:xfrm>
            <a:off x="7851228" y="4540469"/>
            <a:ext cx="184731" cy="369332"/>
          </a:xfrm>
          <a:prstGeom prst="rect">
            <a:avLst/>
          </a:prstGeom>
          <a:noFill/>
        </p:spPr>
        <p:txBody>
          <a:bodyPr wrap="none" rtlCol="0">
            <a:spAutoFit/>
          </a:bodyPr>
          <a:lstStyle/>
          <a:p>
            <a:endParaRPr lang="en-GB" dirty="0"/>
          </a:p>
        </p:txBody>
      </p:sp>
      <p:grpSp>
        <p:nvGrpSpPr>
          <p:cNvPr id="157" name="Group 156">
            <a:extLst>
              <a:ext uri="{FF2B5EF4-FFF2-40B4-BE49-F238E27FC236}">
                <a16:creationId xmlns:a16="http://schemas.microsoft.com/office/drawing/2014/main" id="{0D5D37B2-78C7-C4C4-79D5-ED98DD8783ED}"/>
              </a:ext>
            </a:extLst>
          </p:cNvPr>
          <p:cNvGrpSpPr/>
          <p:nvPr/>
        </p:nvGrpSpPr>
        <p:grpSpPr>
          <a:xfrm>
            <a:off x="3503374" y="3405351"/>
            <a:ext cx="6120482" cy="3160522"/>
            <a:chOff x="2935816" y="1921232"/>
            <a:chExt cx="8024090" cy="4143515"/>
          </a:xfrm>
        </p:grpSpPr>
        <mc:AlternateContent xmlns:mc="http://schemas.openxmlformats.org/markup-compatibility/2006">
          <mc:Choice xmlns:p14="http://schemas.microsoft.com/office/powerpoint/2010/main" Requires="p14">
            <p:contentPart p14:bwMode="auto" r:id="rId2">
              <p14:nvContentPartPr>
                <p14:cNvPr id="76" name="Ink 75">
                  <a:extLst>
                    <a:ext uri="{FF2B5EF4-FFF2-40B4-BE49-F238E27FC236}">
                      <a16:creationId xmlns:a16="http://schemas.microsoft.com/office/drawing/2014/main" id="{B9ACCA4E-1377-74D3-0A7A-CEB187EF2059}"/>
                    </a:ext>
                  </a:extLst>
                </p14:cNvPr>
                <p14:cNvContentPartPr/>
                <p14:nvPr/>
              </p14:nvContentPartPr>
              <p14:xfrm>
                <a:off x="6776861" y="4919855"/>
                <a:ext cx="996" cy="996"/>
              </p14:xfrm>
            </p:contentPart>
          </mc:Choice>
          <mc:Fallback>
            <p:pic>
              <p:nvPicPr>
                <p:cNvPr id="76" name="Ink 75">
                  <a:extLst>
                    <a:ext uri="{FF2B5EF4-FFF2-40B4-BE49-F238E27FC236}">
                      <a16:creationId xmlns:a16="http://schemas.microsoft.com/office/drawing/2014/main" id="{B9ACCA4E-1377-74D3-0A7A-CEB187EF2059}"/>
                    </a:ext>
                  </a:extLst>
                </p:cNvPr>
                <p:cNvPicPr/>
                <p:nvPr/>
              </p:nvPicPr>
              <p:blipFill>
                <a:blip r:embed="rId3"/>
                <a:stretch>
                  <a:fillRect/>
                </a:stretch>
              </p:blipFill>
              <p:spPr>
                <a:xfrm>
                  <a:off x="6759929" y="4902923"/>
                  <a:ext cx="34860" cy="34860"/>
                </a:xfrm>
                <a:prstGeom prst="rect">
                  <a:avLst/>
                </a:prstGeom>
              </p:spPr>
            </p:pic>
          </mc:Fallback>
        </mc:AlternateContent>
        <p:sp>
          <p:nvSpPr>
            <p:cNvPr id="77" name="TextBox 76">
              <a:extLst>
                <a:ext uri="{FF2B5EF4-FFF2-40B4-BE49-F238E27FC236}">
                  <a16:creationId xmlns:a16="http://schemas.microsoft.com/office/drawing/2014/main" id="{4B18427C-762E-79D1-1965-0633AFF44DB8}"/>
                </a:ext>
              </a:extLst>
            </p:cNvPr>
            <p:cNvSpPr txBox="1"/>
            <p:nvPr/>
          </p:nvSpPr>
          <p:spPr>
            <a:xfrm rot="16200000">
              <a:off x="1932406" y="3105350"/>
              <a:ext cx="2406930" cy="400110"/>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78" name="Straight Connector 77">
              <a:extLst>
                <a:ext uri="{FF2B5EF4-FFF2-40B4-BE49-F238E27FC236}">
                  <a16:creationId xmlns:a16="http://schemas.microsoft.com/office/drawing/2014/main" id="{909D387D-DA03-AC5A-F975-A4DCA8684DB3}"/>
                </a:ext>
              </a:extLst>
            </p:cNvPr>
            <p:cNvCxnSpPr>
              <a:cxnSpLocks/>
            </p:cNvCxnSpPr>
            <p:nvPr/>
          </p:nvCxnSpPr>
          <p:spPr>
            <a:xfrm>
              <a:off x="3458054" y="2133977"/>
              <a:ext cx="0" cy="341452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CDD58451-56C3-9BB6-E076-1070088CD4D9}"/>
                </a:ext>
              </a:extLst>
            </p:cNvPr>
            <p:cNvCxnSpPr>
              <a:cxnSpLocks/>
            </p:cNvCxnSpPr>
            <p:nvPr/>
          </p:nvCxnSpPr>
          <p:spPr>
            <a:xfrm flipH="1">
              <a:off x="3444387" y="5534628"/>
              <a:ext cx="3970768"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1F765A34-9DDE-93DA-60B9-EE3CC5965762}"/>
                </a:ext>
              </a:extLst>
            </p:cNvPr>
            <p:cNvSpPr txBox="1"/>
            <p:nvPr/>
          </p:nvSpPr>
          <p:spPr>
            <a:xfrm>
              <a:off x="3785637" y="5540194"/>
              <a:ext cx="4553660" cy="524553"/>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grpSp>
          <p:nvGrpSpPr>
            <p:cNvPr id="81" name="Group 80">
              <a:extLst>
                <a:ext uri="{FF2B5EF4-FFF2-40B4-BE49-F238E27FC236}">
                  <a16:creationId xmlns:a16="http://schemas.microsoft.com/office/drawing/2014/main" id="{1463A80D-E51C-A5EA-42D1-DE51851D7F41}"/>
                </a:ext>
              </a:extLst>
            </p:cNvPr>
            <p:cNvGrpSpPr/>
            <p:nvPr/>
          </p:nvGrpSpPr>
          <p:grpSpPr>
            <a:xfrm>
              <a:off x="3844924" y="2701413"/>
              <a:ext cx="3435095" cy="1749984"/>
              <a:chOff x="3844924" y="2701413"/>
              <a:chExt cx="3435095" cy="1749984"/>
            </a:xfrm>
          </p:grpSpPr>
          <p:sp>
            <p:nvSpPr>
              <p:cNvPr id="82" name="Oval 81">
                <a:extLst>
                  <a:ext uri="{FF2B5EF4-FFF2-40B4-BE49-F238E27FC236}">
                    <a16:creationId xmlns:a16="http://schemas.microsoft.com/office/drawing/2014/main" id="{752E6D73-B437-14AC-21E0-D77066E43262}"/>
                  </a:ext>
                </a:extLst>
              </p:cNvPr>
              <p:cNvSpPr>
                <a:spLocks noChangeAspect="1"/>
              </p:cNvSpPr>
              <p:nvPr/>
            </p:nvSpPr>
            <p:spPr>
              <a:xfrm rot="13433977">
                <a:off x="6616813" y="4361397"/>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3" name="Oval 82">
                <a:extLst>
                  <a:ext uri="{FF2B5EF4-FFF2-40B4-BE49-F238E27FC236}">
                    <a16:creationId xmlns:a16="http://schemas.microsoft.com/office/drawing/2014/main" id="{0920AA93-C00B-BB85-590F-73166BF395F5}"/>
                  </a:ext>
                </a:extLst>
              </p:cNvPr>
              <p:cNvSpPr>
                <a:spLocks noChangeAspect="1"/>
              </p:cNvSpPr>
              <p:nvPr/>
            </p:nvSpPr>
            <p:spPr>
              <a:xfrm rot="13433977">
                <a:off x="7190019" y="4006830"/>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4" name="Oval 83">
                <a:extLst>
                  <a:ext uri="{FF2B5EF4-FFF2-40B4-BE49-F238E27FC236}">
                    <a16:creationId xmlns:a16="http://schemas.microsoft.com/office/drawing/2014/main" id="{3F2CE8E0-B114-883D-D138-7E8C41E70DCF}"/>
                  </a:ext>
                </a:extLst>
              </p:cNvPr>
              <p:cNvSpPr>
                <a:spLocks noChangeAspect="1"/>
              </p:cNvSpPr>
              <p:nvPr/>
            </p:nvSpPr>
            <p:spPr>
              <a:xfrm rot="13433977">
                <a:off x="6725335" y="4007536"/>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5" name="Oval 84">
                <a:extLst>
                  <a:ext uri="{FF2B5EF4-FFF2-40B4-BE49-F238E27FC236}">
                    <a16:creationId xmlns:a16="http://schemas.microsoft.com/office/drawing/2014/main" id="{154E93BF-37E5-9BED-80D2-173D6F296B16}"/>
                  </a:ext>
                </a:extLst>
              </p:cNvPr>
              <p:cNvSpPr>
                <a:spLocks noChangeAspect="1"/>
              </p:cNvSpPr>
              <p:nvPr/>
            </p:nvSpPr>
            <p:spPr>
              <a:xfrm rot="13433977">
                <a:off x="6797424" y="3691527"/>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6" name="Oval 85">
                <a:extLst>
                  <a:ext uri="{FF2B5EF4-FFF2-40B4-BE49-F238E27FC236}">
                    <a16:creationId xmlns:a16="http://schemas.microsoft.com/office/drawing/2014/main" id="{FE5FCE1B-A2D6-6B21-7447-8F76DA60CB12}"/>
                  </a:ext>
                </a:extLst>
              </p:cNvPr>
              <p:cNvSpPr>
                <a:spLocks noChangeAspect="1"/>
              </p:cNvSpPr>
              <p:nvPr/>
            </p:nvSpPr>
            <p:spPr>
              <a:xfrm rot="13433977">
                <a:off x="6307482" y="3959568"/>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7" name="Oval 86">
                <a:extLst>
                  <a:ext uri="{FF2B5EF4-FFF2-40B4-BE49-F238E27FC236}">
                    <a16:creationId xmlns:a16="http://schemas.microsoft.com/office/drawing/2014/main" id="{DDBF37D8-3B9C-4DB0-7157-368D90344B1E}"/>
                  </a:ext>
                </a:extLst>
              </p:cNvPr>
              <p:cNvSpPr>
                <a:spLocks noChangeAspect="1"/>
              </p:cNvSpPr>
              <p:nvPr/>
            </p:nvSpPr>
            <p:spPr>
              <a:xfrm rot="13433977">
                <a:off x="5816778" y="3987311"/>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88" name="Oval 87">
                <a:extLst>
                  <a:ext uri="{FF2B5EF4-FFF2-40B4-BE49-F238E27FC236}">
                    <a16:creationId xmlns:a16="http://schemas.microsoft.com/office/drawing/2014/main" id="{6DDA89FF-9DB8-AB0C-39DF-68653DAC01E6}"/>
                  </a:ext>
                </a:extLst>
              </p:cNvPr>
              <p:cNvSpPr>
                <a:spLocks noChangeAspect="1"/>
              </p:cNvSpPr>
              <p:nvPr/>
            </p:nvSpPr>
            <p:spPr>
              <a:xfrm rot="13433977">
                <a:off x="6097029" y="3454992"/>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89" name="Oval 88">
                <a:extLst>
                  <a:ext uri="{FF2B5EF4-FFF2-40B4-BE49-F238E27FC236}">
                    <a16:creationId xmlns:a16="http://schemas.microsoft.com/office/drawing/2014/main" id="{B5C1902B-BF80-F5EF-6DA0-1A8A6445472A}"/>
                  </a:ext>
                </a:extLst>
              </p:cNvPr>
              <p:cNvSpPr>
                <a:spLocks noChangeAspect="1"/>
              </p:cNvSpPr>
              <p:nvPr/>
            </p:nvSpPr>
            <p:spPr>
              <a:xfrm rot="13433977">
                <a:off x="5734279" y="4314132"/>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0" name="Oval 89">
                <a:extLst>
                  <a:ext uri="{FF2B5EF4-FFF2-40B4-BE49-F238E27FC236}">
                    <a16:creationId xmlns:a16="http://schemas.microsoft.com/office/drawing/2014/main" id="{87D4CB6C-7FB0-64D2-B806-EB9751FBB13F}"/>
                  </a:ext>
                </a:extLst>
              </p:cNvPr>
              <p:cNvSpPr>
                <a:spLocks noChangeAspect="1"/>
              </p:cNvSpPr>
              <p:nvPr/>
            </p:nvSpPr>
            <p:spPr>
              <a:xfrm rot="13433977">
                <a:off x="5799636" y="3522940"/>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1" name="Oval 90">
                <a:extLst>
                  <a:ext uri="{FF2B5EF4-FFF2-40B4-BE49-F238E27FC236}">
                    <a16:creationId xmlns:a16="http://schemas.microsoft.com/office/drawing/2014/main" id="{C53FC793-1561-B722-2012-1B3A6FD3DA04}"/>
                  </a:ext>
                </a:extLst>
              </p:cNvPr>
              <p:cNvSpPr>
                <a:spLocks noChangeAspect="1"/>
              </p:cNvSpPr>
              <p:nvPr/>
            </p:nvSpPr>
            <p:spPr>
              <a:xfrm rot="13433977">
                <a:off x="5902954" y="3174488"/>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2" name="Oval 91">
                <a:extLst>
                  <a:ext uri="{FF2B5EF4-FFF2-40B4-BE49-F238E27FC236}">
                    <a16:creationId xmlns:a16="http://schemas.microsoft.com/office/drawing/2014/main" id="{9F4081C3-C915-F362-F9AC-E1F8FED55E72}"/>
                  </a:ext>
                </a:extLst>
              </p:cNvPr>
              <p:cNvSpPr>
                <a:spLocks noChangeAspect="1"/>
              </p:cNvSpPr>
              <p:nvPr/>
            </p:nvSpPr>
            <p:spPr>
              <a:xfrm rot="13433977">
                <a:off x="4827103" y="3087018"/>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3" name="Oval 92">
                <a:extLst>
                  <a:ext uri="{FF2B5EF4-FFF2-40B4-BE49-F238E27FC236}">
                    <a16:creationId xmlns:a16="http://schemas.microsoft.com/office/drawing/2014/main" id="{E910D9E7-8527-320E-902A-E43795F8BC96}"/>
                  </a:ext>
                </a:extLst>
              </p:cNvPr>
              <p:cNvSpPr>
                <a:spLocks noChangeAspect="1"/>
              </p:cNvSpPr>
              <p:nvPr/>
            </p:nvSpPr>
            <p:spPr>
              <a:xfrm rot="13433977">
                <a:off x="5214494" y="3407727"/>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4" name="Oval 93">
                <a:extLst>
                  <a:ext uri="{FF2B5EF4-FFF2-40B4-BE49-F238E27FC236}">
                    <a16:creationId xmlns:a16="http://schemas.microsoft.com/office/drawing/2014/main" id="{96C61A56-9090-603F-8FDE-E3976DA2D6EA}"/>
                  </a:ext>
                </a:extLst>
              </p:cNvPr>
              <p:cNvSpPr>
                <a:spLocks noChangeAspect="1"/>
              </p:cNvSpPr>
              <p:nvPr/>
            </p:nvSpPr>
            <p:spPr>
              <a:xfrm rot="13433977">
                <a:off x="5202558" y="2937950"/>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5" name="Oval 94">
                <a:extLst>
                  <a:ext uri="{FF2B5EF4-FFF2-40B4-BE49-F238E27FC236}">
                    <a16:creationId xmlns:a16="http://schemas.microsoft.com/office/drawing/2014/main" id="{40B3DD81-84F2-6FDF-3575-8CFF42BC166C}"/>
                  </a:ext>
                </a:extLst>
              </p:cNvPr>
              <p:cNvSpPr>
                <a:spLocks noChangeAspect="1"/>
              </p:cNvSpPr>
              <p:nvPr/>
            </p:nvSpPr>
            <p:spPr>
              <a:xfrm rot="13433977">
                <a:off x="4880674" y="3513535"/>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6" name="Oval 95">
                <a:extLst>
                  <a:ext uri="{FF2B5EF4-FFF2-40B4-BE49-F238E27FC236}">
                    <a16:creationId xmlns:a16="http://schemas.microsoft.com/office/drawing/2014/main" id="{7F480A97-4180-3AAB-BD8A-D962F61725F0}"/>
                  </a:ext>
                </a:extLst>
              </p:cNvPr>
              <p:cNvSpPr>
                <a:spLocks noChangeAspect="1"/>
              </p:cNvSpPr>
              <p:nvPr/>
            </p:nvSpPr>
            <p:spPr>
              <a:xfrm rot="13433977">
                <a:off x="4502162" y="2701413"/>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7" name="Oval 96">
                <a:extLst>
                  <a:ext uri="{FF2B5EF4-FFF2-40B4-BE49-F238E27FC236}">
                    <a16:creationId xmlns:a16="http://schemas.microsoft.com/office/drawing/2014/main" id="{874D0544-54E9-EF15-B68B-4BD06B2C8083}"/>
                  </a:ext>
                </a:extLst>
              </p:cNvPr>
              <p:cNvSpPr>
                <a:spLocks noChangeAspect="1"/>
              </p:cNvSpPr>
              <p:nvPr/>
            </p:nvSpPr>
            <p:spPr>
              <a:xfrm rot="13433977">
                <a:off x="5095567" y="3772406"/>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8" name="Oval 97">
                <a:extLst>
                  <a:ext uri="{FF2B5EF4-FFF2-40B4-BE49-F238E27FC236}">
                    <a16:creationId xmlns:a16="http://schemas.microsoft.com/office/drawing/2014/main" id="{8EF56B41-D65E-8826-C016-FDCD2AE11AF4}"/>
                  </a:ext>
                </a:extLst>
              </p:cNvPr>
              <p:cNvSpPr>
                <a:spLocks noChangeAspect="1"/>
              </p:cNvSpPr>
              <p:nvPr/>
            </p:nvSpPr>
            <p:spPr>
              <a:xfrm rot="13433977">
                <a:off x="4003343" y="3460864"/>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99" name="Oval 98">
                <a:extLst>
                  <a:ext uri="{FF2B5EF4-FFF2-40B4-BE49-F238E27FC236}">
                    <a16:creationId xmlns:a16="http://schemas.microsoft.com/office/drawing/2014/main" id="{EA54EE0F-3CB9-B42E-29DE-6E5FBE0A68EA}"/>
                  </a:ext>
                </a:extLst>
              </p:cNvPr>
              <p:cNvSpPr>
                <a:spLocks noChangeAspect="1"/>
              </p:cNvSpPr>
              <p:nvPr/>
            </p:nvSpPr>
            <p:spPr>
              <a:xfrm rot="13433977">
                <a:off x="4638995" y="3041404"/>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0" name="Oval 99">
                <a:extLst>
                  <a:ext uri="{FF2B5EF4-FFF2-40B4-BE49-F238E27FC236}">
                    <a16:creationId xmlns:a16="http://schemas.microsoft.com/office/drawing/2014/main" id="{A84B8B04-7E36-4323-CC54-722803776C3C}"/>
                  </a:ext>
                </a:extLst>
              </p:cNvPr>
              <p:cNvSpPr>
                <a:spLocks noChangeAspect="1"/>
              </p:cNvSpPr>
              <p:nvPr/>
            </p:nvSpPr>
            <p:spPr>
              <a:xfrm rot="13433977">
                <a:off x="4235992" y="2736919"/>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1" name="Oval 100">
                <a:extLst>
                  <a:ext uri="{FF2B5EF4-FFF2-40B4-BE49-F238E27FC236}">
                    <a16:creationId xmlns:a16="http://schemas.microsoft.com/office/drawing/2014/main" id="{DA613324-B6C0-7F80-A415-0F1D59F5BE0F}"/>
                  </a:ext>
                </a:extLst>
              </p:cNvPr>
              <p:cNvSpPr>
                <a:spLocks noChangeAspect="1"/>
              </p:cNvSpPr>
              <p:nvPr/>
            </p:nvSpPr>
            <p:spPr>
              <a:xfrm rot="13433977">
                <a:off x="3844924" y="2902205"/>
                <a:ext cx="90000" cy="90000"/>
              </a:xfrm>
              <a:prstGeom prst="ellipse">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grpSp>
        <p:grpSp>
          <p:nvGrpSpPr>
            <p:cNvPr id="102" name="Group 101">
              <a:extLst>
                <a:ext uri="{FF2B5EF4-FFF2-40B4-BE49-F238E27FC236}">
                  <a16:creationId xmlns:a16="http://schemas.microsoft.com/office/drawing/2014/main" id="{5605C3E5-9285-EEA2-9449-292F50BA26E9}"/>
                </a:ext>
              </a:extLst>
            </p:cNvPr>
            <p:cNvGrpSpPr/>
            <p:nvPr/>
          </p:nvGrpSpPr>
          <p:grpSpPr>
            <a:xfrm>
              <a:off x="3901269" y="3844002"/>
              <a:ext cx="3435095" cy="1513448"/>
              <a:chOff x="3901269" y="3844002"/>
              <a:chExt cx="3435095" cy="1513448"/>
            </a:xfrm>
          </p:grpSpPr>
          <p:sp>
            <p:nvSpPr>
              <p:cNvPr id="103" name="Oval 102">
                <a:extLst>
                  <a:ext uri="{FF2B5EF4-FFF2-40B4-BE49-F238E27FC236}">
                    <a16:creationId xmlns:a16="http://schemas.microsoft.com/office/drawing/2014/main" id="{6FB7F6D3-E351-A69F-BA6A-A74B47BB6010}"/>
                  </a:ext>
                </a:extLst>
              </p:cNvPr>
              <p:cNvSpPr>
                <a:spLocks noChangeAspect="1"/>
              </p:cNvSpPr>
              <p:nvPr/>
            </p:nvSpPr>
            <p:spPr>
              <a:xfrm rot="13433977">
                <a:off x="6673158" y="5267450"/>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4" name="Oval 103">
                <a:extLst>
                  <a:ext uri="{FF2B5EF4-FFF2-40B4-BE49-F238E27FC236}">
                    <a16:creationId xmlns:a16="http://schemas.microsoft.com/office/drawing/2014/main" id="{F79D9F8B-959B-8C34-1AFF-A3C240B551D7}"/>
                  </a:ext>
                </a:extLst>
              </p:cNvPr>
              <p:cNvSpPr>
                <a:spLocks noChangeAspect="1"/>
              </p:cNvSpPr>
              <p:nvPr/>
            </p:nvSpPr>
            <p:spPr>
              <a:xfrm rot="13433977">
                <a:off x="7246364" y="4821517"/>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5" name="Oval 104">
                <a:extLst>
                  <a:ext uri="{FF2B5EF4-FFF2-40B4-BE49-F238E27FC236}">
                    <a16:creationId xmlns:a16="http://schemas.microsoft.com/office/drawing/2014/main" id="{B96B3226-5969-9041-CBE2-879B6538491C}"/>
                  </a:ext>
                </a:extLst>
              </p:cNvPr>
              <p:cNvSpPr>
                <a:spLocks noChangeAspect="1"/>
              </p:cNvSpPr>
              <p:nvPr/>
            </p:nvSpPr>
            <p:spPr>
              <a:xfrm rot="13433977">
                <a:off x="6781679" y="4739995"/>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6" name="Oval 105">
                <a:extLst>
                  <a:ext uri="{FF2B5EF4-FFF2-40B4-BE49-F238E27FC236}">
                    <a16:creationId xmlns:a16="http://schemas.microsoft.com/office/drawing/2014/main" id="{6DE81F38-66E9-6847-F8D0-5962F3B04814}"/>
                  </a:ext>
                </a:extLst>
              </p:cNvPr>
              <p:cNvSpPr>
                <a:spLocks noChangeAspect="1"/>
              </p:cNvSpPr>
              <p:nvPr/>
            </p:nvSpPr>
            <p:spPr>
              <a:xfrm rot="13433977">
                <a:off x="6853769" y="4597579"/>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7" name="Oval 106">
                <a:extLst>
                  <a:ext uri="{FF2B5EF4-FFF2-40B4-BE49-F238E27FC236}">
                    <a16:creationId xmlns:a16="http://schemas.microsoft.com/office/drawing/2014/main" id="{9342A263-C50E-3E6F-AA15-464C2F330295}"/>
                  </a:ext>
                </a:extLst>
              </p:cNvPr>
              <p:cNvSpPr>
                <a:spLocks noChangeAspect="1"/>
              </p:cNvSpPr>
              <p:nvPr/>
            </p:nvSpPr>
            <p:spPr>
              <a:xfrm rot="13433977">
                <a:off x="6363828" y="4883892"/>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8" name="Oval 107">
                <a:extLst>
                  <a:ext uri="{FF2B5EF4-FFF2-40B4-BE49-F238E27FC236}">
                    <a16:creationId xmlns:a16="http://schemas.microsoft.com/office/drawing/2014/main" id="{559EB6BF-BE63-4048-3CA0-57D689BD2D4D}"/>
                  </a:ext>
                </a:extLst>
              </p:cNvPr>
              <p:cNvSpPr>
                <a:spLocks noChangeAspect="1"/>
              </p:cNvSpPr>
              <p:nvPr/>
            </p:nvSpPr>
            <p:spPr>
              <a:xfrm rot="13433977">
                <a:off x="5873124" y="4893363"/>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09" name="Oval 108">
                <a:extLst>
                  <a:ext uri="{FF2B5EF4-FFF2-40B4-BE49-F238E27FC236}">
                    <a16:creationId xmlns:a16="http://schemas.microsoft.com/office/drawing/2014/main" id="{5904CC0B-1D63-8D10-C5E9-D62737697687}"/>
                  </a:ext>
                </a:extLst>
              </p:cNvPr>
              <p:cNvSpPr>
                <a:spLocks noChangeAspect="1"/>
              </p:cNvSpPr>
              <p:nvPr/>
            </p:nvSpPr>
            <p:spPr>
              <a:xfrm rot="13433977">
                <a:off x="6153375" y="4361045"/>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110" name="Oval 109">
                <a:extLst>
                  <a:ext uri="{FF2B5EF4-FFF2-40B4-BE49-F238E27FC236}">
                    <a16:creationId xmlns:a16="http://schemas.microsoft.com/office/drawing/2014/main" id="{9C6CCD24-F4A3-3464-CA1F-04F6D25474DB}"/>
                  </a:ext>
                </a:extLst>
              </p:cNvPr>
              <p:cNvSpPr>
                <a:spLocks noChangeAspect="1"/>
              </p:cNvSpPr>
              <p:nvPr/>
            </p:nvSpPr>
            <p:spPr>
              <a:xfrm rot="13433977">
                <a:off x="5790625" y="4717681"/>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1" name="Oval 110">
                <a:extLst>
                  <a:ext uri="{FF2B5EF4-FFF2-40B4-BE49-F238E27FC236}">
                    <a16:creationId xmlns:a16="http://schemas.microsoft.com/office/drawing/2014/main" id="{B70BAA50-C03F-F297-204B-2565A962F7E1}"/>
                  </a:ext>
                </a:extLst>
              </p:cNvPr>
              <p:cNvSpPr>
                <a:spLocks noChangeAspect="1"/>
              </p:cNvSpPr>
              <p:nvPr/>
            </p:nvSpPr>
            <p:spPr>
              <a:xfrm rot="13433977">
                <a:off x="5855980" y="3899078"/>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2" name="Oval 111">
                <a:extLst>
                  <a:ext uri="{FF2B5EF4-FFF2-40B4-BE49-F238E27FC236}">
                    <a16:creationId xmlns:a16="http://schemas.microsoft.com/office/drawing/2014/main" id="{11334469-D5D7-485F-1FCD-3CE951F53FE9}"/>
                  </a:ext>
                </a:extLst>
              </p:cNvPr>
              <p:cNvSpPr>
                <a:spLocks noChangeAspect="1"/>
              </p:cNvSpPr>
              <p:nvPr/>
            </p:nvSpPr>
            <p:spPr>
              <a:xfrm rot="13433977">
                <a:off x="5959298" y="4427723"/>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3" name="Oval 112">
                <a:extLst>
                  <a:ext uri="{FF2B5EF4-FFF2-40B4-BE49-F238E27FC236}">
                    <a16:creationId xmlns:a16="http://schemas.microsoft.com/office/drawing/2014/main" id="{BE685A14-E85A-6A66-C92B-1E1D865BBCDA}"/>
                  </a:ext>
                </a:extLst>
              </p:cNvPr>
              <p:cNvSpPr>
                <a:spLocks noChangeAspect="1"/>
              </p:cNvSpPr>
              <p:nvPr/>
            </p:nvSpPr>
            <p:spPr>
              <a:xfrm rot="13433977">
                <a:off x="4883447" y="3993069"/>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4" name="Oval 113">
                <a:extLst>
                  <a:ext uri="{FF2B5EF4-FFF2-40B4-BE49-F238E27FC236}">
                    <a16:creationId xmlns:a16="http://schemas.microsoft.com/office/drawing/2014/main" id="{678BDE89-9B02-0513-8EC7-F9D3E6BE5646}"/>
                  </a:ext>
                </a:extLst>
              </p:cNvPr>
              <p:cNvSpPr>
                <a:spLocks noChangeAspect="1"/>
              </p:cNvSpPr>
              <p:nvPr/>
            </p:nvSpPr>
            <p:spPr>
              <a:xfrm rot="13433977">
                <a:off x="5270839" y="4176733"/>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5" name="Oval 114">
                <a:extLst>
                  <a:ext uri="{FF2B5EF4-FFF2-40B4-BE49-F238E27FC236}">
                    <a16:creationId xmlns:a16="http://schemas.microsoft.com/office/drawing/2014/main" id="{36A7888F-61A6-6061-6F0F-D8616445D71A}"/>
                  </a:ext>
                </a:extLst>
              </p:cNvPr>
              <p:cNvSpPr>
                <a:spLocks noChangeAspect="1"/>
              </p:cNvSpPr>
              <p:nvPr/>
            </p:nvSpPr>
            <p:spPr>
              <a:xfrm rot="13433977">
                <a:off x="5258905" y="3844002"/>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6" name="Oval 115">
                <a:extLst>
                  <a:ext uri="{FF2B5EF4-FFF2-40B4-BE49-F238E27FC236}">
                    <a16:creationId xmlns:a16="http://schemas.microsoft.com/office/drawing/2014/main" id="{E3EF43B3-7751-8701-BDDB-E09B50B8316D}"/>
                  </a:ext>
                </a:extLst>
              </p:cNvPr>
              <p:cNvSpPr>
                <a:spLocks noChangeAspect="1"/>
              </p:cNvSpPr>
              <p:nvPr/>
            </p:nvSpPr>
            <p:spPr>
              <a:xfrm rot="13433977">
                <a:off x="4937021" y="4419586"/>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7" name="Oval 116">
                <a:extLst>
                  <a:ext uri="{FF2B5EF4-FFF2-40B4-BE49-F238E27FC236}">
                    <a16:creationId xmlns:a16="http://schemas.microsoft.com/office/drawing/2014/main" id="{39949EE9-1746-C268-7E02-EBDF07F673D3}"/>
                  </a:ext>
                </a:extLst>
              </p:cNvPr>
              <p:cNvSpPr>
                <a:spLocks noChangeAspect="1"/>
              </p:cNvSpPr>
              <p:nvPr/>
            </p:nvSpPr>
            <p:spPr>
              <a:xfrm rot="13433977">
                <a:off x="4558508" y="4137378"/>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8" name="Oval 117">
                <a:extLst>
                  <a:ext uri="{FF2B5EF4-FFF2-40B4-BE49-F238E27FC236}">
                    <a16:creationId xmlns:a16="http://schemas.microsoft.com/office/drawing/2014/main" id="{48E8E29E-A8EF-E38E-F33C-5C74F630F3F7}"/>
                  </a:ext>
                </a:extLst>
              </p:cNvPr>
              <p:cNvSpPr>
                <a:spLocks noChangeAspect="1"/>
              </p:cNvSpPr>
              <p:nvPr/>
            </p:nvSpPr>
            <p:spPr>
              <a:xfrm rot="13433977">
                <a:off x="5151913" y="4678459"/>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19" name="Oval 118">
                <a:extLst>
                  <a:ext uri="{FF2B5EF4-FFF2-40B4-BE49-F238E27FC236}">
                    <a16:creationId xmlns:a16="http://schemas.microsoft.com/office/drawing/2014/main" id="{85727151-98D0-A8D4-605A-19A804372940}"/>
                  </a:ext>
                </a:extLst>
              </p:cNvPr>
              <p:cNvSpPr>
                <a:spLocks noChangeAspect="1"/>
              </p:cNvSpPr>
              <p:nvPr/>
            </p:nvSpPr>
            <p:spPr>
              <a:xfrm rot="13433977">
                <a:off x="4059688" y="3992322"/>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0" name="Oval 119">
                <a:extLst>
                  <a:ext uri="{FF2B5EF4-FFF2-40B4-BE49-F238E27FC236}">
                    <a16:creationId xmlns:a16="http://schemas.microsoft.com/office/drawing/2014/main" id="{B258992A-78F5-A70F-9208-2528DF22CA23}"/>
                  </a:ext>
                </a:extLst>
              </p:cNvPr>
              <p:cNvSpPr>
                <a:spLocks noChangeAspect="1"/>
              </p:cNvSpPr>
              <p:nvPr/>
            </p:nvSpPr>
            <p:spPr>
              <a:xfrm rot="13433977">
                <a:off x="4695341" y="4660103"/>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1" name="Oval 120">
                <a:extLst>
                  <a:ext uri="{FF2B5EF4-FFF2-40B4-BE49-F238E27FC236}">
                    <a16:creationId xmlns:a16="http://schemas.microsoft.com/office/drawing/2014/main" id="{91BF0A89-CDD6-4B00-0138-170E39AEA223}"/>
                  </a:ext>
                </a:extLst>
              </p:cNvPr>
              <p:cNvSpPr>
                <a:spLocks noChangeAspect="1"/>
              </p:cNvSpPr>
              <p:nvPr/>
            </p:nvSpPr>
            <p:spPr>
              <a:xfrm rot="13433977">
                <a:off x="4292336" y="3880531"/>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2" name="Oval 121">
                <a:extLst>
                  <a:ext uri="{FF2B5EF4-FFF2-40B4-BE49-F238E27FC236}">
                    <a16:creationId xmlns:a16="http://schemas.microsoft.com/office/drawing/2014/main" id="{A68FB65A-3A64-3366-4B55-116E7787ADCB}"/>
                  </a:ext>
                </a:extLst>
              </p:cNvPr>
              <p:cNvSpPr>
                <a:spLocks noChangeAspect="1"/>
              </p:cNvSpPr>
              <p:nvPr/>
            </p:nvSpPr>
            <p:spPr>
              <a:xfrm rot="13433977">
                <a:off x="3901269" y="4383854"/>
                <a:ext cx="90000" cy="90000"/>
              </a:xfrm>
              <a:prstGeom prst="ellipse">
                <a:avLst/>
              </a:prstGeom>
              <a:solidFill>
                <a:srgbClr val="EDCB22"/>
              </a:solidFill>
              <a:ln>
                <a:solidFill>
                  <a:srgbClr val="EDCB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grpSp>
        <p:grpSp>
          <p:nvGrpSpPr>
            <p:cNvPr id="123" name="Group 122">
              <a:extLst>
                <a:ext uri="{FF2B5EF4-FFF2-40B4-BE49-F238E27FC236}">
                  <a16:creationId xmlns:a16="http://schemas.microsoft.com/office/drawing/2014/main" id="{4FE299AB-C79B-C60D-6247-B82C924E04C1}"/>
                </a:ext>
              </a:extLst>
            </p:cNvPr>
            <p:cNvGrpSpPr/>
            <p:nvPr/>
          </p:nvGrpSpPr>
          <p:grpSpPr>
            <a:xfrm>
              <a:off x="3957610" y="2182652"/>
              <a:ext cx="3435095" cy="1513448"/>
              <a:chOff x="3957610" y="2182652"/>
              <a:chExt cx="3435095" cy="1513448"/>
            </a:xfrm>
          </p:grpSpPr>
          <p:sp>
            <p:nvSpPr>
              <p:cNvPr id="124" name="Oval 123">
                <a:extLst>
                  <a:ext uri="{FF2B5EF4-FFF2-40B4-BE49-F238E27FC236}">
                    <a16:creationId xmlns:a16="http://schemas.microsoft.com/office/drawing/2014/main" id="{3BE9E283-01B6-82F3-0F53-94B8DF71AE19}"/>
                  </a:ext>
                </a:extLst>
              </p:cNvPr>
              <p:cNvSpPr>
                <a:spLocks noChangeAspect="1"/>
              </p:cNvSpPr>
              <p:nvPr/>
            </p:nvSpPr>
            <p:spPr>
              <a:xfrm rot="13433977">
                <a:off x="6774541" y="3606100"/>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5" name="Oval 124">
                <a:extLst>
                  <a:ext uri="{FF2B5EF4-FFF2-40B4-BE49-F238E27FC236}">
                    <a16:creationId xmlns:a16="http://schemas.microsoft.com/office/drawing/2014/main" id="{45C0D384-C4A6-BB61-B4A4-39C8ABDBB357}"/>
                  </a:ext>
                </a:extLst>
              </p:cNvPr>
              <p:cNvSpPr>
                <a:spLocks noChangeAspect="1"/>
              </p:cNvSpPr>
              <p:nvPr/>
            </p:nvSpPr>
            <p:spPr>
              <a:xfrm rot="13433977">
                <a:off x="7302705" y="3160167"/>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6" name="Oval 125">
                <a:extLst>
                  <a:ext uri="{FF2B5EF4-FFF2-40B4-BE49-F238E27FC236}">
                    <a16:creationId xmlns:a16="http://schemas.microsoft.com/office/drawing/2014/main" id="{88E68375-8C10-93D4-E9B4-01D80C26172F}"/>
                  </a:ext>
                </a:extLst>
              </p:cNvPr>
              <p:cNvSpPr>
                <a:spLocks noChangeAspect="1"/>
              </p:cNvSpPr>
              <p:nvPr/>
            </p:nvSpPr>
            <p:spPr>
              <a:xfrm rot="13433977">
                <a:off x="6950600" y="3078645"/>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7" name="Oval 126">
                <a:extLst>
                  <a:ext uri="{FF2B5EF4-FFF2-40B4-BE49-F238E27FC236}">
                    <a16:creationId xmlns:a16="http://schemas.microsoft.com/office/drawing/2014/main" id="{A0EF24DE-EA9A-E7B1-983D-0A1DB1CECB17}"/>
                  </a:ext>
                </a:extLst>
              </p:cNvPr>
              <p:cNvSpPr>
                <a:spLocks noChangeAspect="1"/>
              </p:cNvSpPr>
              <p:nvPr/>
            </p:nvSpPr>
            <p:spPr>
              <a:xfrm rot="13433977">
                <a:off x="7126658" y="2936229"/>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8" name="Oval 127">
                <a:extLst>
                  <a:ext uri="{FF2B5EF4-FFF2-40B4-BE49-F238E27FC236}">
                    <a16:creationId xmlns:a16="http://schemas.microsoft.com/office/drawing/2014/main" id="{880A5ED8-B72F-CDE3-3E53-EA767E9CA205}"/>
                  </a:ext>
                </a:extLst>
              </p:cNvPr>
              <p:cNvSpPr>
                <a:spLocks noChangeAspect="1"/>
              </p:cNvSpPr>
              <p:nvPr/>
            </p:nvSpPr>
            <p:spPr>
              <a:xfrm rot="13433977">
                <a:off x="6598483" y="3094626"/>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29" name="Oval 128">
                <a:extLst>
                  <a:ext uri="{FF2B5EF4-FFF2-40B4-BE49-F238E27FC236}">
                    <a16:creationId xmlns:a16="http://schemas.microsoft.com/office/drawing/2014/main" id="{61DEDB7A-65EB-A63A-FBFB-0DDAA8B477A4}"/>
                  </a:ext>
                </a:extLst>
              </p:cNvPr>
              <p:cNvSpPr>
                <a:spLocks noChangeAspect="1"/>
              </p:cNvSpPr>
              <p:nvPr/>
            </p:nvSpPr>
            <p:spPr>
              <a:xfrm rot="13433977">
                <a:off x="5718192" y="2574187"/>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0" name="Oval 129">
                <a:extLst>
                  <a:ext uri="{FF2B5EF4-FFF2-40B4-BE49-F238E27FC236}">
                    <a16:creationId xmlns:a16="http://schemas.microsoft.com/office/drawing/2014/main" id="{B6133FD6-444D-C75E-2AF2-1BE5F57DA769}"/>
                  </a:ext>
                </a:extLst>
              </p:cNvPr>
              <p:cNvSpPr>
                <a:spLocks noChangeAspect="1"/>
              </p:cNvSpPr>
              <p:nvPr/>
            </p:nvSpPr>
            <p:spPr>
              <a:xfrm rot="13433977">
                <a:off x="6422425" y="2699695"/>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dirty="0"/>
              </a:p>
            </p:txBody>
          </p:sp>
          <p:sp>
            <p:nvSpPr>
              <p:cNvPr id="131" name="Oval 130">
                <a:extLst>
                  <a:ext uri="{FF2B5EF4-FFF2-40B4-BE49-F238E27FC236}">
                    <a16:creationId xmlns:a16="http://schemas.microsoft.com/office/drawing/2014/main" id="{834BBB55-A3F6-A49C-D479-CE84F752E6AF}"/>
                  </a:ext>
                </a:extLst>
              </p:cNvPr>
              <p:cNvSpPr>
                <a:spLocks noChangeAspect="1"/>
              </p:cNvSpPr>
              <p:nvPr/>
            </p:nvSpPr>
            <p:spPr>
              <a:xfrm rot="13433977">
                <a:off x="5894250" y="3056331"/>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2" name="Oval 131">
                <a:extLst>
                  <a:ext uri="{FF2B5EF4-FFF2-40B4-BE49-F238E27FC236}">
                    <a16:creationId xmlns:a16="http://schemas.microsoft.com/office/drawing/2014/main" id="{BDD92241-8405-6CFE-E921-4F0E883286A8}"/>
                  </a:ext>
                </a:extLst>
              </p:cNvPr>
              <p:cNvSpPr>
                <a:spLocks noChangeAspect="1"/>
              </p:cNvSpPr>
              <p:nvPr/>
            </p:nvSpPr>
            <p:spPr>
              <a:xfrm rot="13433977">
                <a:off x="6070309" y="2237728"/>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3" name="Oval 132">
                <a:extLst>
                  <a:ext uri="{FF2B5EF4-FFF2-40B4-BE49-F238E27FC236}">
                    <a16:creationId xmlns:a16="http://schemas.microsoft.com/office/drawing/2014/main" id="{DE120D14-59FC-DB29-20E0-130F80318BDD}"/>
                  </a:ext>
                </a:extLst>
              </p:cNvPr>
              <p:cNvSpPr>
                <a:spLocks noChangeAspect="1"/>
              </p:cNvSpPr>
              <p:nvPr/>
            </p:nvSpPr>
            <p:spPr>
              <a:xfrm rot="13433977">
                <a:off x="6246367" y="2766373"/>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4" name="Oval 133">
                <a:extLst>
                  <a:ext uri="{FF2B5EF4-FFF2-40B4-BE49-F238E27FC236}">
                    <a16:creationId xmlns:a16="http://schemas.microsoft.com/office/drawing/2014/main" id="{F62BF512-ACC6-0280-42FF-C5C436B7F12D}"/>
                  </a:ext>
                </a:extLst>
              </p:cNvPr>
              <p:cNvSpPr>
                <a:spLocks noChangeAspect="1"/>
              </p:cNvSpPr>
              <p:nvPr/>
            </p:nvSpPr>
            <p:spPr>
              <a:xfrm rot="13433977">
                <a:off x="4837901" y="2331719"/>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5" name="Oval 134">
                <a:extLst>
                  <a:ext uri="{FF2B5EF4-FFF2-40B4-BE49-F238E27FC236}">
                    <a16:creationId xmlns:a16="http://schemas.microsoft.com/office/drawing/2014/main" id="{08EEA534-E98A-F8A9-FF83-A875E6757C0A}"/>
                  </a:ext>
                </a:extLst>
              </p:cNvPr>
              <p:cNvSpPr>
                <a:spLocks noChangeAspect="1"/>
              </p:cNvSpPr>
              <p:nvPr/>
            </p:nvSpPr>
            <p:spPr>
              <a:xfrm rot="13433977">
                <a:off x="5542134" y="2844294"/>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6" name="Oval 135">
                <a:extLst>
                  <a:ext uri="{FF2B5EF4-FFF2-40B4-BE49-F238E27FC236}">
                    <a16:creationId xmlns:a16="http://schemas.microsoft.com/office/drawing/2014/main" id="{5822E7F7-74CF-AAE5-5213-33D480C3AACC}"/>
                  </a:ext>
                </a:extLst>
              </p:cNvPr>
              <p:cNvSpPr>
                <a:spLocks noChangeAspect="1"/>
              </p:cNvSpPr>
              <p:nvPr/>
            </p:nvSpPr>
            <p:spPr>
              <a:xfrm rot="13433977">
                <a:off x="5366076" y="2182652"/>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7" name="Oval 136">
                <a:extLst>
                  <a:ext uri="{FF2B5EF4-FFF2-40B4-BE49-F238E27FC236}">
                    <a16:creationId xmlns:a16="http://schemas.microsoft.com/office/drawing/2014/main" id="{76ACCFF7-B05D-6DC5-9576-3953169AE9A2}"/>
                  </a:ext>
                </a:extLst>
              </p:cNvPr>
              <p:cNvSpPr>
                <a:spLocks noChangeAspect="1"/>
              </p:cNvSpPr>
              <p:nvPr/>
            </p:nvSpPr>
            <p:spPr>
              <a:xfrm rot="13433977">
                <a:off x="5013959" y="2758236"/>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8" name="Oval 137">
                <a:extLst>
                  <a:ext uri="{FF2B5EF4-FFF2-40B4-BE49-F238E27FC236}">
                    <a16:creationId xmlns:a16="http://schemas.microsoft.com/office/drawing/2014/main" id="{F678DF40-84E8-2C1B-CC80-E2F3D6F423C9}"/>
                  </a:ext>
                </a:extLst>
              </p:cNvPr>
              <p:cNvSpPr>
                <a:spLocks noChangeAspect="1"/>
              </p:cNvSpPr>
              <p:nvPr/>
            </p:nvSpPr>
            <p:spPr>
              <a:xfrm rot="13433977">
                <a:off x="4485785" y="2686166"/>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39" name="Oval 138">
                <a:extLst>
                  <a:ext uri="{FF2B5EF4-FFF2-40B4-BE49-F238E27FC236}">
                    <a16:creationId xmlns:a16="http://schemas.microsoft.com/office/drawing/2014/main" id="{07EA219A-93A6-E9F2-7848-D8634C0C0091}"/>
                  </a:ext>
                </a:extLst>
              </p:cNvPr>
              <p:cNvSpPr>
                <a:spLocks noChangeAspect="1"/>
              </p:cNvSpPr>
              <p:nvPr/>
            </p:nvSpPr>
            <p:spPr>
              <a:xfrm rot="13433977">
                <a:off x="5190018" y="2505469"/>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40" name="Oval 139">
                <a:extLst>
                  <a:ext uri="{FF2B5EF4-FFF2-40B4-BE49-F238E27FC236}">
                    <a16:creationId xmlns:a16="http://schemas.microsoft.com/office/drawing/2014/main" id="{7606CA45-45A9-36D1-237D-511BD786D042}"/>
                  </a:ext>
                </a:extLst>
              </p:cNvPr>
              <p:cNvSpPr>
                <a:spLocks noChangeAspect="1"/>
              </p:cNvSpPr>
              <p:nvPr/>
            </p:nvSpPr>
            <p:spPr>
              <a:xfrm rot="13433977">
                <a:off x="4133668" y="2330972"/>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41" name="Oval 140">
                <a:extLst>
                  <a:ext uri="{FF2B5EF4-FFF2-40B4-BE49-F238E27FC236}">
                    <a16:creationId xmlns:a16="http://schemas.microsoft.com/office/drawing/2014/main" id="{A09EF730-4BE3-1059-BA0B-63DB1226789A}"/>
                  </a:ext>
                </a:extLst>
              </p:cNvPr>
              <p:cNvSpPr>
                <a:spLocks noChangeAspect="1"/>
              </p:cNvSpPr>
              <p:nvPr/>
            </p:nvSpPr>
            <p:spPr>
              <a:xfrm rot="13433977">
                <a:off x="4661843" y="2998753"/>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42" name="Oval 141">
                <a:extLst>
                  <a:ext uri="{FF2B5EF4-FFF2-40B4-BE49-F238E27FC236}">
                    <a16:creationId xmlns:a16="http://schemas.microsoft.com/office/drawing/2014/main" id="{7B2EA183-82D5-2EBB-80B6-56C5F305E1B9}"/>
                  </a:ext>
                </a:extLst>
              </p:cNvPr>
              <p:cNvSpPr>
                <a:spLocks noChangeAspect="1"/>
              </p:cNvSpPr>
              <p:nvPr/>
            </p:nvSpPr>
            <p:spPr>
              <a:xfrm rot="13433977">
                <a:off x="4309726" y="2694275"/>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143" name="Oval 142">
                <a:extLst>
                  <a:ext uri="{FF2B5EF4-FFF2-40B4-BE49-F238E27FC236}">
                    <a16:creationId xmlns:a16="http://schemas.microsoft.com/office/drawing/2014/main" id="{609A9382-6005-20F4-D010-721C898418AF}"/>
                  </a:ext>
                </a:extLst>
              </p:cNvPr>
              <p:cNvSpPr>
                <a:spLocks noChangeAspect="1"/>
              </p:cNvSpPr>
              <p:nvPr/>
            </p:nvSpPr>
            <p:spPr>
              <a:xfrm rot="13433977">
                <a:off x="3957610" y="2722504"/>
                <a:ext cx="90000" cy="90000"/>
              </a:xfrm>
              <a:prstGeom prst="ellipse">
                <a:avLst/>
              </a:prstGeom>
              <a:solidFill>
                <a:srgbClr val="E5A238"/>
              </a:solidFill>
              <a:ln>
                <a:solidFill>
                  <a:srgbClr val="E5A2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grpSp>
        <p:grpSp>
          <p:nvGrpSpPr>
            <p:cNvPr id="144" name="Group 143">
              <a:extLst>
                <a:ext uri="{FF2B5EF4-FFF2-40B4-BE49-F238E27FC236}">
                  <a16:creationId xmlns:a16="http://schemas.microsoft.com/office/drawing/2014/main" id="{1837CDF5-73E2-99A9-F13D-142151C3D79C}"/>
                </a:ext>
              </a:extLst>
            </p:cNvPr>
            <p:cNvGrpSpPr/>
            <p:nvPr/>
          </p:nvGrpSpPr>
          <p:grpSpPr>
            <a:xfrm>
              <a:off x="3629520" y="1945179"/>
              <a:ext cx="3667893" cy="3530141"/>
              <a:chOff x="5696191" y="3995420"/>
              <a:chExt cx="1240805" cy="1275443"/>
            </a:xfrm>
          </p:grpSpPr>
          <p:cxnSp>
            <p:nvCxnSpPr>
              <p:cNvPr id="145" name="Straight Connector 144">
                <a:extLst>
                  <a:ext uri="{FF2B5EF4-FFF2-40B4-BE49-F238E27FC236}">
                    <a16:creationId xmlns:a16="http://schemas.microsoft.com/office/drawing/2014/main" id="{1EBA04AC-0A20-2122-9D10-9D876E376E40}"/>
                  </a:ext>
                </a:extLst>
              </p:cNvPr>
              <p:cNvCxnSpPr>
                <a:cxnSpLocks/>
              </p:cNvCxnSpPr>
              <p:nvPr/>
            </p:nvCxnSpPr>
            <p:spPr>
              <a:xfrm rot="13460195" flipH="1">
                <a:off x="5696191" y="3995420"/>
                <a:ext cx="1240805" cy="657040"/>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96D9758F-C94B-B137-BA39-758688AAAFA5}"/>
                  </a:ext>
                </a:extLst>
              </p:cNvPr>
              <p:cNvCxnSpPr>
                <a:cxnSpLocks/>
              </p:cNvCxnSpPr>
              <p:nvPr/>
            </p:nvCxnSpPr>
            <p:spPr>
              <a:xfrm rot="13460195" flipH="1">
                <a:off x="5696191" y="4286466"/>
                <a:ext cx="1240805" cy="657040"/>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E9AB1D6-52E2-F77A-E000-0CD0A9AD8723}"/>
                  </a:ext>
                </a:extLst>
              </p:cNvPr>
              <p:cNvCxnSpPr>
                <a:cxnSpLocks/>
              </p:cNvCxnSpPr>
              <p:nvPr/>
            </p:nvCxnSpPr>
            <p:spPr>
              <a:xfrm rot="13460195" flipH="1">
                <a:off x="5696191" y="4613823"/>
                <a:ext cx="1240805" cy="657040"/>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grpSp>
        <p:sp>
          <p:nvSpPr>
            <p:cNvPr id="148" name="TextBox 147">
              <a:extLst>
                <a:ext uri="{FF2B5EF4-FFF2-40B4-BE49-F238E27FC236}">
                  <a16:creationId xmlns:a16="http://schemas.microsoft.com/office/drawing/2014/main" id="{9EFDB865-F05D-6F85-7171-06CC77BD5320}"/>
                </a:ext>
              </a:extLst>
            </p:cNvPr>
            <p:cNvSpPr txBox="1"/>
            <p:nvPr/>
          </p:nvSpPr>
          <p:spPr>
            <a:xfrm>
              <a:off x="7496945" y="5000076"/>
              <a:ext cx="3457619" cy="400110"/>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Devon</a:t>
              </a:r>
            </a:p>
          </p:txBody>
        </p:sp>
        <p:sp>
          <p:nvSpPr>
            <p:cNvPr id="149" name="TextBox 148">
              <a:extLst>
                <a:ext uri="{FF2B5EF4-FFF2-40B4-BE49-F238E27FC236}">
                  <a16:creationId xmlns:a16="http://schemas.microsoft.com/office/drawing/2014/main" id="{5EF03DBF-5357-48F8-E3F2-09D04BA0902C}"/>
                </a:ext>
              </a:extLst>
            </p:cNvPr>
            <p:cNvSpPr txBox="1"/>
            <p:nvPr/>
          </p:nvSpPr>
          <p:spPr>
            <a:xfrm>
              <a:off x="7486267" y="4092384"/>
              <a:ext cx="3457619" cy="400110"/>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Somerset</a:t>
              </a:r>
            </a:p>
          </p:txBody>
        </p:sp>
        <p:sp>
          <p:nvSpPr>
            <p:cNvPr id="150" name="TextBox 149">
              <a:extLst>
                <a:ext uri="{FF2B5EF4-FFF2-40B4-BE49-F238E27FC236}">
                  <a16:creationId xmlns:a16="http://schemas.microsoft.com/office/drawing/2014/main" id="{F601F81E-8F37-8830-C5F6-9A0035ACD8CF}"/>
                </a:ext>
              </a:extLst>
            </p:cNvPr>
            <p:cNvSpPr txBox="1"/>
            <p:nvPr/>
          </p:nvSpPr>
          <p:spPr>
            <a:xfrm>
              <a:off x="7502287" y="3307498"/>
              <a:ext cx="3457619" cy="400110"/>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Cornwall</a:t>
              </a:r>
            </a:p>
          </p:txBody>
        </p:sp>
        <p:sp>
          <p:nvSpPr>
            <p:cNvPr id="151" name="Oval 150">
              <a:extLst>
                <a:ext uri="{FF2B5EF4-FFF2-40B4-BE49-F238E27FC236}">
                  <a16:creationId xmlns:a16="http://schemas.microsoft.com/office/drawing/2014/main" id="{35FF3890-AA5D-DE78-D2B8-9F5B83C39720}"/>
                </a:ext>
              </a:extLst>
            </p:cNvPr>
            <p:cNvSpPr>
              <a:spLocks noChangeAspect="1"/>
            </p:cNvSpPr>
            <p:nvPr/>
          </p:nvSpPr>
          <p:spPr>
            <a:xfrm>
              <a:off x="3472854" y="2109782"/>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152" name="Straight Connector 151">
              <a:extLst>
                <a:ext uri="{FF2B5EF4-FFF2-40B4-BE49-F238E27FC236}">
                  <a16:creationId xmlns:a16="http://schemas.microsoft.com/office/drawing/2014/main" id="{CB220E1D-52CC-BD77-22D7-7FBF2D344B94}"/>
                </a:ext>
              </a:extLst>
            </p:cNvPr>
            <p:cNvCxnSpPr>
              <a:cxnSpLocks/>
            </p:cNvCxnSpPr>
            <p:nvPr/>
          </p:nvCxnSpPr>
          <p:spPr>
            <a:xfrm>
              <a:off x="3595842" y="1921232"/>
              <a:ext cx="0" cy="60960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sp>
          <p:nvSpPr>
            <p:cNvPr id="153" name="Oval 152">
              <a:extLst>
                <a:ext uri="{FF2B5EF4-FFF2-40B4-BE49-F238E27FC236}">
                  <a16:creationId xmlns:a16="http://schemas.microsoft.com/office/drawing/2014/main" id="{758078DA-1DF1-AC40-E8A6-09DA5DC39865}"/>
                </a:ext>
              </a:extLst>
            </p:cNvPr>
            <p:cNvSpPr>
              <a:spLocks noChangeAspect="1"/>
            </p:cNvSpPr>
            <p:nvPr/>
          </p:nvSpPr>
          <p:spPr>
            <a:xfrm>
              <a:off x="3446702" y="2916871"/>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154" name="Straight Connector 153">
              <a:extLst>
                <a:ext uri="{FF2B5EF4-FFF2-40B4-BE49-F238E27FC236}">
                  <a16:creationId xmlns:a16="http://schemas.microsoft.com/office/drawing/2014/main" id="{DBB58632-3626-71AF-7F10-B025B7E6AAE1}"/>
                </a:ext>
              </a:extLst>
            </p:cNvPr>
            <p:cNvCxnSpPr>
              <a:cxnSpLocks/>
            </p:cNvCxnSpPr>
            <p:nvPr/>
          </p:nvCxnSpPr>
          <p:spPr>
            <a:xfrm>
              <a:off x="3569690" y="2728321"/>
              <a:ext cx="0" cy="60960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sp>
          <p:nvSpPr>
            <p:cNvPr id="155" name="Oval 154">
              <a:extLst>
                <a:ext uri="{FF2B5EF4-FFF2-40B4-BE49-F238E27FC236}">
                  <a16:creationId xmlns:a16="http://schemas.microsoft.com/office/drawing/2014/main" id="{AD58B193-0F35-051C-07CC-678951B242A3}"/>
                </a:ext>
              </a:extLst>
            </p:cNvPr>
            <p:cNvSpPr>
              <a:spLocks noChangeAspect="1"/>
            </p:cNvSpPr>
            <p:nvPr/>
          </p:nvSpPr>
          <p:spPr>
            <a:xfrm>
              <a:off x="3447604" y="3821351"/>
              <a:ext cx="236268" cy="234765"/>
            </a:xfrm>
            <a:prstGeom prst="ellipse">
              <a:avLst/>
            </a:prstGeom>
            <a:solidFill>
              <a:srgbClr val="709A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cxnSp>
          <p:nvCxnSpPr>
            <p:cNvPr id="156" name="Straight Connector 155">
              <a:extLst>
                <a:ext uri="{FF2B5EF4-FFF2-40B4-BE49-F238E27FC236}">
                  <a16:creationId xmlns:a16="http://schemas.microsoft.com/office/drawing/2014/main" id="{42F7FBE4-E478-CE41-A125-13B5C9954542}"/>
                </a:ext>
              </a:extLst>
            </p:cNvPr>
            <p:cNvCxnSpPr>
              <a:cxnSpLocks/>
            </p:cNvCxnSpPr>
            <p:nvPr/>
          </p:nvCxnSpPr>
          <p:spPr>
            <a:xfrm>
              <a:off x="3570592" y="3632801"/>
              <a:ext cx="0" cy="609600"/>
            </a:xfrm>
            <a:prstGeom prst="line">
              <a:avLst/>
            </a:prstGeom>
            <a:ln w="9525">
              <a:solidFill>
                <a:srgbClr val="709A78">
                  <a:alpha val="58000"/>
                </a:srgb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8547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3D030-9B4C-43B9-0C06-34610979A75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F471CCC-1A11-FA0B-2558-DAC763C04E8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CBD7C416-ECA8-5AEB-08E6-A95183EDC3A3}"/>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Have 5 Assumptions – What are they?</a:t>
            </a:r>
          </a:p>
        </p:txBody>
      </p:sp>
      <p:sp>
        <p:nvSpPr>
          <p:cNvPr id="2" name="TextBox 1">
            <a:extLst>
              <a:ext uri="{FF2B5EF4-FFF2-40B4-BE49-F238E27FC236}">
                <a16:creationId xmlns:a16="http://schemas.microsoft.com/office/drawing/2014/main" id="{1C46E896-1E1F-702B-4C5F-615693D5CDB3}"/>
              </a:ext>
            </a:extLst>
          </p:cNvPr>
          <p:cNvSpPr txBox="1"/>
          <p:nvPr/>
        </p:nvSpPr>
        <p:spPr>
          <a:xfrm>
            <a:off x="600327" y="2506371"/>
            <a:ext cx="11291362"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  </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  </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  </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  </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  </a:t>
            </a:r>
          </a:p>
          <a:p>
            <a:endParaRPr lang="en-US" sz="25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626250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1A2E4-BD8E-F574-4533-6710B870FC7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675EDE5-8A7C-D509-C08A-4466A6B1F82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D12E32B1-30DC-1BB7-1EAC-987E12C58EB9}"/>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Have 5 Assumptions – What are they?</a:t>
            </a:r>
          </a:p>
        </p:txBody>
      </p:sp>
      <p:sp>
        <p:nvSpPr>
          <p:cNvPr id="2" name="TextBox 1">
            <a:extLst>
              <a:ext uri="{FF2B5EF4-FFF2-40B4-BE49-F238E27FC236}">
                <a16:creationId xmlns:a16="http://schemas.microsoft.com/office/drawing/2014/main" id="{2E067246-7FE3-15E3-49BD-3A1A82E20EB2}"/>
              </a:ext>
            </a:extLst>
          </p:cNvPr>
          <p:cNvSpPr txBox="1"/>
          <p:nvPr/>
        </p:nvSpPr>
        <p:spPr>
          <a:xfrm>
            <a:off x="600327" y="2506371"/>
            <a:ext cx="5376727"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Independence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FontTx/>
              <a:buAutoNum type="arabicPeriod"/>
            </a:pPr>
            <a:r>
              <a:rPr lang="en-US" sz="2500" dirty="0">
                <a:solidFill>
                  <a:schemeClr val="accent6">
                    <a:lumMod val="50000"/>
                  </a:schemeClr>
                </a:solidFill>
                <a:latin typeface="Avenir Book" panose="02000503020000020003" pitchFamily="2" charset="0"/>
              </a:rPr>
              <a:t>Linear Relationship</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Normal Residuals</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Constant Variance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 Major Outliers</a:t>
            </a:r>
          </a:p>
          <a:p>
            <a:endParaRPr lang="en-US" sz="25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69C18E7B-0BA7-981B-3272-2951E1067365}"/>
              </a:ext>
            </a:extLst>
          </p:cNvPr>
          <p:cNvSpPr txBox="1"/>
          <p:nvPr/>
        </p:nvSpPr>
        <p:spPr>
          <a:xfrm>
            <a:off x="3821647" y="2078987"/>
            <a:ext cx="3656391" cy="323165"/>
          </a:xfrm>
          <a:prstGeom prst="rect">
            <a:avLst/>
          </a:prstGeom>
          <a:noFill/>
          <a:ln w="19050">
            <a:solidFill>
              <a:schemeClr val="tx1"/>
            </a:solidFill>
          </a:ln>
        </p:spPr>
        <p:txBody>
          <a:bodyPr wrap="square">
            <a:spAutoFit/>
          </a:bodyPr>
          <a:lstStyle/>
          <a:p>
            <a:r>
              <a:rPr lang="en-US" sz="1500" dirty="0">
                <a:solidFill>
                  <a:schemeClr val="accent6">
                    <a:lumMod val="50000"/>
                  </a:schemeClr>
                </a:solidFill>
                <a:latin typeface="Avenir Book" panose="02000503020000020003" pitchFamily="2" charset="0"/>
              </a:rPr>
              <a:t>Data points aren’t related to each other </a:t>
            </a:r>
          </a:p>
        </p:txBody>
      </p:sp>
      <p:grpSp>
        <p:nvGrpSpPr>
          <p:cNvPr id="10" name="Group 9">
            <a:extLst>
              <a:ext uri="{FF2B5EF4-FFF2-40B4-BE49-F238E27FC236}">
                <a16:creationId xmlns:a16="http://schemas.microsoft.com/office/drawing/2014/main" id="{3340DA35-B0CC-8DF7-4C8C-10B68802660E}"/>
              </a:ext>
            </a:extLst>
          </p:cNvPr>
          <p:cNvGrpSpPr/>
          <p:nvPr/>
        </p:nvGrpSpPr>
        <p:grpSpPr>
          <a:xfrm>
            <a:off x="8099301" y="1969691"/>
            <a:ext cx="2247112" cy="1265940"/>
            <a:chOff x="6252524" y="2163915"/>
            <a:chExt cx="5086036" cy="2865285"/>
          </a:xfrm>
        </p:grpSpPr>
        <p:pic>
          <p:nvPicPr>
            <p:cNvPr id="5" name="Picture 4">
              <a:extLst>
                <a:ext uri="{FF2B5EF4-FFF2-40B4-BE49-F238E27FC236}">
                  <a16:creationId xmlns:a16="http://schemas.microsoft.com/office/drawing/2014/main" id="{750E3FA0-92B7-B752-11B8-429693CA62E8}"/>
                </a:ext>
              </a:extLst>
            </p:cNvPr>
            <p:cNvPicPr>
              <a:picLocks noChangeAspect="1"/>
            </p:cNvPicPr>
            <p:nvPr/>
          </p:nvPicPr>
          <p:blipFill>
            <a:blip r:embed="rId2"/>
            <a:stretch>
              <a:fillRect/>
            </a:stretch>
          </p:blipFill>
          <p:spPr>
            <a:xfrm>
              <a:off x="6252524" y="2277724"/>
              <a:ext cx="4887916" cy="2751476"/>
            </a:xfrm>
            <a:prstGeom prst="rect">
              <a:avLst/>
            </a:prstGeom>
          </p:spPr>
        </p:pic>
        <p:sp>
          <p:nvSpPr>
            <p:cNvPr id="6" name="TextBox 5">
              <a:extLst>
                <a:ext uri="{FF2B5EF4-FFF2-40B4-BE49-F238E27FC236}">
                  <a16:creationId xmlns:a16="http://schemas.microsoft.com/office/drawing/2014/main" id="{A29DA674-9A0E-48CD-7A5E-D0E07E9F0B77}"/>
                </a:ext>
              </a:extLst>
            </p:cNvPr>
            <p:cNvSpPr txBox="1"/>
            <p:nvPr/>
          </p:nvSpPr>
          <p:spPr>
            <a:xfrm>
              <a:off x="10838558" y="2163915"/>
              <a:ext cx="500002" cy="553998"/>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sp>
          <p:nvSpPr>
            <p:cNvPr id="7" name="TextBox 6">
              <a:extLst>
                <a:ext uri="{FF2B5EF4-FFF2-40B4-BE49-F238E27FC236}">
                  <a16:creationId xmlns:a16="http://schemas.microsoft.com/office/drawing/2014/main" id="{A7F0AE12-31D0-6EBB-0843-7390992BC7D7}"/>
                </a:ext>
              </a:extLst>
            </p:cNvPr>
            <p:cNvSpPr txBox="1"/>
            <p:nvPr/>
          </p:nvSpPr>
          <p:spPr>
            <a:xfrm>
              <a:off x="8125837" y="2805939"/>
              <a:ext cx="2480026" cy="835933"/>
            </a:xfrm>
            <a:prstGeom prst="rect">
              <a:avLst/>
            </a:prstGeom>
            <a:noFill/>
          </p:spPr>
          <p:txBody>
            <a:bodyPr wrap="square">
              <a:spAutoFit/>
            </a:bodyPr>
            <a:lstStyle/>
            <a:p>
              <a:r>
                <a:rPr lang="en-GB" dirty="0"/>
                <a:t>✅</a:t>
              </a:r>
            </a:p>
          </p:txBody>
        </p:sp>
        <p:sp>
          <p:nvSpPr>
            <p:cNvPr id="8" name="TextBox 7">
              <a:extLst>
                <a:ext uri="{FF2B5EF4-FFF2-40B4-BE49-F238E27FC236}">
                  <a16:creationId xmlns:a16="http://schemas.microsoft.com/office/drawing/2014/main" id="{9185B69E-B57D-B321-9C15-C75F9A68695F}"/>
                </a:ext>
              </a:extLst>
            </p:cNvPr>
            <p:cNvSpPr txBox="1"/>
            <p:nvPr/>
          </p:nvSpPr>
          <p:spPr>
            <a:xfrm>
              <a:off x="8049638" y="3611715"/>
              <a:ext cx="500002" cy="553998"/>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sp>
          <p:nvSpPr>
            <p:cNvPr id="9" name="TextBox 8">
              <a:extLst>
                <a:ext uri="{FF2B5EF4-FFF2-40B4-BE49-F238E27FC236}">
                  <a16:creationId xmlns:a16="http://schemas.microsoft.com/office/drawing/2014/main" id="{6760B614-EFBB-8849-E47D-3CD0EB43C384}"/>
                </a:ext>
              </a:extLst>
            </p:cNvPr>
            <p:cNvSpPr txBox="1"/>
            <p:nvPr/>
          </p:nvSpPr>
          <p:spPr>
            <a:xfrm>
              <a:off x="10838558" y="3657435"/>
              <a:ext cx="500002" cy="553998"/>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grpSp>
      <p:grpSp>
        <p:nvGrpSpPr>
          <p:cNvPr id="145" name="Group 144">
            <a:extLst>
              <a:ext uri="{FF2B5EF4-FFF2-40B4-BE49-F238E27FC236}">
                <a16:creationId xmlns:a16="http://schemas.microsoft.com/office/drawing/2014/main" id="{D15ACBCD-77F4-0A63-02DC-0A162203D8D9}"/>
              </a:ext>
            </a:extLst>
          </p:cNvPr>
          <p:cNvGrpSpPr/>
          <p:nvPr/>
        </p:nvGrpSpPr>
        <p:grpSpPr>
          <a:xfrm>
            <a:off x="4414989" y="3554181"/>
            <a:ext cx="3764340" cy="1372231"/>
            <a:chOff x="6669674" y="3892384"/>
            <a:chExt cx="3764340" cy="1372231"/>
          </a:xfrm>
        </p:grpSpPr>
        <p:grpSp>
          <p:nvGrpSpPr>
            <p:cNvPr id="12" name="Group 11">
              <a:extLst>
                <a:ext uri="{FF2B5EF4-FFF2-40B4-BE49-F238E27FC236}">
                  <a16:creationId xmlns:a16="http://schemas.microsoft.com/office/drawing/2014/main" id="{FB34DFC7-EB0C-A858-C730-BF6BDFD44DBE}"/>
                </a:ext>
              </a:extLst>
            </p:cNvPr>
            <p:cNvGrpSpPr/>
            <p:nvPr/>
          </p:nvGrpSpPr>
          <p:grpSpPr>
            <a:xfrm>
              <a:off x="6669674" y="3892384"/>
              <a:ext cx="1712851" cy="1372231"/>
              <a:chOff x="3696337" y="2474537"/>
              <a:chExt cx="1647941" cy="1320229"/>
            </a:xfrm>
          </p:grpSpPr>
          <p:grpSp>
            <p:nvGrpSpPr>
              <p:cNvPr id="13" name="Group 12">
                <a:extLst>
                  <a:ext uri="{FF2B5EF4-FFF2-40B4-BE49-F238E27FC236}">
                    <a16:creationId xmlns:a16="http://schemas.microsoft.com/office/drawing/2014/main" id="{1B027EE6-72E2-45EE-E5F3-9AFD2DD9DDBC}"/>
                  </a:ext>
                </a:extLst>
              </p:cNvPr>
              <p:cNvGrpSpPr/>
              <p:nvPr/>
            </p:nvGrpSpPr>
            <p:grpSpPr>
              <a:xfrm>
                <a:off x="3696337" y="2474537"/>
                <a:ext cx="1647941" cy="1320229"/>
                <a:chOff x="6214948" y="2715169"/>
                <a:chExt cx="1647941" cy="1320229"/>
              </a:xfrm>
            </p:grpSpPr>
            <p:sp>
              <p:nvSpPr>
                <p:cNvPr id="17" name="TextBox 16">
                  <a:extLst>
                    <a:ext uri="{FF2B5EF4-FFF2-40B4-BE49-F238E27FC236}">
                      <a16:creationId xmlns:a16="http://schemas.microsoft.com/office/drawing/2014/main" id="{3A803BF0-CBE2-8A79-6CB3-0DE4298D9A9B}"/>
                    </a:ext>
                  </a:extLst>
                </p:cNvPr>
                <p:cNvSpPr txBox="1"/>
                <p:nvPr/>
              </p:nvSpPr>
              <p:spPr>
                <a:xfrm rot="16200000">
                  <a:off x="5883775" y="3207723"/>
                  <a:ext cx="869626" cy="20728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18" name="Straight Connector 17">
                  <a:extLst>
                    <a:ext uri="{FF2B5EF4-FFF2-40B4-BE49-F238E27FC236}">
                      <a16:creationId xmlns:a16="http://schemas.microsoft.com/office/drawing/2014/main" id="{9BA13DD6-B0ED-5B98-28A3-FE83703BCECD}"/>
                    </a:ext>
                  </a:extLst>
                </p:cNvPr>
                <p:cNvCxnSpPr>
                  <a:cxnSpLocks/>
                </p:cNvCxnSpPr>
                <p:nvPr/>
              </p:nvCxnSpPr>
              <p:spPr>
                <a:xfrm>
                  <a:off x="6433185" y="2923893"/>
                  <a:ext cx="0" cy="909444"/>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814A1B-4E75-0F95-7483-B2217B6DB4C5}"/>
                    </a:ext>
                  </a:extLst>
                </p:cNvPr>
                <p:cNvCxnSpPr>
                  <a:cxnSpLocks/>
                </p:cNvCxnSpPr>
                <p:nvPr/>
              </p:nvCxnSpPr>
              <p:spPr>
                <a:xfrm flipH="1">
                  <a:off x="6428247" y="3828326"/>
                  <a:ext cx="1434642"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E85069A-DCAF-A46B-B907-E5B1EBC41976}"/>
                    </a:ext>
                  </a:extLst>
                </p:cNvPr>
                <p:cNvSpPr txBox="1"/>
                <p:nvPr/>
              </p:nvSpPr>
              <p:spPr>
                <a:xfrm>
                  <a:off x="6512407" y="3828118"/>
                  <a:ext cx="1249241" cy="20728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grpSp>
              <p:nvGrpSpPr>
                <p:cNvPr id="21" name="Group 20">
                  <a:extLst>
                    <a:ext uri="{FF2B5EF4-FFF2-40B4-BE49-F238E27FC236}">
                      <a16:creationId xmlns:a16="http://schemas.microsoft.com/office/drawing/2014/main" id="{C2778ED1-6B4A-2BB5-0061-45D597C10E08}"/>
                    </a:ext>
                  </a:extLst>
                </p:cNvPr>
                <p:cNvGrpSpPr/>
                <p:nvPr/>
              </p:nvGrpSpPr>
              <p:grpSpPr>
                <a:xfrm rot="13770711">
                  <a:off x="6580113" y="2987761"/>
                  <a:ext cx="1245539" cy="700355"/>
                  <a:chOff x="6529486" y="2913454"/>
                  <a:chExt cx="1245539" cy="700355"/>
                </a:xfrm>
              </p:grpSpPr>
              <p:sp>
                <p:nvSpPr>
                  <p:cNvPr id="22" name="Oval 21">
                    <a:extLst>
                      <a:ext uri="{FF2B5EF4-FFF2-40B4-BE49-F238E27FC236}">
                        <a16:creationId xmlns:a16="http://schemas.microsoft.com/office/drawing/2014/main" id="{C8520278-A2FD-4BE1-E60B-362B089EC037}"/>
                      </a:ext>
                    </a:extLst>
                  </p:cNvPr>
                  <p:cNvSpPr/>
                  <p:nvPr/>
                </p:nvSpPr>
                <p:spPr>
                  <a:xfrm>
                    <a:off x="6644019" y="333414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3" name="Oval 22">
                    <a:extLst>
                      <a:ext uri="{FF2B5EF4-FFF2-40B4-BE49-F238E27FC236}">
                        <a16:creationId xmlns:a16="http://schemas.microsoft.com/office/drawing/2014/main" id="{03A91473-0B82-CC7B-DFFD-13BBC5AD2F77}"/>
                      </a:ext>
                    </a:extLst>
                  </p:cNvPr>
                  <p:cNvSpPr/>
                  <p:nvPr/>
                </p:nvSpPr>
                <p:spPr>
                  <a:xfrm>
                    <a:off x="6583620" y="357027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4" name="Oval 23">
                    <a:extLst>
                      <a:ext uri="{FF2B5EF4-FFF2-40B4-BE49-F238E27FC236}">
                        <a16:creationId xmlns:a16="http://schemas.microsoft.com/office/drawing/2014/main" id="{0BBD4BCD-5667-C0AD-25D9-1E01AA126832}"/>
                      </a:ext>
                    </a:extLst>
                  </p:cNvPr>
                  <p:cNvSpPr/>
                  <p:nvPr/>
                </p:nvSpPr>
                <p:spPr>
                  <a:xfrm>
                    <a:off x="6704418" y="345356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5" name="Oval 24">
                    <a:extLst>
                      <a:ext uri="{FF2B5EF4-FFF2-40B4-BE49-F238E27FC236}">
                        <a16:creationId xmlns:a16="http://schemas.microsoft.com/office/drawing/2014/main" id="{47F278F2-3109-C508-3BF4-575A972F1863}"/>
                      </a:ext>
                    </a:extLst>
                  </p:cNvPr>
                  <p:cNvSpPr/>
                  <p:nvPr/>
                </p:nvSpPr>
                <p:spPr>
                  <a:xfrm>
                    <a:off x="6764818" y="355399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Oval 25">
                    <a:extLst>
                      <a:ext uri="{FF2B5EF4-FFF2-40B4-BE49-F238E27FC236}">
                        <a16:creationId xmlns:a16="http://schemas.microsoft.com/office/drawing/2014/main" id="{F96F9CE9-2865-753F-040C-C9B7043CF845}"/>
                      </a:ext>
                    </a:extLst>
                  </p:cNvPr>
                  <p:cNvSpPr/>
                  <p:nvPr/>
                </p:nvSpPr>
                <p:spPr>
                  <a:xfrm>
                    <a:off x="6825217" y="336128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7" name="Oval 26">
                    <a:extLst>
                      <a:ext uri="{FF2B5EF4-FFF2-40B4-BE49-F238E27FC236}">
                        <a16:creationId xmlns:a16="http://schemas.microsoft.com/office/drawing/2014/main" id="{96AEC19F-8839-F3B3-BB89-561257479B7B}"/>
                      </a:ext>
                    </a:extLst>
                  </p:cNvPr>
                  <p:cNvSpPr/>
                  <p:nvPr/>
                </p:nvSpPr>
                <p:spPr>
                  <a:xfrm>
                    <a:off x="6946016"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8" name="Oval 27">
                    <a:extLst>
                      <a:ext uri="{FF2B5EF4-FFF2-40B4-BE49-F238E27FC236}">
                        <a16:creationId xmlns:a16="http://schemas.microsoft.com/office/drawing/2014/main" id="{4433BAB7-637D-9A2C-D476-1897F4D4CA76}"/>
                      </a:ext>
                    </a:extLst>
                  </p:cNvPr>
                  <p:cNvSpPr/>
                  <p:nvPr/>
                </p:nvSpPr>
                <p:spPr>
                  <a:xfrm>
                    <a:off x="7006415" y="343999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sp>
                <p:nvSpPr>
                  <p:cNvPr id="29" name="Oval 28">
                    <a:extLst>
                      <a:ext uri="{FF2B5EF4-FFF2-40B4-BE49-F238E27FC236}">
                        <a16:creationId xmlns:a16="http://schemas.microsoft.com/office/drawing/2014/main" id="{B8441AE3-2313-81EB-9C64-FE4A5B75F55D}"/>
                      </a:ext>
                    </a:extLst>
                  </p:cNvPr>
                  <p:cNvSpPr/>
                  <p:nvPr/>
                </p:nvSpPr>
                <p:spPr>
                  <a:xfrm>
                    <a:off x="6885617" y="312515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0" name="Oval 29">
                    <a:extLst>
                      <a:ext uri="{FF2B5EF4-FFF2-40B4-BE49-F238E27FC236}">
                        <a16:creationId xmlns:a16="http://schemas.microsoft.com/office/drawing/2014/main" id="{FFAE5A8C-9884-048A-785C-1B1AC6F45F4B}"/>
                      </a:ext>
                    </a:extLst>
                  </p:cNvPr>
                  <p:cNvSpPr/>
                  <p:nvPr/>
                </p:nvSpPr>
                <p:spPr>
                  <a:xfrm>
                    <a:off x="7066815" y="334771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1" name="Oval 30">
                    <a:extLst>
                      <a:ext uri="{FF2B5EF4-FFF2-40B4-BE49-F238E27FC236}">
                        <a16:creationId xmlns:a16="http://schemas.microsoft.com/office/drawing/2014/main" id="{DBE860D1-9F0A-0FA0-FF33-E311336EBA09}"/>
                      </a:ext>
                    </a:extLst>
                  </p:cNvPr>
                  <p:cNvSpPr/>
                  <p:nvPr/>
                </p:nvSpPr>
                <p:spPr>
                  <a:xfrm>
                    <a:off x="7127214" y="346442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2" name="Oval 31">
                    <a:extLst>
                      <a:ext uri="{FF2B5EF4-FFF2-40B4-BE49-F238E27FC236}">
                        <a16:creationId xmlns:a16="http://schemas.microsoft.com/office/drawing/2014/main" id="{F9F3E3A1-CD19-1580-0960-4FE171708418}"/>
                      </a:ext>
                    </a:extLst>
                  </p:cNvPr>
                  <p:cNvSpPr/>
                  <p:nvPr/>
                </p:nvSpPr>
                <p:spPr>
                  <a:xfrm>
                    <a:off x="7322873" y="3025259"/>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3" name="Oval 32">
                    <a:extLst>
                      <a:ext uri="{FF2B5EF4-FFF2-40B4-BE49-F238E27FC236}">
                        <a16:creationId xmlns:a16="http://schemas.microsoft.com/office/drawing/2014/main" id="{5DE94D9A-DF98-0E08-A7E0-8C5F6F97D62D}"/>
                      </a:ext>
                    </a:extLst>
                  </p:cNvPr>
                  <p:cNvSpPr/>
                  <p:nvPr/>
                </p:nvSpPr>
                <p:spPr>
                  <a:xfrm>
                    <a:off x="7248013"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4" name="Oval 33">
                    <a:extLst>
                      <a:ext uri="{FF2B5EF4-FFF2-40B4-BE49-F238E27FC236}">
                        <a16:creationId xmlns:a16="http://schemas.microsoft.com/office/drawing/2014/main" id="{33330398-B4C2-A831-DF9A-6B4A3FFDD981}"/>
                      </a:ext>
                    </a:extLst>
                  </p:cNvPr>
                  <p:cNvSpPr/>
                  <p:nvPr/>
                </p:nvSpPr>
                <p:spPr>
                  <a:xfrm>
                    <a:off x="7368811" y="335043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5" name="Oval 34">
                    <a:extLst>
                      <a:ext uri="{FF2B5EF4-FFF2-40B4-BE49-F238E27FC236}">
                        <a16:creationId xmlns:a16="http://schemas.microsoft.com/office/drawing/2014/main" id="{5CD6BD99-976E-5881-9E00-6BDF8DF4F430}"/>
                      </a:ext>
                    </a:extLst>
                  </p:cNvPr>
                  <p:cNvSpPr/>
                  <p:nvPr/>
                </p:nvSpPr>
                <p:spPr>
                  <a:xfrm>
                    <a:off x="7308412" y="311972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6" name="Oval 35">
                    <a:extLst>
                      <a:ext uri="{FF2B5EF4-FFF2-40B4-BE49-F238E27FC236}">
                        <a16:creationId xmlns:a16="http://schemas.microsoft.com/office/drawing/2014/main" id="{2951F953-92AB-1E0F-1FD6-E437FC044C4D}"/>
                      </a:ext>
                    </a:extLst>
                  </p:cNvPr>
                  <p:cNvSpPr/>
                  <p:nvPr/>
                </p:nvSpPr>
                <p:spPr>
                  <a:xfrm>
                    <a:off x="7610409" y="323643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7" name="Oval 36">
                    <a:extLst>
                      <a:ext uri="{FF2B5EF4-FFF2-40B4-BE49-F238E27FC236}">
                        <a16:creationId xmlns:a16="http://schemas.microsoft.com/office/drawing/2014/main" id="{B357865A-5E9D-1ACE-1AC2-A4374EF269F6}"/>
                      </a:ext>
                    </a:extLst>
                  </p:cNvPr>
                  <p:cNvSpPr/>
                  <p:nvPr/>
                </p:nvSpPr>
                <p:spPr>
                  <a:xfrm>
                    <a:off x="7187613" y="310615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8" name="Oval 37">
                    <a:extLst>
                      <a:ext uri="{FF2B5EF4-FFF2-40B4-BE49-F238E27FC236}">
                        <a16:creationId xmlns:a16="http://schemas.microsoft.com/office/drawing/2014/main" id="{74D0941A-058F-7032-96B2-670D2AD0B241}"/>
                      </a:ext>
                    </a:extLst>
                  </p:cNvPr>
                  <p:cNvSpPr/>
                  <p:nvPr/>
                </p:nvSpPr>
                <p:spPr>
                  <a:xfrm>
                    <a:off x="7550009" y="291345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39" name="Oval 38">
                    <a:extLst>
                      <a:ext uri="{FF2B5EF4-FFF2-40B4-BE49-F238E27FC236}">
                        <a16:creationId xmlns:a16="http://schemas.microsoft.com/office/drawing/2014/main" id="{5E8C0916-8F97-8A4E-EB92-823B5FB62CE6}"/>
                      </a:ext>
                    </a:extLst>
                  </p:cNvPr>
                  <p:cNvSpPr/>
                  <p:nvPr/>
                </p:nvSpPr>
                <p:spPr>
                  <a:xfrm>
                    <a:off x="7489610" y="3182153"/>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40" name="Oval 39">
                    <a:extLst>
                      <a:ext uri="{FF2B5EF4-FFF2-40B4-BE49-F238E27FC236}">
                        <a16:creationId xmlns:a16="http://schemas.microsoft.com/office/drawing/2014/main" id="{C2D62D3B-349D-A412-079B-5FAB31006632}"/>
                      </a:ext>
                    </a:extLst>
                  </p:cNvPr>
                  <p:cNvSpPr/>
                  <p:nvPr/>
                </p:nvSpPr>
                <p:spPr>
                  <a:xfrm>
                    <a:off x="7670808" y="316044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41" name="Oval 40">
                    <a:extLst>
                      <a:ext uri="{FF2B5EF4-FFF2-40B4-BE49-F238E27FC236}">
                        <a16:creationId xmlns:a16="http://schemas.microsoft.com/office/drawing/2014/main" id="{8335A6B4-A6A7-5BDE-C1FB-6D99FE9B3381}"/>
                      </a:ext>
                    </a:extLst>
                  </p:cNvPr>
                  <p:cNvSpPr/>
                  <p:nvPr/>
                </p:nvSpPr>
                <p:spPr>
                  <a:xfrm>
                    <a:off x="7731210" y="301930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cxnSp>
                <p:nvCxnSpPr>
                  <p:cNvPr id="42" name="Straight Connector 41">
                    <a:extLst>
                      <a:ext uri="{FF2B5EF4-FFF2-40B4-BE49-F238E27FC236}">
                        <a16:creationId xmlns:a16="http://schemas.microsoft.com/office/drawing/2014/main" id="{C1DF8A0A-F2A5-2BDC-C013-2629F8C4EB6F}"/>
                      </a:ext>
                    </a:extLst>
                  </p:cNvPr>
                  <p:cNvCxnSpPr>
                    <a:cxnSpLocks/>
                  </p:cNvCxnSpPr>
                  <p:nvPr/>
                </p:nvCxnSpPr>
                <p:spPr>
                  <a:xfrm flipH="1">
                    <a:off x="6529486" y="2946441"/>
                    <a:ext cx="1240805" cy="657656"/>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grpSp>
          </p:grpSp>
          <p:grpSp>
            <p:nvGrpSpPr>
              <p:cNvPr id="14" name="Group 13">
                <a:extLst>
                  <a:ext uri="{FF2B5EF4-FFF2-40B4-BE49-F238E27FC236}">
                    <a16:creationId xmlns:a16="http://schemas.microsoft.com/office/drawing/2014/main" id="{2B01AA80-09DD-A465-E40D-1D3661288F28}"/>
                  </a:ext>
                </a:extLst>
              </p:cNvPr>
              <p:cNvGrpSpPr/>
              <p:nvPr/>
            </p:nvGrpSpPr>
            <p:grpSpPr>
              <a:xfrm>
                <a:off x="4546384" y="2817034"/>
                <a:ext cx="305293" cy="582653"/>
                <a:chOff x="4546384" y="2817034"/>
                <a:chExt cx="305293" cy="582653"/>
              </a:xfrm>
            </p:grpSpPr>
            <p:sp>
              <p:nvSpPr>
                <p:cNvPr id="15" name="Freeform 14">
                  <a:extLst>
                    <a:ext uri="{FF2B5EF4-FFF2-40B4-BE49-F238E27FC236}">
                      <a16:creationId xmlns:a16="http://schemas.microsoft.com/office/drawing/2014/main" id="{0ECA6E8F-2474-2AB5-D3EB-76ED72C4F2ED}"/>
                    </a:ext>
                  </a:extLst>
                </p:cNvPr>
                <p:cNvSpPr/>
                <p:nvPr/>
              </p:nvSpPr>
              <p:spPr>
                <a:xfrm rot="7026404">
                  <a:off x="4472080" y="3020091"/>
                  <a:ext cx="574699" cy="184494"/>
                </a:xfrm>
                <a:custGeom>
                  <a:avLst/>
                  <a:gdLst>
                    <a:gd name="connsiteX0" fmla="*/ 0 w 2027583"/>
                    <a:gd name="connsiteY0" fmla="*/ 1043940 h 1144965"/>
                    <a:gd name="connsiteX1" fmla="*/ 377687 w 2027583"/>
                    <a:gd name="connsiteY1" fmla="*/ 894853 h 1144965"/>
                    <a:gd name="connsiteX2" fmla="*/ 1093305 w 2027583"/>
                    <a:gd name="connsiteY2" fmla="*/ 331 h 1144965"/>
                    <a:gd name="connsiteX3" fmla="*/ 1719470 w 2027583"/>
                    <a:gd name="connsiteY3" fmla="*/ 1004183 h 1144965"/>
                    <a:gd name="connsiteX4" fmla="*/ 2027583 w 2027583"/>
                    <a:gd name="connsiteY4" fmla="*/ 1113514 h 1144965"/>
                    <a:gd name="connsiteX0" fmla="*/ 0 w 2027583"/>
                    <a:gd name="connsiteY0" fmla="*/ 1043632 h 1125885"/>
                    <a:gd name="connsiteX1" fmla="*/ 377687 w 2027583"/>
                    <a:gd name="connsiteY1" fmla="*/ 894545 h 1125885"/>
                    <a:gd name="connsiteX2" fmla="*/ 1093305 w 2027583"/>
                    <a:gd name="connsiteY2" fmla="*/ 23 h 1125885"/>
                    <a:gd name="connsiteX3" fmla="*/ 1688155 w 2027583"/>
                    <a:gd name="connsiteY3" fmla="*/ 922455 h 1125885"/>
                    <a:gd name="connsiteX4" fmla="*/ 2027583 w 2027583"/>
                    <a:gd name="connsiteY4" fmla="*/ 1113206 h 1125885"/>
                    <a:gd name="connsiteX0" fmla="*/ 0 w 2033846"/>
                    <a:gd name="connsiteY0" fmla="*/ 1043632 h 1094411"/>
                    <a:gd name="connsiteX1" fmla="*/ 377687 w 2033846"/>
                    <a:gd name="connsiteY1" fmla="*/ 894545 h 1094411"/>
                    <a:gd name="connsiteX2" fmla="*/ 1093305 w 2033846"/>
                    <a:gd name="connsiteY2" fmla="*/ 23 h 1094411"/>
                    <a:gd name="connsiteX3" fmla="*/ 1688155 w 2033846"/>
                    <a:gd name="connsiteY3" fmla="*/ 922455 h 1094411"/>
                    <a:gd name="connsiteX4" fmla="*/ 2033846 w 2033846"/>
                    <a:gd name="connsiteY4" fmla="*/ 1075628 h 1094411"/>
                    <a:gd name="connsiteX0" fmla="*/ 0 w 2033846"/>
                    <a:gd name="connsiteY0" fmla="*/ 1037368 h 1088147"/>
                    <a:gd name="connsiteX1" fmla="*/ 377687 w 2033846"/>
                    <a:gd name="connsiteY1" fmla="*/ 888281 h 1088147"/>
                    <a:gd name="connsiteX2" fmla="*/ 1011886 w 2033846"/>
                    <a:gd name="connsiteY2" fmla="*/ 23 h 1088147"/>
                    <a:gd name="connsiteX3" fmla="*/ 1688155 w 2033846"/>
                    <a:gd name="connsiteY3" fmla="*/ 916191 h 1088147"/>
                    <a:gd name="connsiteX4" fmla="*/ 2033846 w 2033846"/>
                    <a:gd name="connsiteY4" fmla="*/ 1069364 h 1088147"/>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846" h="1069364">
                      <a:moveTo>
                        <a:pt x="0" y="1037368"/>
                      </a:moveTo>
                      <a:cubicBezTo>
                        <a:pt x="204206" y="1012214"/>
                        <a:pt x="209039" y="1061172"/>
                        <a:pt x="377687" y="888281"/>
                      </a:cubicBezTo>
                      <a:cubicBezTo>
                        <a:pt x="546335" y="715390"/>
                        <a:pt x="793475" y="-4629"/>
                        <a:pt x="1011886" y="23"/>
                      </a:cubicBezTo>
                      <a:cubicBezTo>
                        <a:pt x="1230297" y="4675"/>
                        <a:pt x="1532442" y="730661"/>
                        <a:pt x="1688155" y="916191"/>
                      </a:cubicBezTo>
                      <a:cubicBezTo>
                        <a:pt x="1843868" y="1101721"/>
                        <a:pt x="1851175" y="1044833"/>
                        <a:pt x="2033846" y="1069364"/>
                      </a:cubicBezTo>
                    </a:path>
                  </a:pathLst>
                </a:custGeom>
                <a:solidFill>
                  <a:srgbClr val="709A78">
                    <a:alpha val="46000"/>
                  </a:srgbClr>
                </a:solidFill>
                <a:ln w="63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cxnSp>
              <p:nvCxnSpPr>
                <p:cNvPr id="16" name="Straight Connector 15">
                  <a:extLst>
                    <a:ext uri="{FF2B5EF4-FFF2-40B4-BE49-F238E27FC236}">
                      <a16:creationId xmlns:a16="http://schemas.microsoft.com/office/drawing/2014/main" id="{C13CC672-F5F1-4FC6-C32C-8DF6CF569A8B}"/>
                    </a:ext>
                  </a:extLst>
                </p:cNvPr>
                <p:cNvCxnSpPr>
                  <a:cxnSpLocks/>
                  <a:stCxn id="15" idx="4"/>
                  <a:endCxn id="15" idx="0"/>
                </p:cNvCxnSpPr>
                <p:nvPr/>
              </p:nvCxnSpPr>
              <p:spPr>
                <a:xfrm flipV="1">
                  <a:off x="4546384" y="2817034"/>
                  <a:ext cx="266775" cy="509059"/>
                </a:xfrm>
                <a:prstGeom prst="line">
                  <a:avLst/>
                </a:prstGeom>
                <a:ln w="6350">
                  <a:solidFill>
                    <a:schemeClr val="accent6">
                      <a:lumMod val="50000"/>
                    </a:schemeClr>
                  </a:solidFill>
                  <a:prstDash val="dash"/>
                </a:ln>
              </p:spPr>
              <p:style>
                <a:lnRef idx="2">
                  <a:schemeClr val="accent1"/>
                </a:lnRef>
                <a:fillRef idx="0">
                  <a:schemeClr val="accent1"/>
                </a:fillRef>
                <a:effectRef idx="1">
                  <a:schemeClr val="accent1"/>
                </a:effectRef>
                <a:fontRef idx="minor">
                  <a:schemeClr val="tx1"/>
                </a:fontRef>
              </p:style>
            </p:cxnSp>
          </p:grpSp>
        </p:grpSp>
        <p:grpSp>
          <p:nvGrpSpPr>
            <p:cNvPr id="75" name="Group 74">
              <a:extLst>
                <a:ext uri="{FF2B5EF4-FFF2-40B4-BE49-F238E27FC236}">
                  <a16:creationId xmlns:a16="http://schemas.microsoft.com/office/drawing/2014/main" id="{85181494-E57B-5B67-EC66-F911236D578E}"/>
                </a:ext>
              </a:extLst>
            </p:cNvPr>
            <p:cNvGrpSpPr/>
            <p:nvPr/>
          </p:nvGrpSpPr>
          <p:grpSpPr>
            <a:xfrm>
              <a:off x="8695760" y="4013201"/>
              <a:ext cx="1738254" cy="1245327"/>
              <a:chOff x="6900457" y="3977639"/>
              <a:chExt cx="3477983" cy="2491710"/>
            </a:xfrm>
          </p:grpSpPr>
          <p:sp>
            <p:nvSpPr>
              <p:cNvPr id="43" name="TextBox 42">
                <a:extLst>
                  <a:ext uri="{FF2B5EF4-FFF2-40B4-BE49-F238E27FC236}">
                    <a16:creationId xmlns:a16="http://schemas.microsoft.com/office/drawing/2014/main" id="{816FCFB1-1ABA-43DB-73EC-9EA3CA45E341}"/>
                  </a:ext>
                </a:extLst>
              </p:cNvPr>
              <p:cNvSpPr txBox="1"/>
              <p:nvPr/>
            </p:nvSpPr>
            <p:spPr>
              <a:xfrm rot="16200000">
                <a:off x="6228443" y="4728233"/>
                <a:ext cx="1775100" cy="431071"/>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Number of Birds</a:t>
                </a:r>
              </a:p>
            </p:txBody>
          </p:sp>
          <p:cxnSp>
            <p:nvCxnSpPr>
              <p:cNvPr id="44" name="Straight Connector 43">
                <a:extLst>
                  <a:ext uri="{FF2B5EF4-FFF2-40B4-BE49-F238E27FC236}">
                    <a16:creationId xmlns:a16="http://schemas.microsoft.com/office/drawing/2014/main" id="{A577992F-0DB2-20C0-5054-9CB2D9FAE877}"/>
                  </a:ext>
                </a:extLst>
              </p:cNvPr>
              <p:cNvCxnSpPr>
                <a:cxnSpLocks/>
              </p:cNvCxnSpPr>
              <p:nvPr/>
            </p:nvCxnSpPr>
            <p:spPr>
              <a:xfrm>
                <a:off x="7347104" y="4152855"/>
                <a:ext cx="0" cy="1856379"/>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C5934131-04C1-09C1-A1B3-D6917476E355}"/>
                  </a:ext>
                </a:extLst>
              </p:cNvPr>
              <p:cNvCxnSpPr>
                <a:cxnSpLocks/>
              </p:cNvCxnSpPr>
              <p:nvPr/>
            </p:nvCxnSpPr>
            <p:spPr>
              <a:xfrm flipH="1">
                <a:off x="7337145" y="5999005"/>
                <a:ext cx="2893256"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2BED2E85-1539-4816-7707-1D13BBA7E529}"/>
                  </a:ext>
                </a:extLst>
              </p:cNvPr>
              <p:cNvSpPr txBox="1"/>
              <p:nvPr/>
            </p:nvSpPr>
            <p:spPr>
              <a:xfrm>
                <a:off x="7859084" y="6038278"/>
                <a:ext cx="2519356" cy="431071"/>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Food availability</a:t>
                </a:r>
              </a:p>
            </p:txBody>
          </p:sp>
          <mc:AlternateContent xmlns:mc="http://schemas.openxmlformats.org/markup-compatibility/2006">
            <mc:Choice xmlns:p14="http://schemas.microsoft.com/office/powerpoint/2010/main" Requires="p14">
              <p:contentPart p14:bwMode="auto" r:id="rId3">
                <p14:nvContentPartPr>
                  <p14:cNvPr id="47" name="Ink 46">
                    <a:extLst>
                      <a:ext uri="{FF2B5EF4-FFF2-40B4-BE49-F238E27FC236}">
                        <a16:creationId xmlns:a16="http://schemas.microsoft.com/office/drawing/2014/main" id="{1822D9FA-1923-1143-0925-02C298E38EF2}"/>
                      </a:ext>
                    </a:extLst>
                  </p14:cNvPr>
                  <p14:cNvContentPartPr>
                    <a14:cpLocks xmlns:a14="http://schemas.microsoft.com/office/drawing/2010/main" noChangeAspect="1"/>
                  </p14:cNvContentPartPr>
                  <p14:nvPr/>
                </p14:nvContentPartPr>
                <p14:xfrm>
                  <a:off x="7528400" y="5527418"/>
                  <a:ext cx="180000" cy="180000"/>
                </p14:xfrm>
              </p:contentPart>
            </mc:Choice>
            <mc:Fallback>
              <p:pic>
                <p:nvPicPr>
                  <p:cNvPr id="47" name="Ink 46">
                    <a:extLst>
                      <a:ext uri="{FF2B5EF4-FFF2-40B4-BE49-F238E27FC236}">
                        <a16:creationId xmlns:a16="http://schemas.microsoft.com/office/drawing/2014/main" id="{1822D9FA-1923-1143-0925-02C298E38EF2}"/>
                      </a:ext>
                    </a:extLst>
                  </p:cNvPr>
                  <p:cNvPicPr>
                    <a:picLocks noChangeAspect="1"/>
                  </p:cNvPicPr>
                  <p:nvPr/>
                </p:nvPicPr>
                <p:blipFill>
                  <a:blip r:embed="rId4"/>
                  <a:stretch>
                    <a:fillRect/>
                  </a:stretch>
                </p:blipFill>
                <p:spPr>
                  <a:xfrm>
                    <a:off x="3028400" y="1027418"/>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8" name="Ink 47">
                    <a:extLst>
                      <a:ext uri="{FF2B5EF4-FFF2-40B4-BE49-F238E27FC236}">
                        <a16:creationId xmlns:a16="http://schemas.microsoft.com/office/drawing/2014/main" id="{98A0C96A-C62E-A692-AF97-58DAE785A678}"/>
                      </a:ext>
                    </a:extLst>
                  </p14:cNvPr>
                  <p14:cNvContentPartPr>
                    <a14:cpLocks xmlns:a14="http://schemas.microsoft.com/office/drawing/2010/main" noChangeAspect="1"/>
                  </p14:cNvContentPartPr>
                  <p14:nvPr/>
                </p14:nvContentPartPr>
                <p14:xfrm>
                  <a:off x="7800384" y="4854304"/>
                  <a:ext cx="180000" cy="180000"/>
                </p14:xfrm>
              </p:contentPart>
            </mc:Choice>
            <mc:Fallback>
              <p:pic>
                <p:nvPicPr>
                  <p:cNvPr id="48" name="Ink 47">
                    <a:extLst>
                      <a:ext uri="{FF2B5EF4-FFF2-40B4-BE49-F238E27FC236}">
                        <a16:creationId xmlns:a16="http://schemas.microsoft.com/office/drawing/2014/main" id="{98A0C96A-C62E-A692-AF97-58DAE785A678}"/>
                      </a:ext>
                    </a:extLst>
                  </p:cNvPr>
                  <p:cNvPicPr>
                    <a:picLocks noChangeAspect="1"/>
                  </p:cNvPicPr>
                  <p:nvPr/>
                </p:nvPicPr>
                <p:blipFill>
                  <a:blip r:embed="rId4"/>
                  <a:stretch>
                    <a:fillRect/>
                  </a:stretch>
                </p:blipFill>
                <p:spPr>
                  <a:xfrm>
                    <a:off x="3300384" y="354304"/>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9" name="Ink 48">
                    <a:extLst>
                      <a:ext uri="{FF2B5EF4-FFF2-40B4-BE49-F238E27FC236}">
                        <a16:creationId xmlns:a16="http://schemas.microsoft.com/office/drawing/2014/main" id="{9C24D8E0-2E35-FFB0-981E-B30EA571FAD0}"/>
                      </a:ext>
                    </a:extLst>
                  </p14:cNvPr>
                  <p14:cNvContentPartPr>
                    <a14:cpLocks xmlns:a14="http://schemas.microsoft.com/office/drawing/2010/main" noChangeAspect="1"/>
                  </p14:cNvContentPartPr>
                  <p14:nvPr/>
                </p14:nvContentPartPr>
                <p14:xfrm>
                  <a:off x="7709722" y="5274633"/>
                  <a:ext cx="180000" cy="180000"/>
                </p14:xfrm>
              </p:contentPart>
            </mc:Choice>
            <mc:Fallback>
              <p:pic>
                <p:nvPicPr>
                  <p:cNvPr id="49" name="Ink 48">
                    <a:extLst>
                      <a:ext uri="{FF2B5EF4-FFF2-40B4-BE49-F238E27FC236}">
                        <a16:creationId xmlns:a16="http://schemas.microsoft.com/office/drawing/2014/main" id="{9C24D8E0-2E35-FFB0-981E-B30EA571FAD0}"/>
                      </a:ext>
                    </a:extLst>
                  </p:cNvPr>
                  <p:cNvPicPr>
                    <a:picLocks noChangeAspect="1"/>
                  </p:cNvPicPr>
                  <p:nvPr/>
                </p:nvPicPr>
                <p:blipFill>
                  <a:blip r:embed="rId4"/>
                  <a:stretch>
                    <a:fillRect/>
                  </a:stretch>
                </p:blipFill>
                <p:spPr>
                  <a:xfrm>
                    <a:off x="3209722" y="774633"/>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0" name="Ink 49">
                    <a:extLst>
                      <a:ext uri="{FF2B5EF4-FFF2-40B4-BE49-F238E27FC236}">
                        <a16:creationId xmlns:a16="http://schemas.microsoft.com/office/drawing/2014/main" id="{B43AF2A2-999F-BEA2-1781-16DD8597FFC0}"/>
                      </a:ext>
                    </a:extLst>
                  </p14:cNvPr>
                  <p14:cNvContentPartPr>
                    <a14:cpLocks xmlns:a14="http://schemas.microsoft.com/office/drawing/2010/main" noChangeAspect="1"/>
                  </p14:cNvContentPartPr>
                  <p14:nvPr/>
                </p14:nvContentPartPr>
                <p14:xfrm>
                  <a:off x="7891045" y="5480388"/>
                  <a:ext cx="180000" cy="180000"/>
                </p14:xfrm>
              </p:contentPart>
            </mc:Choice>
            <mc:Fallback>
              <p:pic>
                <p:nvPicPr>
                  <p:cNvPr id="50" name="Ink 49">
                    <a:extLst>
                      <a:ext uri="{FF2B5EF4-FFF2-40B4-BE49-F238E27FC236}">
                        <a16:creationId xmlns:a16="http://schemas.microsoft.com/office/drawing/2014/main" id="{B43AF2A2-999F-BEA2-1781-16DD8597FFC0}"/>
                      </a:ext>
                    </a:extLst>
                  </p:cNvPr>
                  <p:cNvPicPr>
                    <a:picLocks noChangeAspect="1"/>
                  </p:cNvPicPr>
                  <p:nvPr/>
                </p:nvPicPr>
                <p:blipFill>
                  <a:blip r:embed="rId4"/>
                  <a:stretch>
                    <a:fillRect/>
                  </a:stretch>
                </p:blipFill>
                <p:spPr>
                  <a:xfrm>
                    <a:off x="3391045" y="980388"/>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1" name="Ink 50">
                    <a:extLst>
                      <a:ext uri="{FF2B5EF4-FFF2-40B4-BE49-F238E27FC236}">
                        <a16:creationId xmlns:a16="http://schemas.microsoft.com/office/drawing/2014/main" id="{DE3D91D5-025C-8099-AA61-66950D7607C8}"/>
                      </a:ext>
                    </a:extLst>
                  </p14:cNvPr>
                  <p14:cNvContentPartPr>
                    <a14:cpLocks xmlns:a14="http://schemas.microsoft.com/office/drawing/2010/main" noChangeAspect="1"/>
                  </p14:cNvContentPartPr>
                  <p14:nvPr/>
                </p14:nvContentPartPr>
                <p14:xfrm>
                  <a:off x="7619061" y="5695696"/>
                  <a:ext cx="180000" cy="180000"/>
                </p14:xfrm>
              </p:contentPart>
            </mc:Choice>
            <mc:Fallback>
              <p:pic>
                <p:nvPicPr>
                  <p:cNvPr id="51" name="Ink 50">
                    <a:extLst>
                      <a:ext uri="{FF2B5EF4-FFF2-40B4-BE49-F238E27FC236}">
                        <a16:creationId xmlns:a16="http://schemas.microsoft.com/office/drawing/2014/main" id="{DE3D91D5-025C-8099-AA61-66950D7607C8}"/>
                      </a:ext>
                    </a:extLst>
                  </p:cNvPr>
                  <p:cNvPicPr>
                    <a:picLocks noChangeAspect="1"/>
                  </p:cNvPicPr>
                  <p:nvPr/>
                </p:nvPicPr>
                <p:blipFill>
                  <a:blip r:embed="rId4"/>
                  <a:stretch>
                    <a:fillRect/>
                  </a:stretch>
                </p:blipFill>
                <p:spPr>
                  <a:xfrm>
                    <a:off x="3119061" y="1195696"/>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2" name="Ink 51">
                    <a:extLst>
                      <a:ext uri="{FF2B5EF4-FFF2-40B4-BE49-F238E27FC236}">
                        <a16:creationId xmlns:a16="http://schemas.microsoft.com/office/drawing/2014/main" id="{39B1E56B-74DB-FFB4-B807-FB82B3AB00A7}"/>
                      </a:ext>
                    </a:extLst>
                  </p14:cNvPr>
                  <p14:cNvContentPartPr>
                    <a14:cpLocks xmlns:a14="http://schemas.microsoft.com/office/drawing/2010/main" noChangeAspect="1"/>
                  </p14:cNvContentPartPr>
                  <p14:nvPr/>
                </p14:nvContentPartPr>
                <p14:xfrm>
                  <a:off x="7981706" y="5423805"/>
                  <a:ext cx="180000" cy="180000"/>
                </p14:xfrm>
              </p:contentPart>
            </mc:Choice>
            <mc:Fallback>
              <p:pic>
                <p:nvPicPr>
                  <p:cNvPr id="52" name="Ink 51">
                    <a:extLst>
                      <a:ext uri="{FF2B5EF4-FFF2-40B4-BE49-F238E27FC236}">
                        <a16:creationId xmlns:a16="http://schemas.microsoft.com/office/drawing/2014/main" id="{39B1E56B-74DB-FFB4-B807-FB82B3AB00A7}"/>
                      </a:ext>
                    </a:extLst>
                  </p:cNvPr>
                  <p:cNvPicPr>
                    <a:picLocks noChangeAspect="1"/>
                  </p:cNvPicPr>
                  <p:nvPr/>
                </p:nvPicPr>
                <p:blipFill>
                  <a:blip r:embed="rId4"/>
                  <a:stretch>
                    <a:fillRect/>
                  </a:stretch>
                </p:blipFill>
                <p:spPr>
                  <a:xfrm>
                    <a:off x="3481706" y="923805"/>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3" name="Ink 52">
                    <a:extLst>
                      <a:ext uri="{FF2B5EF4-FFF2-40B4-BE49-F238E27FC236}">
                        <a16:creationId xmlns:a16="http://schemas.microsoft.com/office/drawing/2014/main" id="{5CFF9366-5618-F467-29DC-32530246F78E}"/>
                      </a:ext>
                    </a:extLst>
                  </p14:cNvPr>
                  <p14:cNvContentPartPr>
                    <a14:cpLocks xmlns:a14="http://schemas.microsoft.com/office/drawing/2010/main" noChangeAspect="1"/>
                  </p14:cNvContentPartPr>
                  <p14:nvPr/>
                </p14:nvContentPartPr>
                <p14:xfrm>
                  <a:off x="8072367" y="5631030"/>
                  <a:ext cx="180000" cy="180000"/>
                </p14:xfrm>
              </p:contentPart>
            </mc:Choice>
            <mc:Fallback>
              <p:pic>
                <p:nvPicPr>
                  <p:cNvPr id="53" name="Ink 52">
                    <a:extLst>
                      <a:ext uri="{FF2B5EF4-FFF2-40B4-BE49-F238E27FC236}">
                        <a16:creationId xmlns:a16="http://schemas.microsoft.com/office/drawing/2014/main" id="{5CFF9366-5618-F467-29DC-32530246F78E}"/>
                      </a:ext>
                    </a:extLst>
                  </p:cNvPr>
                  <p:cNvPicPr>
                    <a:picLocks noChangeAspect="1"/>
                  </p:cNvPicPr>
                  <p:nvPr/>
                </p:nvPicPr>
                <p:blipFill>
                  <a:blip r:embed="rId4"/>
                  <a:stretch>
                    <a:fillRect/>
                  </a:stretch>
                </p:blipFill>
                <p:spPr>
                  <a:xfrm>
                    <a:off x="3572367" y="1131030"/>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4" name="Ink 53">
                    <a:extLst>
                      <a:ext uri="{FF2B5EF4-FFF2-40B4-BE49-F238E27FC236}">
                        <a16:creationId xmlns:a16="http://schemas.microsoft.com/office/drawing/2014/main" id="{37EA833D-5472-3D9B-94DE-79E970B4D770}"/>
                      </a:ext>
                    </a:extLst>
                  </p14:cNvPr>
                  <p14:cNvContentPartPr>
                    <a14:cpLocks xmlns:a14="http://schemas.microsoft.com/office/drawing/2010/main" noChangeAspect="1"/>
                  </p14:cNvContentPartPr>
                  <p14:nvPr/>
                </p14:nvContentPartPr>
                <p14:xfrm>
                  <a:off x="8253689" y="4897659"/>
                  <a:ext cx="180000" cy="180000"/>
                </p14:xfrm>
              </p:contentPart>
            </mc:Choice>
            <mc:Fallback>
              <p:pic>
                <p:nvPicPr>
                  <p:cNvPr id="54" name="Ink 53">
                    <a:extLst>
                      <a:ext uri="{FF2B5EF4-FFF2-40B4-BE49-F238E27FC236}">
                        <a16:creationId xmlns:a16="http://schemas.microsoft.com/office/drawing/2014/main" id="{37EA833D-5472-3D9B-94DE-79E970B4D770}"/>
                      </a:ext>
                    </a:extLst>
                  </p:cNvPr>
                  <p:cNvPicPr>
                    <a:picLocks noChangeAspect="1"/>
                  </p:cNvPicPr>
                  <p:nvPr/>
                </p:nvPicPr>
                <p:blipFill>
                  <a:blip r:embed="rId4"/>
                  <a:stretch>
                    <a:fillRect/>
                  </a:stretch>
                </p:blipFill>
                <p:spPr>
                  <a:xfrm>
                    <a:off x="3753689" y="397659"/>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5" name="Ink 54">
                    <a:extLst>
                      <a:ext uri="{FF2B5EF4-FFF2-40B4-BE49-F238E27FC236}">
                        <a16:creationId xmlns:a16="http://schemas.microsoft.com/office/drawing/2014/main" id="{892DD912-1555-53C7-D636-C1A060545491}"/>
                      </a:ext>
                    </a:extLst>
                  </p14:cNvPr>
                  <p14:cNvContentPartPr>
                    <a14:cpLocks xmlns:a14="http://schemas.microsoft.com/office/drawing/2010/main" noChangeAspect="1"/>
                  </p14:cNvContentPartPr>
                  <p14:nvPr/>
                </p14:nvContentPartPr>
                <p14:xfrm>
                  <a:off x="8163028" y="5293739"/>
                  <a:ext cx="180000" cy="180000"/>
                </p14:xfrm>
              </p:contentPart>
            </mc:Choice>
            <mc:Fallback>
              <p:pic>
                <p:nvPicPr>
                  <p:cNvPr id="55" name="Ink 54">
                    <a:extLst>
                      <a:ext uri="{FF2B5EF4-FFF2-40B4-BE49-F238E27FC236}">
                        <a16:creationId xmlns:a16="http://schemas.microsoft.com/office/drawing/2014/main" id="{892DD912-1555-53C7-D636-C1A060545491}"/>
                      </a:ext>
                    </a:extLst>
                  </p:cNvPr>
                  <p:cNvPicPr>
                    <a:picLocks noChangeAspect="1"/>
                  </p:cNvPicPr>
                  <p:nvPr/>
                </p:nvPicPr>
                <p:blipFill>
                  <a:blip r:embed="rId4"/>
                  <a:stretch>
                    <a:fillRect/>
                  </a:stretch>
                </p:blipFill>
                <p:spPr>
                  <a:xfrm>
                    <a:off x="3663028" y="793739"/>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6" name="Ink 55">
                    <a:extLst>
                      <a:ext uri="{FF2B5EF4-FFF2-40B4-BE49-F238E27FC236}">
                        <a16:creationId xmlns:a16="http://schemas.microsoft.com/office/drawing/2014/main" id="{29E49E31-1BA1-2954-3B3B-A17FEB4FE2A8}"/>
                      </a:ext>
                    </a:extLst>
                  </p14:cNvPr>
                  <p14:cNvContentPartPr>
                    <a14:cpLocks xmlns:a14="http://schemas.microsoft.com/office/drawing/2010/main" noChangeAspect="1"/>
                  </p14:cNvContentPartPr>
                  <p14:nvPr/>
                </p14:nvContentPartPr>
                <p14:xfrm>
                  <a:off x="8344351" y="5451729"/>
                  <a:ext cx="180000" cy="180000"/>
                </p14:xfrm>
              </p:contentPart>
            </mc:Choice>
            <mc:Fallback>
              <p:pic>
                <p:nvPicPr>
                  <p:cNvPr id="56" name="Ink 55">
                    <a:extLst>
                      <a:ext uri="{FF2B5EF4-FFF2-40B4-BE49-F238E27FC236}">
                        <a16:creationId xmlns:a16="http://schemas.microsoft.com/office/drawing/2014/main" id="{29E49E31-1BA1-2954-3B3B-A17FEB4FE2A8}"/>
                      </a:ext>
                    </a:extLst>
                  </p:cNvPr>
                  <p:cNvPicPr>
                    <a:picLocks noChangeAspect="1"/>
                  </p:cNvPicPr>
                  <p:nvPr/>
                </p:nvPicPr>
                <p:blipFill>
                  <a:blip r:embed="rId4"/>
                  <a:stretch>
                    <a:fillRect/>
                  </a:stretch>
                </p:blipFill>
                <p:spPr>
                  <a:xfrm>
                    <a:off x="3844351" y="951729"/>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7" name="Ink 56">
                    <a:extLst>
                      <a:ext uri="{FF2B5EF4-FFF2-40B4-BE49-F238E27FC236}">
                        <a16:creationId xmlns:a16="http://schemas.microsoft.com/office/drawing/2014/main" id="{AB116E6B-80FB-2443-A8B3-FAEC9C87374A}"/>
                      </a:ext>
                    </a:extLst>
                  </p14:cNvPr>
                  <p14:cNvContentPartPr>
                    <a14:cpLocks xmlns:a14="http://schemas.microsoft.com/office/drawing/2010/main" noChangeAspect="1"/>
                  </p14:cNvContentPartPr>
                  <p14:nvPr/>
                </p14:nvContentPartPr>
                <p14:xfrm>
                  <a:off x="8435012" y="5163672"/>
                  <a:ext cx="180000" cy="180000"/>
                </p14:xfrm>
              </p:contentPart>
            </mc:Choice>
            <mc:Fallback>
              <p:pic>
                <p:nvPicPr>
                  <p:cNvPr id="57" name="Ink 56">
                    <a:extLst>
                      <a:ext uri="{FF2B5EF4-FFF2-40B4-BE49-F238E27FC236}">
                        <a16:creationId xmlns:a16="http://schemas.microsoft.com/office/drawing/2014/main" id="{AB116E6B-80FB-2443-A8B3-FAEC9C87374A}"/>
                      </a:ext>
                    </a:extLst>
                  </p:cNvPr>
                  <p:cNvPicPr>
                    <a:picLocks noChangeAspect="1"/>
                  </p:cNvPicPr>
                  <p:nvPr/>
                </p:nvPicPr>
                <p:blipFill>
                  <a:blip r:embed="rId4"/>
                  <a:stretch>
                    <a:fillRect/>
                  </a:stretch>
                </p:blipFill>
                <p:spPr>
                  <a:xfrm>
                    <a:off x="3935012" y="663672"/>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8" name="Ink 57">
                    <a:extLst>
                      <a:ext uri="{FF2B5EF4-FFF2-40B4-BE49-F238E27FC236}">
                        <a16:creationId xmlns:a16="http://schemas.microsoft.com/office/drawing/2014/main" id="{AEE60E64-DF1F-0477-E1EA-E7EB1006FFDB}"/>
                      </a:ext>
                    </a:extLst>
                  </p14:cNvPr>
                  <p14:cNvContentPartPr>
                    <a14:cpLocks xmlns:a14="http://schemas.microsoft.com/office/drawing/2010/main" noChangeAspect="1"/>
                  </p14:cNvContentPartPr>
                  <p14:nvPr/>
                </p14:nvContentPartPr>
                <p14:xfrm>
                  <a:off x="8616334" y="5400290"/>
                  <a:ext cx="180000" cy="180000"/>
                </p14:xfrm>
              </p:contentPart>
            </mc:Choice>
            <mc:Fallback>
              <p:pic>
                <p:nvPicPr>
                  <p:cNvPr id="58" name="Ink 57">
                    <a:extLst>
                      <a:ext uri="{FF2B5EF4-FFF2-40B4-BE49-F238E27FC236}">
                        <a16:creationId xmlns:a16="http://schemas.microsoft.com/office/drawing/2014/main" id="{AEE60E64-DF1F-0477-E1EA-E7EB1006FFDB}"/>
                      </a:ext>
                    </a:extLst>
                  </p:cNvPr>
                  <p:cNvPicPr>
                    <a:picLocks noChangeAspect="1"/>
                  </p:cNvPicPr>
                  <p:nvPr/>
                </p:nvPicPr>
                <p:blipFill>
                  <a:blip r:embed="rId4"/>
                  <a:stretch>
                    <a:fillRect/>
                  </a:stretch>
                </p:blipFill>
                <p:spPr>
                  <a:xfrm>
                    <a:off x="4116334" y="900290"/>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9" name="Ink 58">
                    <a:extLst>
                      <a:ext uri="{FF2B5EF4-FFF2-40B4-BE49-F238E27FC236}">
                        <a16:creationId xmlns:a16="http://schemas.microsoft.com/office/drawing/2014/main" id="{7CF806C1-70DD-AE49-90BB-4CBF5837024D}"/>
                      </a:ext>
                    </a:extLst>
                  </p14:cNvPr>
                  <p14:cNvContentPartPr>
                    <a14:cpLocks xmlns:a14="http://schemas.microsoft.com/office/drawing/2010/main" noChangeAspect="1"/>
                  </p14:cNvContentPartPr>
                  <p14:nvPr/>
                </p14:nvContentPartPr>
                <p14:xfrm>
                  <a:off x="8706995" y="4934402"/>
                  <a:ext cx="180000" cy="180000"/>
                </p14:xfrm>
              </p:contentPart>
            </mc:Choice>
            <mc:Fallback>
              <p:pic>
                <p:nvPicPr>
                  <p:cNvPr id="59" name="Ink 58">
                    <a:extLst>
                      <a:ext uri="{FF2B5EF4-FFF2-40B4-BE49-F238E27FC236}">
                        <a16:creationId xmlns:a16="http://schemas.microsoft.com/office/drawing/2014/main" id="{7CF806C1-70DD-AE49-90BB-4CBF5837024D}"/>
                      </a:ext>
                    </a:extLst>
                  </p:cNvPr>
                  <p:cNvPicPr>
                    <a:picLocks noChangeAspect="1"/>
                  </p:cNvPicPr>
                  <p:nvPr/>
                </p:nvPicPr>
                <p:blipFill>
                  <a:blip r:embed="rId4"/>
                  <a:stretch>
                    <a:fillRect/>
                  </a:stretch>
                </p:blipFill>
                <p:spPr>
                  <a:xfrm>
                    <a:off x="4206995" y="434402"/>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60" name="Ink 59">
                    <a:extLst>
                      <a:ext uri="{FF2B5EF4-FFF2-40B4-BE49-F238E27FC236}">
                        <a16:creationId xmlns:a16="http://schemas.microsoft.com/office/drawing/2014/main" id="{205941EA-D6CC-6912-2C96-6B88629527DC}"/>
                      </a:ext>
                    </a:extLst>
                  </p14:cNvPr>
                  <p14:cNvContentPartPr>
                    <a14:cpLocks xmlns:a14="http://schemas.microsoft.com/office/drawing/2010/main" noChangeAspect="1"/>
                  </p14:cNvContentPartPr>
                  <p14:nvPr/>
                </p14:nvContentPartPr>
                <p14:xfrm>
                  <a:off x="8978979" y="5222459"/>
                  <a:ext cx="180000" cy="180000"/>
                </p14:xfrm>
              </p:contentPart>
            </mc:Choice>
            <mc:Fallback>
              <p:pic>
                <p:nvPicPr>
                  <p:cNvPr id="60" name="Ink 59">
                    <a:extLst>
                      <a:ext uri="{FF2B5EF4-FFF2-40B4-BE49-F238E27FC236}">
                        <a16:creationId xmlns:a16="http://schemas.microsoft.com/office/drawing/2014/main" id="{205941EA-D6CC-6912-2C96-6B88629527DC}"/>
                      </a:ext>
                    </a:extLst>
                  </p:cNvPr>
                  <p:cNvPicPr>
                    <a:picLocks noChangeAspect="1"/>
                  </p:cNvPicPr>
                  <p:nvPr/>
                </p:nvPicPr>
                <p:blipFill>
                  <a:blip r:embed="rId4"/>
                  <a:stretch>
                    <a:fillRect/>
                  </a:stretch>
                </p:blipFill>
                <p:spPr>
                  <a:xfrm>
                    <a:off x="4478979" y="722459"/>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61" name="Ink 60">
                    <a:extLst>
                      <a:ext uri="{FF2B5EF4-FFF2-40B4-BE49-F238E27FC236}">
                        <a16:creationId xmlns:a16="http://schemas.microsoft.com/office/drawing/2014/main" id="{26359BB1-0526-AC03-4706-271C55A66BBD}"/>
                      </a:ext>
                    </a:extLst>
                  </p14:cNvPr>
                  <p14:cNvContentPartPr>
                    <a14:cpLocks xmlns:a14="http://schemas.microsoft.com/office/drawing/2010/main" noChangeAspect="1"/>
                  </p14:cNvContentPartPr>
                  <p14:nvPr/>
                </p14:nvContentPartPr>
                <p14:xfrm>
                  <a:off x="9069640" y="4626503"/>
                  <a:ext cx="180000" cy="180000"/>
                </p14:xfrm>
              </p:contentPart>
            </mc:Choice>
            <mc:Fallback>
              <p:pic>
                <p:nvPicPr>
                  <p:cNvPr id="61" name="Ink 60">
                    <a:extLst>
                      <a:ext uri="{FF2B5EF4-FFF2-40B4-BE49-F238E27FC236}">
                        <a16:creationId xmlns:a16="http://schemas.microsoft.com/office/drawing/2014/main" id="{26359BB1-0526-AC03-4706-271C55A66BBD}"/>
                      </a:ext>
                    </a:extLst>
                  </p:cNvPr>
                  <p:cNvPicPr>
                    <a:picLocks noChangeAspect="1"/>
                  </p:cNvPicPr>
                  <p:nvPr/>
                </p:nvPicPr>
                <p:blipFill>
                  <a:blip r:embed="rId4"/>
                  <a:stretch>
                    <a:fillRect/>
                  </a:stretch>
                </p:blipFill>
                <p:spPr>
                  <a:xfrm>
                    <a:off x="4569640" y="126503"/>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62" name="Ink 61">
                    <a:extLst>
                      <a:ext uri="{FF2B5EF4-FFF2-40B4-BE49-F238E27FC236}">
                        <a16:creationId xmlns:a16="http://schemas.microsoft.com/office/drawing/2014/main" id="{A90A63A1-48A1-DDB8-B1F9-A212F7D9108B}"/>
                      </a:ext>
                    </a:extLst>
                  </p14:cNvPr>
                  <p14:cNvContentPartPr>
                    <a14:cpLocks xmlns:a14="http://schemas.microsoft.com/office/drawing/2010/main" noChangeAspect="1"/>
                  </p14:cNvContentPartPr>
                  <p14:nvPr/>
                </p14:nvContentPartPr>
                <p14:xfrm>
                  <a:off x="8797656" y="5169551"/>
                  <a:ext cx="180000" cy="180000"/>
                </p14:xfrm>
              </p:contentPart>
            </mc:Choice>
            <mc:Fallback>
              <p:pic>
                <p:nvPicPr>
                  <p:cNvPr id="62" name="Ink 61">
                    <a:extLst>
                      <a:ext uri="{FF2B5EF4-FFF2-40B4-BE49-F238E27FC236}">
                        <a16:creationId xmlns:a16="http://schemas.microsoft.com/office/drawing/2014/main" id="{A90A63A1-48A1-DDB8-B1F9-A212F7D9108B}"/>
                      </a:ext>
                    </a:extLst>
                  </p:cNvPr>
                  <p:cNvPicPr>
                    <a:picLocks noChangeAspect="1"/>
                  </p:cNvPicPr>
                  <p:nvPr/>
                </p:nvPicPr>
                <p:blipFill>
                  <a:blip r:embed="rId4"/>
                  <a:stretch>
                    <a:fillRect/>
                  </a:stretch>
                </p:blipFill>
                <p:spPr>
                  <a:xfrm>
                    <a:off x="4297656" y="669551"/>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3" name="Ink 62">
                    <a:extLst>
                      <a:ext uri="{FF2B5EF4-FFF2-40B4-BE49-F238E27FC236}">
                        <a16:creationId xmlns:a16="http://schemas.microsoft.com/office/drawing/2014/main" id="{DF6E485E-CD28-AFCC-ABFF-318716A2518B}"/>
                      </a:ext>
                    </a:extLst>
                  </p14:cNvPr>
                  <p14:cNvContentPartPr>
                    <a14:cpLocks xmlns:a14="http://schemas.microsoft.com/office/drawing/2010/main" noChangeAspect="1"/>
                  </p14:cNvContentPartPr>
                  <p14:nvPr/>
                </p14:nvContentPartPr>
                <p14:xfrm>
                  <a:off x="8888318" y="5493615"/>
                  <a:ext cx="180000" cy="180000"/>
                </p14:xfrm>
              </p:contentPart>
            </mc:Choice>
            <mc:Fallback>
              <p:pic>
                <p:nvPicPr>
                  <p:cNvPr id="63" name="Ink 62">
                    <a:extLst>
                      <a:ext uri="{FF2B5EF4-FFF2-40B4-BE49-F238E27FC236}">
                        <a16:creationId xmlns:a16="http://schemas.microsoft.com/office/drawing/2014/main" id="{DF6E485E-CD28-AFCC-ABFF-318716A2518B}"/>
                      </a:ext>
                    </a:extLst>
                  </p:cNvPr>
                  <p:cNvPicPr>
                    <a:picLocks noChangeAspect="1"/>
                  </p:cNvPicPr>
                  <p:nvPr/>
                </p:nvPicPr>
                <p:blipFill>
                  <a:blip r:embed="rId4"/>
                  <a:stretch>
                    <a:fillRect/>
                  </a:stretch>
                </p:blipFill>
                <p:spPr>
                  <a:xfrm>
                    <a:off x="4388318" y="993615"/>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64" name="Ink 63">
                    <a:extLst>
                      <a:ext uri="{FF2B5EF4-FFF2-40B4-BE49-F238E27FC236}">
                        <a16:creationId xmlns:a16="http://schemas.microsoft.com/office/drawing/2014/main" id="{5E7BAA1C-7335-4630-19A7-BCF390653235}"/>
                      </a:ext>
                    </a:extLst>
                  </p14:cNvPr>
                  <p14:cNvContentPartPr>
                    <a14:cpLocks xmlns:a14="http://schemas.microsoft.com/office/drawing/2010/main" noChangeAspect="1"/>
                  </p14:cNvContentPartPr>
                  <p14:nvPr/>
                </p14:nvContentPartPr>
                <p14:xfrm>
                  <a:off x="9432285" y="5031033"/>
                  <a:ext cx="180000" cy="180000"/>
                </p14:xfrm>
              </p:contentPart>
            </mc:Choice>
            <mc:Fallback>
              <p:pic>
                <p:nvPicPr>
                  <p:cNvPr id="64" name="Ink 63">
                    <a:extLst>
                      <a:ext uri="{FF2B5EF4-FFF2-40B4-BE49-F238E27FC236}">
                        <a16:creationId xmlns:a16="http://schemas.microsoft.com/office/drawing/2014/main" id="{5E7BAA1C-7335-4630-19A7-BCF390653235}"/>
                      </a:ext>
                    </a:extLst>
                  </p:cNvPr>
                  <p:cNvPicPr>
                    <a:picLocks noChangeAspect="1"/>
                  </p:cNvPicPr>
                  <p:nvPr/>
                </p:nvPicPr>
                <p:blipFill>
                  <a:blip r:embed="rId4"/>
                  <a:stretch>
                    <a:fillRect/>
                  </a:stretch>
                </p:blipFill>
                <p:spPr>
                  <a:xfrm>
                    <a:off x="4932285" y="531033"/>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65" name="Ink 64">
                    <a:extLst>
                      <a:ext uri="{FF2B5EF4-FFF2-40B4-BE49-F238E27FC236}">
                        <a16:creationId xmlns:a16="http://schemas.microsoft.com/office/drawing/2014/main" id="{D718BD9B-7863-7D58-5E9C-BFBF0B25B1D8}"/>
                      </a:ext>
                    </a:extLst>
                  </p14:cNvPr>
                  <p14:cNvContentPartPr>
                    <a14:cpLocks xmlns:a14="http://schemas.microsoft.com/office/drawing/2010/main" noChangeAspect="1"/>
                  </p14:cNvContentPartPr>
                  <p14:nvPr/>
                </p14:nvContentPartPr>
                <p14:xfrm>
                  <a:off x="9341623" y="4510398"/>
                  <a:ext cx="180000" cy="180000"/>
                </p14:xfrm>
              </p:contentPart>
            </mc:Choice>
            <mc:Fallback>
              <p:pic>
                <p:nvPicPr>
                  <p:cNvPr id="65" name="Ink 64">
                    <a:extLst>
                      <a:ext uri="{FF2B5EF4-FFF2-40B4-BE49-F238E27FC236}">
                        <a16:creationId xmlns:a16="http://schemas.microsoft.com/office/drawing/2014/main" id="{D718BD9B-7863-7D58-5E9C-BFBF0B25B1D8}"/>
                      </a:ext>
                    </a:extLst>
                  </p:cNvPr>
                  <p:cNvPicPr>
                    <a:picLocks noChangeAspect="1"/>
                  </p:cNvPicPr>
                  <p:nvPr/>
                </p:nvPicPr>
                <p:blipFill>
                  <a:blip r:embed="rId4"/>
                  <a:stretch>
                    <a:fillRect/>
                  </a:stretch>
                </p:blipFill>
                <p:spPr>
                  <a:xfrm>
                    <a:off x="4841623" y="10398"/>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66" name="Ink 65">
                    <a:extLst>
                      <a:ext uri="{FF2B5EF4-FFF2-40B4-BE49-F238E27FC236}">
                        <a16:creationId xmlns:a16="http://schemas.microsoft.com/office/drawing/2014/main" id="{CF5EB903-1F54-6E18-25F3-7BCCD73F44E6}"/>
                      </a:ext>
                    </a:extLst>
                  </p14:cNvPr>
                  <p14:cNvContentPartPr>
                    <a14:cpLocks xmlns:a14="http://schemas.microsoft.com/office/drawing/2010/main" noChangeAspect="1"/>
                  </p14:cNvContentPartPr>
                  <p14:nvPr/>
                </p14:nvContentPartPr>
                <p14:xfrm>
                  <a:off x="9522946" y="3977639"/>
                  <a:ext cx="180000" cy="180000"/>
                </p14:xfrm>
              </p:contentPart>
            </mc:Choice>
            <mc:Fallback>
              <p:pic>
                <p:nvPicPr>
                  <p:cNvPr id="66" name="Ink 65">
                    <a:extLst>
                      <a:ext uri="{FF2B5EF4-FFF2-40B4-BE49-F238E27FC236}">
                        <a16:creationId xmlns:a16="http://schemas.microsoft.com/office/drawing/2014/main" id="{CF5EB903-1F54-6E18-25F3-7BCCD73F44E6}"/>
                      </a:ext>
                    </a:extLst>
                  </p:cNvPr>
                  <p:cNvPicPr>
                    <a:picLocks noChangeAspect="1"/>
                  </p:cNvPicPr>
                  <p:nvPr/>
                </p:nvPicPr>
                <p:blipFill>
                  <a:blip r:embed="rId4"/>
                  <a:stretch>
                    <a:fillRect/>
                  </a:stretch>
                </p:blipFill>
                <p:spPr>
                  <a:xfrm>
                    <a:off x="5022946" y="-522361"/>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67" name="Ink 66">
                    <a:extLst>
                      <a:ext uri="{FF2B5EF4-FFF2-40B4-BE49-F238E27FC236}">
                        <a16:creationId xmlns:a16="http://schemas.microsoft.com/office/drawing/2014/main" id="{3B61BE0F-85E2-3F0E-8C7B-44920D256D68}"/>
                      </a:ext>
                    </a:extLst>
                  </p14:cNvPr>
                  <p14:cNvContentPartPr>
                    <a14:cpLocks xmlns:a14="http://schemas.microsoft.com/office/drawing/2010/main" noChangeAspect="1"/>
                  </p14:cNvContentPartPr>
                  <p14:nvPr/>
                </p14:nvContentPartPr>
                <p14:xfrm>
                  <a:off x="8525673" y="4533913"/>
                  <a:ext cx="180000" cy="180000"/>
                </p14:xfrm>
              </p:contentPart>
            </mc:Choice>
            <mc:Fallback>
              <p:pic>
                <p:nvPicPr>
                  <p:cNvPr id="67" name="Ink 66">
                    <a:extLst>
                      <a:ext uri="{FF2B5EF4-FFF2-40B4-BE49-F238E27FC236}">
                        <a16:creationId xmlns:a16="http://schemas.microsoft.com/office/drawing/2014/main" id="{3B61BE0F-85E2-3F0E-8C7B-44920D256D68}"/>
                      </a:ext>
                    </a:extLst>
                  </p:cNvPr>
                  <p:cNvPicPr>
                    <a:picLocks noChangeAspect="1"/>
                  </p:cNvPicPr>
                  <p:nvPr/>
                </p:nvPicPr>
                <p:blipFill>
                  <a:blip r:embed="rId4"/>
                  <a:stretch>
                    <a:fillRect/>
                  </a:stretch>
                </p:blipFill>
                <p:spPr>
                  <a:xfrm>
                    <a:off x="4025673" y="33913"/>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68" name="Ink 67">
                    <a:extLst>
                      <a:ext uri="{FF2B5EF4-FFF2-40B4-BE49-F238E27FC236}">
                        <a16:creationId xmlns:a16="http://schemas.microsoft.com/office/drawing/2014/main" id="{4CD6C82C-589B-9A7D-BB95-5957435874C6}"/>
                      </a:ext>
                    </a:extLst>
                  </p14:cNvPr>
                  <p14:cNvContentPartPr>
                    <a14:cpLocks xmlns:a14="http://schemas.microsoft.com/office/drawing/2010/main" noChangeAspect="1"/>
                  </p14:cNvContentPartPr>
                  <p14:nvPr/>
                </p14:nvContentPartPr>
                <p14:xfrm>
                  <a:off x="9250962" y="5016704"/>
                  <a:ext cx="180000" cy="180000"/>
                </p14:xfrm>
              </p:contentPart>
            </mc:Choice>
            <mc:Fallback>
              <p:pic>
                <p:nvPicPr>
                  <p:cNvPr id="68" name="Ink 67">
                    <a:extLst>
                      <a:ext uri="{FF2B5EF4-FFF2-40B4-BE49-F238E27FC236}">
                        <a16:creationId xmlns:a16="http://schemas.microsoft.com/office/drawing/2014/main" id="{4CD6C82C-589B-9A7D-BB95-5957435874C6}"/>
                      </a:ext>
                    </a:extLst>
                  </p:cNvPr>
                  <p:cNvPicPr>
                    <a:picLocks noChangeAspect="1"/>
                  </p:cNvPicPr>
                  <p:nvPr/>
                </p:nvPicPr>
                <p:blipFill>
                  <a:blip r:embed="rId4"/>
                  <a:stretch>
                    <a:fillRect/>
                  </a:stretch>
                </p:blipFill>
                <p:spPr>
                  <a:xfrm>
                    <a:off x="4750962" y="516704"/>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69" name="Ink 68">
                    <a:extLst>
                      <a:ext uri="{FF2B5EF4-FFF2-40B4-BE49-F238E27FC236}">
                        <a16:creationId xmlns:a16="http://schemas.microsoft.com/office/drawing/2014/main" id="{6B08EA71-A227-EE00-1177-96FBC6487439}"/>
                      </a:ext>
                    </a:extLst>
                  </p14:cNvPr>
                  <p14:cNvContentPartPr>
                    <a14:cpLocks xmlns:a14="http://schemas.microsoft.com/office/drawing/2010/main" noChangeAspect="1"/>
                  </p14:cNvContentPartPr>
                  <p14:nvPr/>
                </p14:nvContentPartPr>
                <p14:xfrm>
                  <a:off x="9704268" y="4622829"/>
                  <a:ext cx="180000" cy="180000"/>
                </p14:xfrm>
              </p:contentPart>
            </mc:Choice>
            <mc:Fallback>
              <p:pic>
                <p:nvPicPr>
                  <p:cNvPr id="69" name="Ink 68">
                    <a:extLst>
                      <a:ext uri="{FF2B5EF4-FFF2-40B4-BE49-F238E27FC236}">
                        <a16:creationId xmlns:a16="http://schemas.microsoft.com/office/drawing/2014/main" id="{6B08EA71-A227-EE00-1177-96FBC6487439}"/>
                      </a:ext>
                    </a:extLst>
                  </p:cNvPr>
                  <p:cNvPicPr>
                    <a:picLocks noChangeAspect="1"/>
                  </p:cNvPicPr>
                  <p:nvPr/>
                </p:nvPicPr>
                <p:blipFill>
                  <a:blip r:embed="rId4"/>
                  <a:stretch>
                    <a:fillRect/>
                  </a:stretch>
                </p:blipFill>
                <p:spPr>
                  <a:xfrm>
                    <a:off x="5204268" y="122829"/>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70" name="Ink 69">
                    <a:extLst>
                      <a:ext uri="{FF2B5EF4-FFF2-40B4-BE49-F238E27FC236}">
                        <a16:creationId xmlns:a16="http://schemas.microsoft.com/office/drawing/2014/main" id="{A6670401-E8B1-2B50-0DA4-ED3E4D597760}"/>
                      </a:ext>
                    </a:extLst>
                  </p14:cNvPr>
                  <p14:cNvContentPartPr>
                    <a14:cpLocks xmlns:a14="http://schemas.microsoft.com/office/drawing/2010/main" noChangeAspect="1"/>
                  </p14:cNvContentPartPr>
                  <p14:nvPr/>
                </p14:nvContentPartPr>
                <p14:xfrm>
                  <a:off x="9613607" y="4236303"/>
                  <a:ext cx="180000" cy="180000"/>
                </p14:xfrm>
              </p:contentPart>
            </mc:Choice>
            <mc:Fallback>
              <p:pic>
                <p:nvPicPr>
                  <p:cNvPr id="70" name="Ink 69">
                    <a:extLst>
                      <a:ext uri="{FF2B5EF4-FFF2-40B4-BE49-F238E27FC236}">
                        <a16:creationId xmlns:a16="http://schemas.microsoft.com/office/drawing/2014/main" id="{A6670401-E8B1-2B50-0DA4-ED3E4D597760}"/>
                      </a:ext>
                    </a:extLst>
                  </p:cNvPr>
                  <p:cNvPicPr>
                    <a:picLocks noChangeAspect="1"/>
                  </p:cNvPicPr>
                  <p:nvPr/>
                </p:nvPicPr>
                <p:blipFill>
                  <a:blip r:embed="rId4"/>
                  <a:stretch>
                    <a:fillRect/>
                  </a:stretch>
                </p:blipFill>
                <p:spPr>
                  <a:xfrm>
                    <a:off x="5113607" y="-263697"/>
                    <a:ext cx="9000000" cy="9000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71" name="Ink 70">
                    <a:extLst>
                      <a:ext uri="{FF2B5EF4-FFF2-40B4-BE49-F238E27FC236}">
                        <a16:creationId xmlns:a16="http://schemas.microsoft.com/office/drawing/2014/main" id="{F0EF94C2-5CCD-3143-24CD-0525DBAD604E}"/>
                      </a:ext>
                    </a:extLst>
                  </p14:cNvPr>
                  <p14:cNvContentPartPr>
                    <a14:cpLocks xmlns:a14="http://schemas.microsoft.com/office/drawing/2010/main" noChangeAspect="1"/>
                  </p14:cNvContentPartPr>
                  <p14:nvPr/>
                </p14:nvContentPartPr>
                <p14:xfrm>
                  <a:off x="9160301" y="4830054"/>
                  <a:ext cx="180000" cy="180000"/>
                </p14:xfrm>
              </p:contentPart>
            </mc:Choice>
            <mc:Fallback>
              <p:pic>
                <p:nvPicPr>
                  <p:cNvPr id="71" name="Ink 70">
                    <a:extLst>
                      <a:ext uri="{FF2B5EF4-FFF2-40B4-BE49-F238E27FC236}">
                        <a16:creationId xmlns:a16="http://schemas.microsoft.com/office/drawing/2014/main" id="{F0EF94C2-5CCD-3143-24CD-0525DBAD604E}"/>
                      </a:ext>
                    </a:extLst>
                  </p:cNvPr>
                  <p:cNvPicPr>
                    <a:picLocks noChangeAspect="1"/>
                  </p:cNvPicPr>
                  <p:nvPr/>
                </p:nvPicPr>
                <p:blipFill>
                  <a:blip r:embed="rId4"/>
                  <a:stretch>
                    <a:fillRect/>
                  </a:stretch>
                </p:blipFill>
                <p:spPr>
                  <a:xfrm>
                    <a:off x="4660301" y="330054"/>
                    <a:ext cx="9000000" cy="9000000"/>
                  </a:xfrm>
                  <a:prstGeom prst="rect">
                    <a:avLst/>
                  </a:prstGeom>
                </p:spPr>
              </p:pic>
            </mc:Fallback>
          </mc:AlternateContent>
          <p:sp>
            <p:nvSpPr>
              <p:cNvPr id="72" name="Freeform 71">
                <a:extLst>
                  <a:ext uri="{FF2B5EF4-FFF2-40B4-BE49-F238E27FC236}">
                    <a16:creationId xmlns:a16="http://schemas.microsoft.com/office/drawing/2014/main" id="{60A234D9-1C72-3CFB-7B93-048E081F1FE6}"/>
                  </a:ext>
                </a:extLst>
              </p:cNvPr>
              <p:cNvSpPr/>
              <p:nvPr/>
            </p:nvSpPr>
            <p:spPr>
              <a:xfrm>
                <a:off x="7480332" y="4483630"/>
                <a:ext cx="2271549" cy="1154106"/>
              </a:xfrm>
              <a:custGeom>
                <a:avLst/>
                <a:gdLst>
                  <a:gd name="connsiteX0" fmla="*/ 0 w 1111250"/>
                  <a:gd name="connsiteY0" fmla="*/ 669925 h 669925"/>
                  <a:gd name="connsiteX1" fmla="*/ 571500 w 1111250"/>
                  <a:gd name="connsiteY1" fmla="*/ 501650 h 669925"/>
                  <a:gd name="connsiteX2" fmla="*/ 1111250 w 1111250"/>
                  <a:gd name="connsiteY2" fmla="*/ 0 h 669925"/>
                  <a:gd name="connsiteX0" fmla="*/ 0 w 1126364"/>
                  <a:gd name="connsiteY0" fmla="*/ 565399 h 565399"/>
                  <a:gd name="connsiteX1" fmla="*/ 571500 w 1126364"/>
                  <a:gd name="connsiteY1" fmla="*/ 397124 h 565399"/>
                  <a:gd name="connsiteX2" fmla="*/ 1126364 w 1126364"/>
                  <a:gd name="connsiteY2" fmla="*/ 0 h 565399"/>
                </a:gdLst>
                <a:ahLst/>
                <a:cxnLst>
                  <a:cxn ang="0">
                    <a:pos x="connsiteX0" y="connsiteY0"/>
                  </a:cxn>
                  <a:cxn ang="0">
                    <a:pos x="connsiteX1" y="connsiteY1"/>
                  </a:cxn>
                  <a:cxn ang="0">
                    <a:pos x="connsiteX2" y="connsiteY2"/>
                  </a:cxn>
                </a:cxnLst>
                <a:rect l="l" t="t" r="r" b="b"/>
                <a:pathLst>
                  <a:path w="1126364" h="565399">
                    <a:moveTo>
                      <a:pt x="0" y="565399"/>
                    </a:moveTo>
                    <a:cubicBezTo>
                      <a:pt x="193146" y="537088"/>
                      <a:pt x="386292" y="508778"/>
                      <a:pt x="571500" y="397124"/>
                    </a:cubicBezTo>
                    <a:cubicBezTo>
                      <a:pt x="756708" y="285470"/>
                      <a:pt x="949093" y="194998"/>
                      <a:pt x="1126364" y="0"/>
                    </a:cubicBezTo>
                  </a:path>
                </a:pathLst>
              </a:custGeom>
              <a:noFill/>
              <a:ln w="9525">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73" name="Freeform 72">
                <a:extLst>
                  <a:ext uri="{FF2B5EF4-FFF2-40B4-BE49-F238E27FC236}">
                    <a16:creationId xmlns:a16="http://schemas.microsoft.com/office/drawing/2014/main" id="{96B97777-6696-13A9-E1A2-C8E03AC78B34}"/>
                  </a:ext>
                </a:extLst>
              </p:cNvPr>
              <p:cNvSpPr/>
              <p:nvPr/>
            </p:nvSpPr>
            <p:spPr>
              <a:xfrm rot="4566314">
                <a:off x="7410235" y="5001513"/>
                <a:ext cx="1505608" cy="349552"/>
              </a:xfrm>
              <a:custGeom>
                <a:avLst/>
                <a:gdLst>
                  <a:gd name="connsiteX0" fmla="*/ 0 w 2027583"/>
                  <a:gd name="connsiteY0" fmla="*/ 1043940 h 1144965"/>
                  <a:gd name="connsiteX1" fmla="*/ 377687 w 2027583"/>
                  <a:gd name="connsiteY1" fmla="*/ 894853 h 1144965"/>
                  <a:gd name="connsiteX2" fmla="*/ 1093305 w 2027583"/>
                  <a:gd name="connsiteY2" fmla="*/ 331 h 1144965"/>
                  <a:gd name="connsiteX3" fmla="*/ 1719470 w 2027583"/>
                  <a:gd name="connsiteY3" fmla="*/ 1004183 h 1144965"/>
                  <a:gd name="connsiteX4" fmla="*/ 2027583 w 2027583"/>
                  <a:gd name="connsiteY4" fmla="*/ 1113514 h 1144965"/>
                  <a:gd name="connsiteX0" fmla="*/ 0 w 2027583"/>
                  <a:gd name="connsiteY0" fmla="*/ 1043632 h 1125885"/>
                  <a:gd name="connsiteX1" fmla="*/ 377687 w 2027583"/>
                  <a:gd name="connsiteY1" fmla="*/ 894545 h 1125885"/>
                  <a:gd name="connsiteX2" fmla="*/ 1093305 w 2027583"/>
                  <a:gd name="connsiteY2" fmla="*/ 23 h 1125885"/>
                  <a:gd name="connsiteX3" fmla="*/ 1688155 w 2027583"/>
                  <a:gd name="connsiteY3" fmla="*/ 922455 h 1125885"/>
                  <a:gd name="connsiteX4" fmla="*/ 2027583 w 2027583"/>
                  <a:gd name="connsiteY4" fmla="*/ 1113206 h 1125885"/>
                  <a:gd name="connsiteX0" fmla="*/ 0 w 2033846"/>
                  <a:gd name="connsiteY0" fmla="*/ 1043632 h 1094411"/>
                  <a:gd name="connsiteX1" fmla="*/ 377687 w 2033846"/>
                  <a:gd name="connsiteY1" fmla="*/ 894545 h 1094411"/>
                  <a:gd name="connsiteX2" fmla="*/ 1093305 w 2033846"/>
                  <a:gd name="connsiteY2" fmla="*/ 23 h 1094411"/>
                  <a:gd name="connsiteX3" fmla="*/ 1688155 w 2033846"/>
                  <a:gd name="connsiteY3" fmla="*/ 922455 h 1094411"/>
                  <a:gd name="connsiteX4" fmla="*/ 2033846 w 2033846"/>
                  <a:gd name="connsiteY4" fmla="*/ 1075628 h 1094411"/>
                  <a:gd name="connsiteX0" fmla="*/ 0 w 2033846"/>
                  <a:gd name="connsiteY0" fmla="*/ 1037368 h 1088147"/>
                  <a:gd name="connsiteX1" fmla="*/ 377687 w 2033846"/>
                  <a:gd name="connsiteY1" fmla="*/ 888281 h 1088147"/>
                  <a:gd name="connsiteX2" fmla="*/ 1011886 w 2033846"/>
                  <a:gd name="connsiteY2" fmla="*/ 23 h 1088147"/>
                  <a:gd name="connsiteX3" fmla="*/ 1688155 w 2033846"/>
                  <a:gd name="connsiteY3" fmla="*/ 916191 h 1088147"/>
                  <a:gd name="connsiteX4" fmla="*/ 2033846 w 2033846"/>
                  <a:gd name="connsiteY4" fmla="*/ 1069364 h 1088147"/>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998725 h 1030721"/>
                  <a:gd name="connsiteX1" fmla="*/ 377687 w 2033846"/>
                  <a:gd name="connsiteY1" fmla="*/ 849638 h 1030721"/>
                  <a:gd name="connsiteX2" fmla="*/ 1388022 w 2033846"/>
                  <a:gd name="connsiteY2" fmla="*/ 27 h 1030721"/>
                  <a:gd name="connsiteX3" fmla="*/ 1688155 w 2033846"/>
                  <a:gd name="connsiteY3" fmla="*/ 877548 h 1030721"/>
                  <a:gd name="connsiteX4" fmla="*/ 2033846 w 2033846"/>
                  <a:gd name="connsiteY4" fmla="*/ 1030721 h 1030721"/>
                  <a:gd name="connsiteX0" fmla="*/ 0 w 2033846"/>
                  <a:gd name="connsiteY0" fmla="*/ 998708 h 1030704"/>
                  <a:gd name="connsiteX1" fmla="*/ 377687 w 2033846"/>
                  <a:gd name="connsiteY1" fmla="*/ 849621 h 1030704"/>
                  <a:gd name="connsiteX2" fmla="*/ 1388022 w 2033846"/>
                  <a:gd name="connsiteY2" fmla="*/ 10 h 1030704"/>
                  <a:gd name="connsiteX3" fmla="*/ 1794421 w 2033846"/>
                  <a:gd name="connsiteY3" fmla="*/ 863718 h 1030704"/>
                  <a:gd name="connsiteX4" fmla="*/ 2033846 w 2033846"/>
                  <a:gd name="connsiteY4" fmla="*/ 1030704 h 1030704"/>
                  <a:gd name="connsiteX0" fmla="*/ 0 w 2033846"/>
                  <a:gd name="connsiteY0" fmla="*/ 998766 h 1030762"/>
                  <a:gd name="connsiteX1" fmla="*/ 810941 w 2033846"/>
                  <a:gd name="connsiteY1" fmla="*/ 816681 h 1030762"/>
                  <a:gd name="connsiteX2" fmla="*/ 1388022 w 2033846"/>
                  <a:gd name="connsiteY2" fmla="*/ 68 h 1030762"/>
                  <a:gd name="connsiteX3" fmla="*/ 1794421 w 2033846"/>
                  <a:gd name="connsiteY3" fmla="*/ 863776 h 1030762"/>
                  <a:gd name="connsiteX4" fmla="*/ 2033846 w 2033846"/>
                  <a:gd name="connsiteY4" fmla="*/ 1030762 h 1030762"/>
                  <a:gd name="connsiteX0" fmla="*/ 0 w 2033846"/>
                  <a:gd name="connsiteY0" fmla="*/ 1000250 h 1032246"/>
                  <a:gd name="connsiteX1" fmla="*/ 707151 w 2033846"/>
                  <a:gd name="connsiteY1" fmla="*/ 662369 h 1032246"/>
                  <a:gd name="connsiteX2" fmla="*/ 1388022 w 2033846"/>
                  <a:gd name="connsiteY2" fmla="*/ 1552 h 1032246"/>
                  <a:gd name="connsiteX3" fmla="*/ 1794421 w 2033846"/>
                  <a:gd name="connsiteY3" fmla="*/ 865260 h 1032246"/>
                  <a:gd name="connsiteX4" fmla="*/ 2033846 w 2033846"/>
                  <a:gd name="connsiteY4" fmla="*/ 1032246 h 1032246"/>
                  <a:gd name="connsiteX0" fmla="*/ 0 w 2033846"/>
                  <a:gd name="connsiteY0" fmla="*/ 999427 h 1031423"/>
                  <a:gd name="connsiteX1" fmla="*/ 707151 w 2033846"/>
                  <a:gd name="connsiteY1" fmla="*/ 661546 h 1031423"/>
                  <a:gd name="connsiteX2" fmla="*/ 1388022 w 2033846"/>
                  <a:gd name="connsiteY2" fmla="*/ 729 h 1031423"/>
                  <a:gd name="connsiteX3" fmla="*/ 1677134 w 2033846"/>
                  <a:gd name="connsiteY3" fmla="*/ 797955 h 1031423"/>
                  <a:gd name="connsiteX4" fmla="*/ 2033846 w 2033846"/>
                  <a:gd name="connsiteY4" fmla="*/ 1031423 h 1031423"/>
                  <a:gd name="connsiteX0" fmla="*/ 0 w 2033846"/>
                  <a:gd name="connsiteY0" fmla="*/ 999097 h 1031093"/>
                  <a:gd name="connsiteX1" fmla="*/ 707151 w 2033846"/>
                  <a:gd name="connsiteY1" fmla="*/ 661216 h 1031093"/>
                  <a:gd name="connsiteX2" fmla="*/ 1388022 w 2033846"/>
                  <a:gd name="connsiteY2" fmla="*/ 399 h 1031093"/>
                  <a:gd name="connsiteX3" fmla="*/ 1775187 w 2033846"/>
                  <a:gd name="connsiteY3" fmla="*/ 761526 h 1031093"/>
                  <a:gd name="connsiteX4" fmla="*/ 2033846 w 2033846"/>
                  <a:gd name="connsiteY4" fmla="*/ 1031093 h 1031093"/>
                  <a:gd name="connsiteX0" fmla="*/ 0 w 2033846"/>
                  <a:gd name="connsiteY0" fmla="*/ 999207 h 1031203"/>
                  <a:gd name="connsiteX1" fmla="*/ 707151 w 2033846"/>
                  <a:gd name="connsiteY1" fmla="*/ 661326 h 1031203"/>
                  <a:gd name="connsiteX2" fmla="*/ 1388022 w 2033846"/>
                  <a:gd name="connsiteY2" fmla="*/ 509 h 1031203"/>
                  <a:gd name="connsiteX3" fmla="*/ 1761578 w 2033846"/>
                  <a:gd name="connsiteY3" fmla="*/ 775084 h 1031203"/>
                  <a:gd name="connsiteX4" fmla="*/ 2033846 w 2033846"/>
                  <a:gd name="connsiteY4" fmla="*/ 1031203 h 1031203"/>
                  <a:gd name="connsiteX0" fmla="*/ 0 w 2033846"/>
                  <a:gd name="connsiteY0" fmla="*/ 999619 h 1031615"/>
                  <a:gd name="connsiteX1" fmla="*/ 707151 w 2033846"/>
                  <a:gd name="connsiteY1" fmla="*/ 661738 h 1031615"/>
                  <a:gd name="connsiteX2" fmla="*/ 1388022 w 2033846"/>
                  <a:gd name="connsiteY2" fmla="*/ 921 h 1031615"/>
                  <a:gd name="connsiteX3" fmla="*/ 1720769 w 2033846"/>
                  <a:gd name="connsiteY3" fmla="*/ 815834 h 1031615"/>
                  <a:gd name="connsiteX4" fmla="*/ 2033846 w 2033846"/>
                  <a:gd name="connsiteY4" fmla="*/ 1031615 h 1031615"/>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729 h 1031725"/>
                  <a:gd name="connsiteX1" fmla="*/ 707151 w 2033846"/>
                  <a:gd name="connsiteY1" fmla="*/ 661848 h 1031725"/>
                  <a:gd name="connsiteX2" fmla="*/ 1388022 w 2033846"/>
                  <a:gd name="connsiteY2" fmla="*/ 1031 h 1031725"/>
                  <a:gd name="connsiteX3" fmla="*/ 1557273 w 2033846"/>
                  <a:gd name="connsiteY3" fmla="*/ 825538 h 1031725"/>
                  <a:gd name="connsiteX4" fmla="*/ 2033846 w 2033846"/>
                  <a:gd name="connsiteY4" fmla="*/ 1031725 h 1031725"/>
                  <a:gd name="connsiteX0" fmla="*/ 0 w 2033846"/>
                  <a:gd name="connsiteY0" fmla="*/ 999729 h 1076083"/>
                  <a:gd name="connsiteX1" fmla="*/ 707151 w 2033846"/>
                  <a:gd name="connsiteY1" fmla="*/ 661848 h 1076083"/>
                  <a:gd name="connsiteX2" fmla="*/ 1388022 w 2033846"/>
                  <a:gd name="connsiteY2" fmla="*/ 1031 h 1076083"/>
                  <a:gd name="connsiteX3" fmla="*/ 1557273 w 2033846"/>
                  <a:gd name="connsiteY3" fmla="*/ 825538 h 1076083"/>
                  <a:gd name="connsiteX4" fmla="*/ 2033846 w 2033846"/>
                  <a:gd name="connsiteY4" fmla="*/ 1031725 h 1076083"/>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1003444 h 1035440"/>
                  <a:gd name="connsiteX1" fmla="*/ 707151 w 2033846"/>
                  <a:gd name="connsiteY1" fmla="*/ 665563 h 1035440"/>
                  <a:gd name="connsiteX2" fmla="*/ 1388022 w 2033846"/>
                  <a:gd name="connsiteY2" fmla="*/ 4746 h 1035440"/>
                  <a:gd name="connsiteX3" fmla="*/ 2033846 w 2033846"/>
                  <a:gd name="connsiteY3" fmla="*/ 1035440 h 1035440"/>
                  <a:gd name="connsiteX0" fmla="*/ 0 w 2033846"/>
                  <a:gd name="connsiteY0" fmla="*/ 1003444 h 1035440"/>
                  <a:gd name="connsiteX1" fmla="*/ 707151 w 2033846"/>
                  <a:gd name="connsiteY1" fmla="*/ 665563 h 1035440"/>
                  <a:gd name="connsiteX2" fmla="*/ 1388022 w 2033846"/>
                  <a:gd name="connsiteY2" fmla="*/ 4746 h 1035440"/>
                  <a:gd name="connsiteX3" fmla="*/ 2033846 w 2033846"/>
                  <a:gd name="connsiteY3" fmla="*/ 1035440 h 1035440"/>
                </a:gdLst>
                <a:ahLst/>
                <a:cxnLst>
                  <a:cxn ang="0">
                    <a:pos x="connsiteX0" y="connsiteY0"/>
                  </a:cxn>
                  <a:cxn ang="0">
                    <a:pos x="connsiteX1" y="connsiteY1"/>
                  </a:cxn>
                  <a:cxn ang="0">
                    <a:pos x="connsiteX2" y="connsiteY2"/>
                  </a:cxn>
                  <a:cxn ang="0">
                    <a:pos x="connsiteX3" y="connsiteY3"/>
                  </a:cxn>
                </a:cxnLst>
                <a:rect l="l" t="t" r="r" b="b"/>
                <a:pathLst>
                  <a:path w="2033846" h="1035440">
                    <a:moveTo>
                      <a:pt x="0" y="1003444"/>
                    </a:moveTo>
                    <a:cubicBezTo>
                      <a:pt x="204206" y="978290"/>
                      <a:pt x="475814" y="832013"/>
                      <a:pt x="707151" y="665563"/>
                    </a:cubicBezTo>
                    <a:cubicBezTo>
                      <a:pt x="938488" y="499113"/>
                      <a:pt x="1166906" y="-56900"/>
                      <a:pt x="1388022" y="4746"/>
                    </a:cubicBezTo>
                    <a:cubicBezTo>
                      <a:pt x="1609138" y="66392"/>
                      <a:pt x="1541823" y="505264"/>
                      <a:pt x="2033846" y="1035440"/>
                    </a:cubicBezTo>
                  </a:path>
                </a:pathLst>
              </a:custGeom>
              <a:solidFill>
                <a:srgbClr val="709A78">
                  <a:alpha val="46000"/>
                </a:srgbClr>
              </a:solidFill>
              <a:ln w="63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cxnSp>
            <p:nvCxnSpPr>
              <p:cNvPr id="74" name="Straight Connector 73">
                <a:extLst>
                  <a:ext uri="{FF2B5EF4-FFF2-40B4-BE49-F238E27FC236}">
                    <a16:creationId xmlns:a16="http://schemas.microsoft.com/office/drawing/2014/main" id="{B4BD100B-A3F5-8820-EE2E-EFB254A1A803}"/>
                  </a:ext>
                </a:extLst>
              </p:cNvPr>
              <p:cNvCxnSpPr>
                <a:cxnSpLocks/>
                <a:stCxn id="73" idx="4"/>
              </p:cNvCxnSpPr>
              <p:nvPr/>
            </p:nvCxnSpPr>
            <p:spPr>
              <a:xfrm flipH="1" flipV="1">
                <a:off x="7812600" y="4487483"/>
                <a:ext cx="349466" cy="1464653"/>
              </a:xfrm>
              <a:prstGeom prst="line">
                <a:avLst/>
              </a:prstGeom>
              <a:ln w="6350">
                <a:solidFill>
                  <a:schemeClr val="accent6">
                    <a:lumMod val="50000"/>
                  </a:schemeClr>
                </a:solidFill>
                <a:prstDash val="dash"/>
              </a:ln>
            </p:spPr>
            <p:style>
              <a:lnRef idx="2">
                <a:schemeClr val="accent1"/>
              </a:lnRef>
              <a:fillRef idx="0">
                <a:schemeClr val="accent1"/>
              </a:fillRef>
              <a:effectRef idx="1">
                <a:schemeClr val="accent1"/>
              </a:effectRef>
              <a:fontRef idx="minor">
                <a:schemeClr val="tx1"/>
              </a:fontRef>
            </p:style>
          </p:cxnSp>
        </p:grpSp>
        <p:sp>
          <p:nvSpPr>
            <p:cNvPr id="76" name="TextBox 75">
              <a:extLst>
                <a:ext uri="{FF2B5EF4-FFF2-40B4-BE49-F238E27FC236}">
                  <a16:creationId xmlns:a16="http://schemas.microsoft.com/office/drawing/2014/main" id="{F8DBB71A-F960-FC1E-71A5-8752FF1480BD}"/>
                </a:ext>
              </a:extLst>
            </p:cNvPr>
            <p:cNvSpPr txBox="1"/>
            <p:nvPr/>
          </p:nvSpPr>
          <p:spPr>
            <a:xfrm>
              <a:off x="9284128" y="4200236"/>
              <a:ext cx="220911" cy="244767"/>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sp>
          <p:nvSpPr>
            <p:cNvPr id="79" name="TextBox 78">
              <a:extLst>
                <a:ext uri="{FF2B5EF4-FFF2-40B4-BE49-F238E27FC236}">
                  <a16:creationId xmlns:a16="http://schemas.microsoft.com/office/drawing/2014/main" id="{E7B23B17-7607-01DD-0B17-EBE0A339C951}"/>
                </a:ext>
              </a:extLst>
            </p:cNvPr>
            <p:cNvSpPr txBox="1"/>
            <p:nvPr/>
          </p:nvSpPr>
          <p:spPr>
            <a:xfrm>
              <a:off x="7730529" y="4173067"/>
              <a:ext cx="1095725" cy="369332"/>
            </a:xfrm>
            <a:prstGeom prst="rect">
              <a:avLst/>
            </a:prstGeom>
            <a:noFill/>
          </p:spPr>
          <p:txBody>
            <a:bodyPr wrap="square">
              <a:spAutoFit/>
            </a:bodyPr>
            <a:lstStyle/>
            <a:p>
              <a:r>
                <a:rPr lang="en-GB" dirty="0"/>
                <a:t>✅</a:t>
              </a:r>
            </a:p>
          </p:txBody>
        </p:sp>
      </p:grpSp>
      <p:grpSp>
        <p:nvGrpSpPr>
          <p:cNvPr id="146" name="Group 145">
            <a:extLst>
              <a:ext uri="{FF2B5EF4-FFF2-40B4-BE49-F238E27FC236}">
                <a16:creationId xmlns:a16="http://schemas.microsoft.com/office/drawing/2014/main" id="{742AB219-6B69-C6B8-C9E1-C5E836089403}"/>
              </a:ext>
            </a:extLst>
          </p:cNvPr>
          <p:cNvGrpSpPr/>
          <p:nvPr/>
        </p:nvGrpSpPr>
        <p:grpSpPr>
          <a:xfrm>
            <a:off x="7189301" y="4984848"/>
            <a:ext cx="4614598" cy="1497372"/>
            <a:chOff x="6688260" y="5360628"/>
            <a:chExt cx="4614598" cy="1497372"/>
          </a:xfrm>
        </p:grpSpPr>
        <p:grpSp>
          <p:nvGrpSpPr>
            <p:cNvPr id="82" name="Group 81">
              <a:extLst>
                <a:ext uri="{FF2B5EF4-FFF2-40B4-BE49-F238E27FC236}">
                  <a16:creationId xmlns:a16="http://schemas.microsoft.com/office/drawing/2014/main" id="{89CB5D4E-2FB2-95AE-BF3C-50B537935F01}"/>
                </a:ext>
              </a:extLst>
            </p:cNvPr>
            <p:cNvGrpSpPr/>
            <p:nvPr/>
          </p:nvGrpSpPr>
          <p:grpSpPr>
            <a:xfrm>
              <a:off x="9199757" y="5485541"/>
              <a:ext cx="1987216" cy="1372459"/>
              <a:chOff x="6800088" y="3961432"/>
              <a:chExt cx="3717811" cy="2567684"/>
            </a:xfrm>
          </p:grpSpPr>
          <p:sp>
            <p:nvSpPr>
              <p:cNvPr id="83" name="TextBox 82">
                <a:extLst>
                  <a:ext uri="{FF2B5EF4-FFF2-40B4-BE49-F238E27FC236}">
                    <a16:creationId xmlns:a16="http://schemas.microsoft.com/office/drawing/2014/main" id="{A99B91C3-68CF-116E-5E3E-14CAD3A114E2}"/>
                  </a:ext>
                </a:extLst>
              </p:cNvPr>
              <p:cNvSpPr txBox="1"/>
              <p:nvPr/>
            </p:nvSpPr>
            <p:spPr>
              <a:xfrm rot="16200000">
                <a:off x="6009684" y="4751836"/>
                <a:ext cx="1980917" cy="40011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84" name="Straight Connector 83">
                <a:extLst>
                  <a:ext uri="{FF2B5EF4-FFF2-40B4-BE49-F238E27FC236}">
                    <a16:creationId xmlns:a16="http://schemas.microsoft.com/office/drawing/2014/main" id="{AD70BF3F-D77D-6C5F-6231-DFA9CCC24709}"/>
                  </a:ext>
                </a:extLst>
              </p:cNvPr>
              <p:cNvCxnSpPr>
                <a:cxnSpLocks/>
              </p:cNvCxnSpPr>
              <p:nvPr/>
            </p:nvCxnSpPr>
            <p:spPr>
              <a:xfrm>
                <a:off x="7261182" y="4069276"/>
                <a:ext cx="0" cy="2071618"/>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4FB90E19-9C0C-D2A9-8066-721C0847DA94}"/>
                  </a:ext>
                </a:extLst>
              </p:cNvPr>
              <p:cNvCxnSpPr>
                <a:cxnSpLocks/>
              </p:cNvCxnSpPr>
              <p:nvPr/>
            </p:nvCxnSpPr>
            <p:spPr>
              <a:xfrm flipH="1">
                <a:off x="7249934" y="6129480"/>
                <a:ext cx="3267965"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E6F93D8E-F833-9BAB-84DC-6F8E22782BF1}"/>
                  </a:ext>
                </a:extLst>
              </p:cNvPr>
              <p:cNvSpPr txBox="1"/>
              <p:nvPr/>
            </p:nvSpPr>
            <p:spPr>
              <a:xfrm>
                <a:off x="7441642" y="6129006"/>
                <a:ext cx="2845641" cy="40011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sp>
            <p:nvSpPr>
              <p:cNvPr id="87" name="Oval 86">
                <a:extLst>
                  <a:ext uri="{FF2B5EF4-FFF2-40B4-BE49-F238E27FC236}">
                    <a16:creationId xmlns:a16="http://schemas.microsoft.com/office/drawing/2014/main" id="{3CCA7291-3863-BE33-4400-76D12941EFCB}"/>
                  </a:ext>
                </a:extLst>
              </p:cNvPr>
              <p:cNvSpPr/>
              <p:nvPr/>
            </p:nvSpPr>
            <p:spPr>
              <a:xfrm rot="13770711">
                <a:off x="9916235" y="5668894"/>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8" name="Oval 87">
                <a:extLst>
                  <a:ext uri="{FF2B5EF4-FFF2-40B4-BE49-F238E27FC236}">
                    <a16:creationId xmlns:a16="http://schemas.microsoft.com/office/drawing/2014/main" id="{4989894D-6C83-4FBA-0776-11FC520FB0AB}"/>
                  </a:ext>
                </a:extLst>
              </p:cNvPr>
              <p:cNvSpPr/>
              <p:nvPr/>
            </p:nvSpPr>
            <p:spPr>
              <a:xfrm rot="13770711">
                <a:off x="10304263" y="5965355"/>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9" name="Oval 88">
                <a:extLst>
                  <a:ext uri="{FF2B5EF4-FFF2-40B4-BE49-F238E27FC236}">
                    <a16:creationId xmlns:a16="http://schemas.microsoft.com/office/drawing/2014/main" id="{07547960-DAF3-D68E-4CF5-4D9FB989A40D}"/>
                  </a:ext>
                </a:extLst>
              </p:cNvPr>
              <p:cNvSpPr/>
              <p:nvPr/>
            </p:nvSpPr>
            <p:spPr>
              <a:xfrm rot="13770711">
                <a:off x="10045580" y="5387630"/>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0" name="Oval 89">
                <a:extLst>
                  <a:ext uri="{FF2B5EF4-FFF2-40B4-BE49-F238E27FC236}">
                    <a16:creationId xmlns:a16="http://schemas.microsoft.com/office/drawing/2014/main" id="{4D9DCE53-38AF-15C0-7EB4-701099215839}"/>
                  </a:ext>
                </a:extLst>
              </p:cNvPr>
              <p:cNvSpPr/>
              <p:nvPr/>
            </p:nvSpPr>
            <p:spPr>
              <a:xfrm rot="13770711">
                <a:off x="10174925" y="4647504"/>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1" name="Oval 90">
                <a:extLst>
                  <a:ext uri="{FF2B5EF4-FFF2-40B4-BE49-F238E27FC236}">
                    <a16:creationId xmlns:a16="http://schemas.microsoft.com/office/drawing/2014/main" id="{F9E8D535-A40A-12CE-E1DA-DD3FF385B122}"/>
                  </a:ext>
                </a:extLst>
              </p:cNvPr>
              <p:cNvSpPr/>
              <p:nvPr/>
            </p:nvSpPr>
            <p:spPr>
              <a:xfrm rot="13770711">
                <a:off x="9657545" y="5747690"/>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2" name="Oval 91">
                <a:extLst>
                  <a:ext uri="{FF2B5EF4-FFF2-40B4-BE49-F238E27FC236}">
                    <a16:creationId xmlns:a16="http://schemas.microsoft.com/office/drawing/2014/main" id="{59063940-26EE-A838-493A-1578626572FF}"/>
                  </a:ext>
                </a:extLst>
              </p:cNvPr>
              <p:cNvSpPr/>
              <p:nvPr/>
            </p:nvSpPr>
            <p:spPr>
              <a:xfrm rot="13770711">
                <a:off x="9010820" y="5325299"/>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3" name="Oval 92">
                <a:extLst>
                  <a:ext uri="{FF2B5EF4-FFF2-40B4-BE49-F238E27FC236}">
                    <a16:creationId xmlns:a16="http://schemas.microsoft.com/office/drawing/2014/main" id="{50F9A225-5C32-2D60-F8AD-1DACF134A495}"/>
                  </a:ext>
                </a:extLst>
              </p:cNvPr>
              <p:cNvSpPr/>
              <p:nvPr/>
            </p:nvSpPr>
            <p:spPr>
              <a:xfrm rot="13770711">
                <a:off x="9521058" y="5272683"/>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sp>
            <p:nvSpPr>
              <p:cNvPr id="94" name="Oval 93">
                <a:extLst>
                  <a:ext uri="{FF2B5EF4-FFF2-40B4-BE49-F238E27FC236}">
                    <a16:creationId xmlns:a16="http://schemas.microsoft.com/office/drawing/2014/main" id="{1A7C723C-2026-3C87-D8B2-4FD090209A15}"/>
                  </a:ext>
                </a:extLst>
              </p:cNvPr>
              <p:cNvSpPr/>
              <p:nvPr/>
            </p:nvSpPr>
            <p:spPr>
              <a:xfrm rot="13770711">
                <a:off x="9140165" y="5559439"/>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5" name="Oval 94">
                <a:extLst>
                  <a:ext uri="{FF2B5EF4-FFF2-40B4-BE49-F238E27FC236}">
                    <a16:creationId xmlns:a16="http://schemas.microsoft.com/office/drawing/2014/main" id="{AB579379-9F5B-4285-2B4C-B2FBB4D6A5E3}"/>
                  </a:ext>
                </a:extLst>
              </p:cNvPr>
              <p:cNvSpPr/>
              <p:nvPr/>
            </p:nvSpPr>
            <p:spPr>
              <a:xfrm rot="13770711">
                <a:off x="9269510" y="4916357"/>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6" name="Oval 95">
                <a:extLst>
                  <a:ext uri="{FF2B5EF4-FFF2-40B4-BE49-F238E27FC236}">
                    <a16:creationId xmlns:a16="http://schemas.microsoft.com/office/drawing/2014/main" id="{9CBA0AF1-EC55-0EBE-ABF7-64FCB5ABC41F}"/>
                  </a:ext>
                </a:extLst>
              </p:cNvPr>
              <p:cNvSpPr/>
              <p:nvPr/>
            </p:nvSpPr>
            <p:spPr>
              <a:xfrm rot="13770711">
                <a:off x="9391710" y="4720096"/>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7" name="Oval 96">
                <a:extLst>
                  <a:ext uri="{FF2B5EF4-FFF2-40B4-BE49-F238E27FC236}">
                    <a16:creationId xmlns:a16="http://schemas.microsoft.com/office/drawing/2014/main" id="{B39B2727-5C2A-70A0-56EE-7C7FEFDFAF15}"/>
                  </a:ext>
                </a:extLst>
              </p:cNvPr>
              <p:cNvSpPr/>
              <p:nvPr/>
            </p:nvSpPr>
            <p:spPr>
              <a:xfrm rot="13770711">
                <a:off x="8364095" y="4481216"/>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8" name="Oval 97">
                <a:extLst>
                  <a:ext uri="{FF2B5EF4-FFF2-40B4-BE49-F238E27FC236}">
                    <a16:creationId xmlns:a16="http://schemas.microsoft.com/office/drawing/2014/main" id="{16215126-FF7E-33F2-995F-E09E76AF53BF}"/>
                  </a:ext>
                </a:extLst>
              </p:cNvPr>
              <p:cNvSpPr/>
              <p:nvPr/>
            </p:nvSpPr>
            <p:spPr>
              <a:xfrm rot="13770711">
                <a:off x="8752130" y="4775057"/>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99" name="Oval 98">
                <a:extLst>
                  <a:ext uri="{FF2B5EF4-FFF2-40B4-BE49-F238E27FC236}">
                    <a16:creationId xmlns:a16="http://schemas.microsoft.com/office/drawing/2014/main" id="{843B62C6-5A5A-09C4-8CA6-55063F2CC093}"/>
                  </a:ext>
                </a:extLst>
              </p:cNvPr>
              <p:cNvSpPr/>
              <p:nvPr/>
            </p:nvSpPr>
            <p:spPr>
              <a:xfrm rot="13770711">
                <a:off x="8874331" y="4517744"/>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0" name="Oval 99">
                <a:extLst>
                  <a:ext uri="{FF2B5EF4-FFF2-40B4-BE49-F238E27FC236}">
                    <a16:creationId xmlns:a16="http://schemas.microsoft.com/office/drawing/2014/main" id="{D3D30919-1199-3875-841C-235AF48BC351}"/>
                  </a:ext>
                </a:extLst>
              </p:cNvPr>
              <p:cNvSpPr/>
              <p:nvPr/>
            </p:nvSpPr>
            <p:spPr>
              <a:xfrm rot="13770711">
                <a:off x="8493440" y="4748429"/>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1" name="Oval 100">
                <a:extLst>
                  <a:ext uri="{FF2B5EF4-FFF2-40B4-BE49-F238E27FC236}">
                    <a16:creationId xmlns:a16="http://schemas.microsoft.com/office/drawing/2014/main" id="{1FA17234-081A-E446-BC4B-11261481D736}"/>
                  </a:ext>
                </a:extLst>
              </p:cNvPr>
              <p:cNvSpPr/>
              <p:nvPr/>
            </p:nvSpPr>
            <p:spPr>
              <a:xfrm rot="13770711">
                <a:off x="8083975" y="4538535"/>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2" name="Oval 101">
                <a:extLst>
                  <a:ext uri="{FF2B5EF4-FFF2-40B4-BE49-F238E27FC236}">
                    <a16:creationId xmlns:a16="http://schemas.microsoft.com/office/drawing/2014/main" id="{ADB5C327-C3D6-571E-BE68-0A343DF0CC79}"/>
                  </a:ext>
                </a:extLst>
              </p:cNvPr>
              <p:cNvSpPr/>
              <p:nvPr/>
            </p:nvSpPr>
            <p:spPr>
              <a:xfrm rot="13770711">
                <a:off x="8622785" y="4950727"/>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3" name="Oval 102">
                <a:extLst>
                  <a:ext uri="{FF2B5EF4-FFF2-40B4-BE49-F238E27FC236}">
                    <a16:creationId xmlns:a16="http://schemas.microsoft.com/office/drawing/2014/main" id="{A6A6917C-5ED5-CF4E-EF3D-88667F6EA8D8}"/>
                  </a:ext>
                </a:extLst>
              </p:cNvPr>
              <p:cNvSpPr/>
              <p:nvPr/>
            </p:nvSpPr>
            <p:spPr>
              <a:xfrm rot="13770711">
                <a:off x="7846715" y="4272453"/>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4" name="Oval 103">
                <a:extLst>
                  <a:ext uri="{FF2B5EF4-FFF2-40B4-BE49-F238E27FC236}">
                    <a16:creationId xmlns:a16="http://schemas.microsoft.com/office/drawing/2014/main" id="{43A0116B-0AE6-77B0-A345-699AB948711E}"/>
                  </a:ext>
                </a:extLst>
              </p:cNvPr>
              <p:cNvSpPr/>
              <p:nvPr/>
            </p:nvSpPr>
            <p:spPr>
              <a:xfrm rot="13770711">
                <a:off x="8234750" y="4531573"/>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5" name="Oval 104">
                <a:extLst>
                  <a:ext uri="{FF2B5EF4-FFF2-40B4-BE49-F238E27FC236}">
                    <a16:creationId xmlns:a16="http://schemas.microsoft.com/office/drawing/2014/main" id="{B6EFC0FB-07B3-FBAD-B0EA-A05ABFBE32BB}"/>
                  </a:ext>
                </a:extLst>
              </p:cNvPr>
              <p:cNvSpPr/>
              <p:nvPr/>
            </p:nvSpPr>
            <p:spPr>
              <a:xfrm rot="13770711">
                <a:off x="7976060" y="4201075"/>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6" name="Oval 105">
                <a:extLst>
                  <a:ext uri="{FF2B5EF4-FFF2-40B4-BE49-F238E27FC236}">
                    <a16:creationId xmlns:a16="http://schemas.microsoft.com/office/drawing/2014/main" id="{F14F04F5-F54D-41F7-8081-5C65EAF6DCD1}"/>
                  </a:ext>
                </a:extLst>
              </p:cNvPr>
              <p:cNvSpPr/>
              <p:nvPr/>
            </p:nvSpPr>
            <p:spPr>
              <a:xfrm rot="13770711">
                <a:off x="7717370" y="4056279"/>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07" name="Oval 106">
                <a:extLst>
                  <a:ext uri="{FF2B5EF4-FFF2-40B4-BE49-F238E27FC236}">
                    <a16:creationId xmlns:a16="http://schemas.microsoft.com/office/drawing/2014/main" id="{058D2D48-1A89-3F16-1640-96EE3940A7EA}"/>
                  </a:ext>
                </a:extLst>
              </p:cNvPr>
              <p:cNvSpPr/>
              <p:nvPr/>
            </p:nvSpPr>
            <p:spPr>
              <a:xfrm rot="13770711">
                <a:off x="9786890" y="5085608"/>
                <a:ext cx="99806" cy="99166"/>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grpSp>
        <p:grpSp>
          <p:nvGrpSpPr>
            <p:cNvPr id="109" name="Group 108">
              <a:extLst>
                <a:ext uri="{FF2B5EF4-FFF2-40B4-BE49-F238E27FC236}">
                  <a16:creationId xmlns:a16="http://schemas.microsoft.com/office/drawing/2014/main" id="{32EDA0F0-540C-29B8-19B1-958634AEB106}"/>
                </a:ext>
              </a:extLst>
            </p:cNvPr>
            <p:cNvGrpSpPr/>
            <p:nvPr/>
          </p:nvGrpSpPr>
          <p:grpSpPr>
            <a:xfrm>
              <a:off x="6688260" y="5360628"/>
              <a:ext cx="1712851" cy="1372231"/>
              <a:chOff x="6214948" y="2715169"/>
              <a:chExt cx="1647941" cy="1320229"/>
            </a:xfrm>
          </p:grpSpPr>
          <p:sp>
            <p:nvSpPr>
              <p:cNvPr id="113" name="TextBox 112">
                <a:extLst>
                  <a:ext uri="{FF2B5EF4-FFF2-40B4-BE49-F238E27FC236}">
                    <a16:creationId xmlns:a16="http://schemas.microsoft.com/office/drawing/2014/main" id="{91DAB36B-6AB2-375F-F7AA-72056736FB69}"/>
                  </a:ext>
                </a:extLst>
              </p:cNvPr>
              <p:cNvSpPr txBox="1"/>
              <p:nvPr/>
            </p:nvSpPr>
            <p:spPr>
              <a:xfrm rot="16200000">
                <a:off x="5883775" y="3207723"/>
                <a:ext cx="869626" cy="20728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114" name="Straight Connector 113">
                <a:extLst>
                  <a:ext uri="{FF2B5EF4-FFF2-40B4-BE49-F238E27FC236}">
                    <a16:creationId xmlns:a16="http://schemas.microsoft.com/office/drawing/2014/main" id="{C86784E0-0ADA-5E21-6944-7D50C276557B}"/>
                  </a:ext>
                </a:extLst>
              </p:cNvPr>
              <p:cNvCxnSpPr>
                <a:cxnSpLocks/>
              </p:cNvCxnSpPr>
              <p:nvPr/>
            </p:nvCxnSpPr>
            <p:spPr>
              <a:xfrm>
                <a:off x="6433185" y="2923893"/>
                <a:ext cx="0" cy="909444"/>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345D5599-86DC-CB16-1C4B-6188DA71405B}"/>
                  </a:ext>
                </a:extLst>
              </p:cNvPr>
              <p:cNvCxnSpPr>
                <a:cxnSpLocks/>
              </p:cNvCxnSpPr>
              <p:nvPr/>
            </p:nvCxnSpPr>
            <p:spPr>
              <a:xfrm flipH="1">
                <a:off x="6428247" y="3828326"/>
                <a:ext cx="1434642"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448CE3BC-F6A8-E0B2-524E-11836106014E}"/>
                  </a:ext>
                </a:extLst>
              </p:cNvPr>
              <p:cNvSpPr txBox="1"/>
              <p:nvPr/>
            </p:nvSpPr>
            <p:spPr>
              <a:xfrm>
                <a:off x="6512407" y="3828118"/>
                <a:ext cx="1249241" cy="207280"/>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grpSp>
            <p:nvGrpSpPr>
              <p:cNvPr id="117" name="Group 116">
                <a:extLst>
                  <a:ext uri="{FF2B5EF4-FFF2-40B4-BE49-F238E27FC236}">
                    <a16:creationId xmlns:a16="http://schemas.microsoft.com/office/drawing/2014/main" id="{BD569414-7C6C-5C6B-3872-55EC005D2E6A}"/>
                  </a:ext>
                </a:extLst>
              </p:cNvPr>
              <p:cNvGrpSpPr/>
              <p:nvPr/>
            </p:nvGrpSpPr>
            <p:grpSpPr>
              <a:xfrm rot="13770711">
                <a:off x="6580113" y="2987761"/>
                <a:ext cx="1245539" cy="700355"/>
                <a:chOff x="6529486" y="2913454"/>
                <a:chExt cx="1245539" cy="700355"/>
              </a:xfrm>
            </p:grpSpPr>
            <p:sp>
              <p:nvSpPr>
                <p:cNvPr id="118" name="Oval 117">
                  <a:extLst>
                    <a:ext uri="{FF2B5EF4-FFF2-40B4-BE49-F238E27FC236}">
                      <a16:creationId xmlns:a16="http://schemas.microsoft.com/office/drawing/2014/main" id="{C3FF2AE1-28BF-54E6-7F89-E001F97C68CE}"/>
                    </a:ext>
                  </a:extLst>
                </p:cNvPr>
                <p:cNvSpPr/>
                <p:nvPr/>
              </p:nvSpPr>
              <p:spPr>
                <a:xfrm>
                  <a:off x="6644019" y="333414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19" name="Oval 118">
                  <a:extLst>
                    <a:ext uri="{FF2B5EF4-FFF2-40B4-BE49-F238E27FC236}">
                      <a16:creationId xmlns:a16="http://schemas.microsoft.com/office/drawing/2014/main" id="{D336E95C-FD0C-C065-9E51-8B5FC3594D2B}"/>
                    </a:ext>
                  </a:extLst>
                </p:cNvPr>
                <p:cNvSpPr/>
                <p:nvPr/>
              </p:nvSpPr>
              <p:spPr>
                <a:xfrm>
                  <a:off x="6583620" y="357027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0" name="Oval 119">
                  <a:extLst>
                    <a:ext uri="{FF2B5EF4-FFF2-40B4-BE49-F238E27FC236}">
                      <a16:creationId xmlns:a16="http://schemas.microsoft.com/office/drawing/2014/main" id="{122E0930-72E7-14D1-76D4-1BF20B4E884E}"/>
                    </a:ext>
                  </a:extLst>
                </p:cNvPr>
                <p:cNvSpPr/>
                <p:nvPr/>
              </p:nvSpPr>
              <p:spPr>
                <a:xfrm>
                  <a:off x="6704418" y="345356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1" name="Oval 120">
                  <a:extLst>
                    <a:ext uri="{FF2B5EF4-FFF2-40B4-BE49-F238E27FC236}">
                      <a16:creationId xmlns:a16="http://schemas.microsoft.com/office/drawing/2014/main" id="{2E580563-593D-8168-0A04-493A542B5A2E}"/>
                    </a:ext>
                  </a:extLst>
                </p:cNvPr>
                <p:cNvSpPr/>
                <p:nvPr/>
              </p:nvSpPr>
              <p:spPr>
                <a:xfrm>
                  <a:off x="6764818" y="355399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2" name="Oval 121">
                  <a:extLst>
                    <a:ext uri="{FF2B5EF4-FFF2-40B4-BE49-F238E27FC236}">
                      <a16:creationId xmlns:a16="http://schemas.microsoft.com/office/drawing/2014/main" id="{2E04E39E-8847-E739-27EF-4BAB853F22DE}"/>
                    </a:ext>
                  </a:extLst>
                </p:cNvPr>
                <p:cNvSpPr/>
                <p:nvPr/>
              </p:nvSpPr>
              <p:spPr>
                <a:xfrm>
                  <a:off x="6825217" y="336128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3" name="Oval 122">
                  <a:extLst>
                    <a:ext uri="{FF2B5EF4-FFF2-40B4-BE49-F238E27FC236}">
                      <a16:creationId xmlns:a16="http://schemas.microsoft.com/office/drawing/2014/main" id="{52AB66C6-8AB4-C99C-611C-35C8E05DE60D}"/>
                    </a:ext>
                  </a:extLst>
                </p:cNvPr>
                <p:cNvSpPr/>
                <p:nvPr/>
              </p:nvSpPr>
              <p:spPr>
                <a:xfrm>
                  <a:off x="6946016"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4" name="Oval 123">
                  <a:extLst>
                    <a:ext uri="{FF2B5EF4-FFF2-40B4-BE49-F238E27FC236}">
                      <a16:creationId xmlns:a16="http://schemas.microsoft.com/office/drawing/2014/main" id="{FB22D62C-4595-D889-BABA-0DC10CF48013}"/>
                    </a:ext>
                  </a:extLst>
                </p:cNvPr>
                <p:cNvSpPr/>
                <p:nvPr/>
              </p:nvSpPr>
              <p:spPr>
                <a:xfrm>
                  <a:off x="7006415" y="343999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sp>
              <p:nvSpPr>
                <p:cNvPr id="125" name="Oval 124">
                  <a:extLst>
                    <a:ext uri="{FF2B5EF4-FFF2-40B4-BE49-F238E27FC236}">
                      <a16:creationId xmlns:a16="http://schemas.microsoft.com/office/drawing/2014/main" id="{70FC29CD-88AF-2B21-1967-476023C760F3}"/>
                    </a:ext>
                  </a:extLst>
                </p:cNvPr>
                <p:cNvSpPr/>
                <p:nvPr/>
              </p:nvSpPr>
              <p:spPr>
                <a:xfrm>
                  <a:off x="6885617" y="3125157"/>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6" name="Oval 125">
                  <a:extLst>
                    <a:ext uri="{FF2B5EF4-FFF2-40B4-BE49-F238E27FC236}">
                      <a16:creationId xmlns:a16="http://schemas.microsoft.com/office/drawing/2014/main" id="{E68018C8-31CC-62C3-E314-D6C860906CF6}"/>
                    </a:ext>
                  </a:extLst>
                </p:cNvPr>
                <p:cNvSpPr/>
                <p:nvPr/>
              </p:nvSpPr>
              <p:spPr>
                <a:xfrm>
                  <a:off x="7066815" y="334771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7" name="Oval 126">
                  <a:extLst>
                    <a:ext uri="{FF2B5EF4-FFF2-40B4-BE49-F238E27FC236}">
                      <a16:creationId xmlns:a16="http://schemas.microsoft.com/office/drawing/2014/main" id="{26BE438D-1D03-48B7-6520-98DBD6CC86C7}"/>
                    </a:ext>
                  </a:extLst>
                </p:cNvPr>
                <p:cNvSpPr/>
                <p:nvPr/>
              </p:nvSpPr>
              <p:spPr>
                <a:xfrm>
                  <a:off x="7127214" y="346442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8" name="Oval 127">
                  <a:extLst>
                    <a:ext uri="{FF2B5EF4-FFF2-40B4-BE49-F238E27FC236}">
                      <a16:creationId xmlns:a16="http://schemas.microsoft.com/office/drawing/2014/main" id="{412518D8-6F74-B52E-3473-8923832DE10F}"/>
                    </a:ext>
                  </a:extLst>
                </p:cNvPr>
                <p:cNvSpPr/>
                <p:nvPr/>
              </p:nvSpPr>
              <p:spPr>
                <a:xfrm>
                  <a:off x="7322873" y="3025259"/>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29" name="Oval 128">
                  <a:extLst>
                    <a:ext uri="{FF2B5EF4-FFF2-40B4-BE49-F238E27FC236}">
                      <a16:creationId xmlns:a16="http://schemas.microsoft.com/office/drawing/2014/main" id="{BB4994FF-042E-5634-DE43-E8574FE4D548}"/>
                    </a:ext>
                  </a:extLst>
                </p:cNvPr>
                <p:cNvSpPr/>
                <p:nvPr/>
              </p:nvSpPr>
              <p:spPr>
                <a:xfrm>
                  <a:off x="7248013" y="323100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0" name="Oval 129">
                  <a:extLst>
                    <a:ext uri="{FF2B5EF4-FFF2-40B4-BE49-F238E27FC236}">
                      <a16:creationId xmlns:a16="http://schemas.microsoft.com/office/drawing/2014/main" id="{3E97AA7F-5DF7-F754-3314-D9E6D51C662D}"/>
                    </a:ext>
                  </a:extLst>
                </p:cNvPr>
                <p:cNvSpPr/>
                <p:nvPr/>
              </p:nvSpPr>
              <p:spPr>
                <a:xfrm>
                  <a:off x="7368811" y="335043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1" name="Oval 130">
                  <a:extLst>
                    <a:ext uri="{FF2B5EF4-FFF2-40B4-BE49-F238E27FC236}">
                      <a16:creationId xmlns:a16="http://schemas.microsoft.com/office/drawing/2014/main" id="{8F8D963C-FA6E-7E8E-0E4C-D2990B7FDFEC}"/>
                    </a:ext>
                  </a:extLst>
                </p:cNvPr>
                <p:cNvSpPr/>
                <p:nvPr/>
              </p:nvSpPr>
              <p:spPr>
                <a:xfrm>
                  <a:off x="7308412" y="311972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2" name="Oval 131">
                  <a:extLst>
                    <a:ext uri="{FF2B5EF4-FFF2-40B4-BE49-F238E27FC236}">
                      <a16:creationId xmlns:a16="http://schemas.microsoft.com/office/drawing/2014/main" id="{BC607B26-EA22-7172-9D7B-A859ED9C65F0}"/>
                    </a:ext>
                  </a:extLst>
                </p:cNvPr>
                <p:cNvSpPr/>
                <p:nvPr/>
              </p:nvSpPr>
              <p:spPr>
                <a:xfrm>
                  <a:off x="7610409" y="3236436"/>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3" name="Oval 132">
                  <a:extLst>
                    <a:ext uri="{FF2B5EF4-FFF2-40B4-BE49-F238E27FC236}">
                      <a16:creationId xmlns:a16="http://schemas.microsoft.com/office/drawing/2014/main" id="{2A02FA2C-C7AF-73F8-F14B-ACB02689CD44}"/>
                    </a:ext>
                  </a:extLst>
                </p:cNvPr>
                <p:cNvSpPr/>
                <p:nvPr/>
              </p:nvSpPr>
              <p:spPr>
                <a:xfrm>
                  <a:off x="7187613" y="3106158"/>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4" name="Oval 133">
                  <a:extLst>
                    <a:ext uri="{FF2B5EF4-FFF2-40B4-BE49-F238E27FC236}">
                      <a16:creationId xmlns:a16="http://schemas.microsoft.com/office/drawing/2014/main" id="{D6F29984-C49C-A369-D336-4A2F6C66C544}"/>
                    </a:ext>
                  </a:extLst>
                </p:cNvPr>
                <p:cNvSpPr/>
                <p:nvPr/>
              </p:nvSpPr>
              <p:spPr>
                <a:xfrm>
                  <a:off x="7550009" y="2913454"/>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5" name="Oval 134">
                  <a:extLst>
                    <a:ext uri="{FF2B5EF4-FFF2-40B4-BE49-F238E27FC236}">
                      <a16:creationId xmlns:a16="http://schemas.microsoft.com/office/drawing/2014/main" id="{469D83DD-FACC-BC3C-791B-2C9F1839069A}"/>
                    </a:ext>
                  </a:extLst>
                </p:cNvPr>
                <p:cNvSpPr/>
                <p:nvPr/>
              </p:nvSpPr>
              <p:spPr>
                <a:xfrm>
                  <a:off x="7489610" y="3182153"/>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6" name="Oval 135">
                  <a:extLst>
                    <a:ext uri="{FF2B5EF4-FFF2-40B4-BE49-F238E27FC236}">
                      <a16:creationId xmlns:a16="http://schemas.microsoft.com/office/drawing/2014/main" id="{8ACAF6D3-83D6-7C5B-8A71-6F38AB6CB39E}"/>
                    </a:ext>
                  </a:extLst>
                </p:cNvPr>
                <p:cNvSpPr/>
                <p:nvPr/>
              </p:nvSpPr>
              <p:spPr>
                <a:xfrm>
                  <a:off x="7670808" y="3160440"/>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37" name="Oval 136">
                  <a:extLst>
                    <a:ext uri="{FF2B5EF4-FFF2-40B4-BE49-F238E27FC236}">
                      <a16:creationId xmlns:a16="http://schemas.microsoft.com/office/drawing/2014/main" id="{7D7BAEB0-DA11-C7AA-03FD-D05265625DB5}"/>
                    </a:ext>
                  </a:extLst>
                </p:cNvPr>
                <p:cNvSpPr/>
                <p:nvPr/>
              </p:nvSpPr>
              <p:spPr>
                <a:xfrm>
                  <a:off x="7731210" y="3019305"/>
                  <a:ext cx="43815" cy="4353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cxnSp>
              <p:nvCxnSpPr>
                <p:cNvPr id="138" name="Straight Connector 137">
                  <a:extLst>
                    <a:ext uri="{FF2B5EF4-FFF2-40B4-BE49-F238E27FC236}">
                      <a16:creationId xmlns:a16="http://schemas.microsoft.com/office/drawing/2014/main" id="{DB910C99-61C7-F4C8-0932-8130ED7F0AFB}"/>
                    </a:ext>
                  </a:extLst>
                </p:cNvPr>
                <p:cNvCxnSpPr>
                  <a:cxnSpLocks/>
                </p:cNvCxnSpPr>
                <p:nvPr/>
              </p:nvCxnSpPr>
              <p:spPr>
                <a:xfrm flipH="1">
                  <a:off x="6529486" y="2946441"/>
                  <a:ext cx="1240805" cy="657656"/>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grpSp>
        </p:grpSp>
        <p:cxnSp>
          <p:nvCxnSpPr>
            <p:cNvPr id="139" name="Straight Connector 138">
              <a:extLst>
                <a:ext uri="{FF2B5EF4-FFF2-40B4-BE49-F238E27FC236}">
                  <a16:creationId xmlns:a16="http://schemas.microsoft.com/office/drawing/2014/main" id="{CE2DE7B6-615E-2C4C-FC84-222BE6C136EB}"/>
                </a:ext>
              </a:extLst>
            </p:cNvPr>
            <p:cNvCxnSpPr>
              <a:cxnSpLocks/>
            </p:cNvCxnSpPr>
            <p:nvPr/>
          </p:nvCxnSpPr>
          <p:spPr>
            <a:xfrm>
              <a:off x="9665946" y="5556648"/>
              <a:ext cx="1505409" cy="912079"/>
            </a:xfrm>
            <a:prstGeom prst="line">
              <a:avLst/>
            </a:prstGeom>
            <a:ln w="9525">
              <a:solidFill>
                <a:srgbClr val="709A78"/>
              </a:solidFill>
            </a:ln>
          </p:spPr>
          <p:style>
            <a:lnRef idx="2">
              <a:schemeClr val="accent1"/>
            </a:lnRef>
            <a:fillRef idx="0">
              <a:schemeClr val="accent1"/>
            </a:fillRef>
            <a:effectRef idx="1">
              <a:schemeClr val="accent1"/>
            </a:effectRef>
            <a:fontRef idx="minor">
              <a:schemeClr val="tx1"/>
            </a:fontRef>
          </p:style>
        </p:cxnSp>
        <p:sp>
          <p:nvSpPr>
            <p:cNvPr id="141" name="Rectangle 32">
              <a:extLst>
                <a:ext uri="{FF2B5EF4-FFF2-40B4-BE49-F238E27FC236}">
                  <a16:creationId xmlns:a16="http://schemas.microsoft.com/office/drawing/2014/main" id="{8B5C7FC1-03CA-2D47-E6B6-FCFE4B2F5CDB}"/>
                </a:ext>
              </a:extLst>
            </p:cNvPr>
            <p:cNvSpPr/>
            <p:nvPr/>
          </p:nvSpPr>
          <p:spPr>
            <a:xfrm rot="1809581">
              <a:off x="9492632" y="5537267"/>
              <a:ext cx="1796309" cy="992181"/>
            </a:xfrm>
            <a:custGeom>
              <a:avLst/>
              <a:gdLst>
                <a:gd name="connsiteX0" fmla="*/ 0 w 3298758"/>
                <a:gd name="connsiteY0" fmla="*/ 0 h 357187"/>
                <a:gd name="connsiteX1" fmla="*/ 3298758 w 3298758"/>
                <a:gd name="connsiteY1" fmla="*/ 0 h 357187"/>
                <a:gd name="connsiteX2" fmla="*/ 3298758 w 3298758"/>
                <a:gd name="connsiteY2" fmla="*/ 357187 h 357187"/>
                <a:gd name="connsiteX3" fmla="*/ 0 w 3298758"/>
                <a:gd name="connsiteY3" fmla="*/ 357187 h 357187"/>
                <a:gd name="connsiteX4" fmla="*/ 0 w 3298758"/>
                <a:gd name="connsiteY4" fmla="*/ 0 h 357187"/>
                <a:gd name="connsiteX0" fmla="*/ 0 w 3298758"/>
                <a:gd name="connsiteY0" fmla="*/ 0 h 357187"/>
                <a:gd name="connsiteX1" fmla="*/ 10100 w 3298758"/>
                <a:gd name="connsiteY1" fmla="*/ 29633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53840 w 3298758"/>
                <a:gd name="connsiteY1" fmla="*/ 1612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29550 w 3298758"/>
                <a:gd name="connsiteY1" fmla="*/ 8807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626717 w 3298758"/>
                <a:gd name="connsiteY1" fmla="*/ 81727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5344 w 3304102"/>
                <a:gd name="connsiteY0" fmla="*/ 0 h 357187"/>
                <a:gd name="connsiteX1" fmla="*/ 1632061 w 3304102"/>
                <a:gd name="connsiteY1" fmla="*/ 81727 h 357187"/>
                <a:gd name="connsiteX2" fmla="*/ 3304102 w 3304102"/>
                <a:gd name="connsiteY2" fmla="*/ 0 h 357187"/>
                <a:gd name="connsiteX3" fmla="*/ 3304102 w 3304102"/>
                <a:gd name="connsiteY3" fmla="*/ 357187 h 357187"/>
                <a:gd name="connsiteX4" fmla="*/ 5344 w 3304102"/>
                <a:gd name="connsiteY4" fmla="*/ 357187 h 357187"/>
                <a:gd name="connsiteX5" fmla="*/ 0 w 3304102"/>
                <a:gd name="connsiteY5" fmla="*/ 344309 h 357187"/>
                <a:gd name="connsiteX6" fmla="*/ 5344 w 3304102"/>
                <a:gd name="connsiteY6" fmla="*/ 0 h 357187"/>
                <a:gd name="connsiteX0" fmla="*/ 43406 w 3342164"/>
                <a:gd name="connsiteY0" fmla="*/ 0 h 357187"/>
                <a:gd name="connsiteX1" fmla="*/ 1670123 w 3342164"/>
                <a:gd name="connsiteY1" fmla="*/ 81727 h 357187"/>
                <a:gd name="connsiteX2" fmla="*/ 3342164 w 3342164"/>
                <a:gd name="connsiteY2" fmla="*/ 0 h 357187"/>
                <a:gd name="connsiteX3" fmla="*/ 3342164 w 3342164"/>
                <a:gd name="connsiteY3" fmla="*/ 357187 h 357187"/>
                <a:gd name="connsiteX4" fmla="*/ 43406 w 3342164"/>
                <a:gd name="connsiteY4" fmla="*/ 357187 h 357187"/>
                <a:gd name="connsiteX5" fmla="*/ 0 w 3342164"/>
                <a:gd name="connsiteY5" fmla="*/ 349901 h 357187"/>
                <a:gd name="connsiteX6" fmla="*/ 43406 w 3342164"/>
                <a:gd name="connsiteY6" fmla="*/ 0 h 357187"/>
                <a:gd name="connsiteX0" fmla="*/ 43406 w 3342164"/>
                <a:gd name="connsiteY0" fmla="*/ 0 h 357866"/>
                <a:gd name="connsiteX1" fmla="*/ 1670123 w 3342164"/>
                <a:gd name="connsiteY1" fmla="*/ 81727 h 357866"/>
                <a:gd name="connsiteX2" fmla="*/ 3342164 w 3342164"/>
                <a:gd name="connsiteY2" fmla="*/ 0 h 357866"/>
                <a:gd name="connsiteX3" fmla="*/ 3342164 w 3342164"/>
                <a:gd name="connsiteY3" fmla="*/ 357187 h 357866"/>
                <a:gd name="connsiteX4" fmla="*/ 1663195 w 3342164"/>
                <a:gd name="connsiteY4" fmla="*/ 357866 h 357866"/>
                <a:gd name="connsiteX5" fmla="*/ 0 w 3342164"/>
                <a:gd name="connsiteY5" fmla="*/ 349901 h 357866"/>
                <a:gd name="connsiteX6" fmla="*/ 43406 w 3342164"/>
                <a:gd name="connsiteY6" fmla="*/ 0 h 357866"/>
                <a:gd name="connsiteX0" fmla="*/ 7932 w 3306690"/>
                <a:gd name="connsiteY0" fmla="*/ 0 h 357866"/>
                <a:gd name="connsiteX1" fmla="*/ 1634649 w 3306690"/>
                <a:gd name="connsiteY1" fmla="*/ 81727 h 357866"/>
                <a:gd name="connsiteX2" fmla="*/ 3306690 w 3306690"/>
                <a:gd name="connsiteY2" fmla="*/ 0 h 357866"/>
                <a:gd name="connsiteX3" fmla="*/ 3306690 w 3306690"/>
                <a:gd name="connsiteY3" fmla="*/ 357187 h 357866"/>
                <a:gd name="connsiteX4" fmla="*/ 1627721 w 3306690"/>
                <a:gd name="connsiteY4" fmla="*/ 357866 h 357866"/>
                <a:gd name="connsiteX5" fmla="*/ 0 w 3306690"/>
                <a:gd name="connsiteY5" fmla="*/ 354075 h 357866"/>
                <a:gd name="connsiteX6" fmla="*/ 7932 w 3306690"/>
                <a:gd name="connsiteY6" fmla="*/ 0 h 357866"/>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1323 w 3300081"/>
                <a:gd name="connsiteY0" fmla="*/ 0 h 357187"/>
                <a:gd name="connsiteX1" fmla="*/ 1628040 w 3300081"/>
                <a:gd name="connsiteY1" fmla="*/ 81727 h 357187"/>
                <a:gd name="connsiteX2" fmla="*/ 3300081 w 3300081"/>
                <a:gd name="connsiteY2" fmla="*/ 0 h 357187"/>
                <a:gd name="connsiteX3" fmla="*/ 3300081 w 3300081"/>
                <a:gd name="connsiteY3" fmla="*/ 357187 h 357187"/>
                <a:gd name="connsiteX4" fmla="*/ 1618107 w 3300081"/>
                <a:gd name="connsiteY4" fmla="*/ 310038 h 357187"/>
                <a:gd name="connsiteX5" fmla="*/ 0 w 3300081"/>
                <a:gd name="connsiteY5" fmla="*/ 228414 h 357187"/>
                <a:gd name="connsiteX6" fmla="*/ 1323 w 3300081"/>
                <a:gd name="connsiteY6" fmla="*/ 0 h 357187"/>
                <a:gd name="connsiteX0" fmla="*/ 1323 w 3300081"/>
                <a:gd name="connsiteY0" fmla="*/ 0 h 365166"/>
                <a:gd name="connsiteX1" fmla="*/ 1628040 w 3300081"/>
                <a:gd name="connsiteY1" fmla="*/ 81727 h 365166"/>
                <a:gd name="connsiteX2" fmla="*/ 3300081 w 3300081"/>
                <a:gd name="connsiteY2" fmla="*/ 0 h 365166"/>
                <a:gd name="connsiteX3" fmla="*/ 3300081 w 3300081"/>
                <a:gd name="connsiteY3" fmla="*/ 357187 h 365166"/>
                <a:gd name="connsiteX4" fmla="*/ 0 w 3300081"/>
                <a:gd name="connsiteY4" fmla="*/ 228414 h 365166"/>
                <a:gd name="connsiteX5" fmla="*/ 1323 w 3300081"/>
                <a:gd name="connsiteY5" fmla="*/ 0 h 365166"/>
                <a:gd name="connsiteX0" fmla="*/ 1323 w 3300081"/>
                <a:gd name="connsiteY0" fmla="*/ 0 h 362398"/>
                <a:gd name="connsiteX1" fmla="*/ 1628040 w 3300081"/>
                <a:gd name="connsiteY1" fmla="*/ 81727 h 362398"/>
                <a:gd name="connsiteX2" fmla="*/ 3300081 w 3300081"/>
                <a:gd name="connsiteY2" fmla="*/ 0 h 362398"/>
                <a:gd name="connsiteX3" fmla="*/ 3300081 w 3300081"/>
                <a:gd name="connsiteY3" fmla="*/ 357187 h 362398"/>
                <a:gd name="connsiteX4" fmla="*/ 0 w 3300081"/>
                <a:gd name="connsiteY4" fmla="*/ 228414 h 362398"/>
                <a:gd name="connsiteX5" fmla="*/ 1323 w 3300081"/>
                <a:gd name="connsiteY5" fmla="*/ 0 h 362398"/>
                <a:gd name="connsiteX0" fmla="*/ 1323 w 3300081"/>
                <a:gd name="connsiteY0" fmla="*/ 0 h 357187"/>
                <a:gd name="connsiteX1" fmla="*/ 1628040 w 3300081"/>
                <a:gd name="connsiteY1" fmla="*/ 81727 h 357187"/>
                <a:gd name="connsiteX2" fmla="*/ 3300081 w 3300081"/>
                <a:gd name="connsiteY2" fmla="*/ 0 h 357187"/>
                <a:gd name="connsiteX3" fmla="*/ 3300081 w 3300081"/>
                <a:gd name="connsiteY3" fmla="*/ 357187 h 357187"/>
                <a:gd name="connsiteX4" fmla="*/ 0 w 3300081"/>
                <a:gd name="connsiteY4" fmla="*/ 228414 h 357187"/>
                <a:gd name="connsiteX5" fmla="*/ 1323 w 3300081"/>
                <a:gd name="connsiteY5" fmla="*/ 0 h 357187"/>
                <a:gd name="connsiteX0" fmla="*/ 1323 w 3313575"/>
                <a:gd name="connsiteY0" fmla="*/ 0 h 440525"/>
                <a:gd name="connsiteX1" fmla="*/ 1628040 w 3313575"/>
                <a:gd name="connsiteY1" fmla="*/ 81727 h 440525"/>
                <a:gd name="connsiteX2" fmla="*/ 3300081 w 3313575"/>
                <a:gd name="connsiteY2" fmla="*/ 0 h 440525"/>
                <a:gd name="connsiteX3" fmla="*/ 3313575 w 3313575"/>
                <a:gd name="connsiteY3" fmla="*/ 440525 h 440525"/>
                <a:gd name="connsiteX4" fmla="*/ 0 w 3313575"/>
                <a:gd name="connsiteY4" fmla="*/ 228414 h 440525"/>
                <a:gd name="connsiteX5" fmla="*/ 1323 w 3313575"/>
                <a:gd name="connsiteY5" fmla="*/ 0 h 440525"/>
                <a:gd name="connsiteX0" fmla="*/ 9475 w 3313575"/>
                <a:gd name="connsiteY0" fmla="*/ 116935 h 440525"/>
                <a:gd name="connsiteX1" fmla="*/ 1628040 w 3313575"/>
                <a:gd name="connsiteY1" fmla="*/ 81727 h 440525"/>
                <a:gd name="connsiteX2" fmla="*/ 3300081 w 3313575"/>
                <a:gd name="connsiteY2" fmla="*/ 0 h 440525"/>
                <a:gd name="connsiteX3" fmla="*/ 3313575 w 3313575"/>
                <a:gd name="connsiteY3" fmla="*/ 440525 h 440525"/>
                <a:gd name="connsiteX4" fmla="*/ 0 w 3313575"/>
                <a:gd name="connsiteY4" fmla="*/ 228414 h 440525"/>
                <a:gd name="connsiteX5" fmla="*/ 9475 w 3313575"/>
                <a:gd name="connsiteY5" fmla="*/ 116935 h 440525"/>
                <a:gd name="connsiteX0" fmla="*/ 9475 w 3313575"/>
                <a:gd name="connsiteY0" fmla="*/ 129644 h 453234"/>
                <a:gd name="connsiteX1" fmla="*/ 3300081 w 3313575"/>
                <a:gd name="connsiteY1" fmla="*/ 12709 h 453234"/>
                <a:gd name="connsiteX2" fmla="*/ 3313575 w 3313575"/>
                <a:gd name="connsiteY2" fmla="*/ 453234 h 453234"/>
                <a:gd name="connsiteX3" fmla="*/ 0 w 3313575"/>
                <a:gd name="connsiteY3" fmla="*/ 241123 h 453234"/>
                <a:gd name="connsiteX4" fmla="*/ 9475 w 3313575"/>
                <a:gd name="connsiteY4" fmla="*/ 129644 h 453234"/>
                <a:gd name="connsiteX0" fmla="*/ 9475 w 3313575"/>
                <a:gd name="connsiteY0" fmla="*/ 165021 h 488611"/>
                <a:gd name="connsiteX1" fmla="*/ 3299378 w 3313575"/>
                <a:gd name="connsiteY1" fmla="*/ 10453 h 488611"/>
                <a:gd name="connsiteX2" fmla="*/ 3313575 w 3313575"/>
                <a:gd name="connsiteY2" fmla="*/ 488611 h 488611"/>
                <a:gd name="connsiteX3" fmla="*/ 0 w 3313575"/>
                <a:gd name="connsiteY3" fmla="*/ 276500 h 488611"/>
                <a:gd name="connsiteX4" fmla="*/ 9475 w 3313575"/>
                <a:gd name="connsiteY4" fmla="*/ 165021 h 488611"/>
                <a:gd name="connsiteX0" fmla="*/ 9475 w 3313575"/>
                <a:gd name="connsiteY0" fmla="*/ 154568 h 478158"/>
                <a:gd name="connsiteX1" fmla="*/ 3299378 w 3313575"/>
                <a:gd name="connsiteY1" fmla="*/ 0 h 478158"/>
                <a:gd name="connsiteX2" fmla="*/ 3313575 w 3313575"/>
                <a:gd name="connsiteY2" fmla="*/ 478158 h 478158"/>
                <a:gd name="connsiteX3" fmla="*/ 0 w 3313575"/>
                <a:gd name="connsiteY3" fmla="*/ 266047 h 478158"/>
                <a:gd name="connsiteX4" fmla="*/ 9475 w 3313575"/>
                <a:gd name="connsiteY4" fmla="*/ 154568 h 478158"/>
                <a:gd name="connsiteX0" fmla="*/ 9475 w 3313575"/>
                <a:gd name="connsiteY0" fmla="*/ 154568 h 478158"/>
                <a:gd name="connsiteX1" fmla="*/ 3299378 w 3313575"/>
                <a:gd name="connsiteY1" fmla="*/ 0 h 478158"/>
                <a:gd name="connsiteX2" fmla="*/ 3313575 w 3313575"/>
                <a:gd name="connsiteY2" fmla="*/ 478158 h 478158"/>
                <a:gd name="connsiteX3" fmla="*/ 0 w 3313575"/>
                <a:gd name="connsiteY3" fmla="*/ 266047 h 478158"/>
                <a:gd name="connsiteX4" fmla="*/ 9475 w 3313575"/>
                <a:gd name="connsiteY4" fmla="*/ 154568 h 478158"/>
                <a:gd name="connsiteX0" fmla="*/ 4133 w 3313575"/>
                <a:gd name="connsiteY0" fmla="*/ 188165 h 478158"/>
                <a:gd name="connsiteX1" fmla="*/ 3299378 w 3313575"/>
                <a:gd name="connsiteY1" fmla="*/ 0 h 478158"/>
                <a:gd name="connsiteX2" fmla="*/ 3313575 w 3313575"/>
                <a:gd name="connsiteY2" fmla="*/ 478158 h 478158"/>
                <a:gd name="connsiteX3" fmla="*/ 0 w 3313575"/>
                <a:gd name="connsiteY3" fmla="*/ 266047 h 478158"/>
                <a:gd name="connsiteX4" fmla="*/ 4133 w 3313575"/>
                <a:gd name="connsiteY4" fmla="*/ 188165 h 478158"/>
                <a:gd name="connsiteX0" fmla="*/ 314 w 3309756"/>
                <a:gd name="connsiteY0" fmla="*/ 188165 h 478158"/>
                <a:gd name="connsiteX1" fmla="*/ 3295559 w 3309756"/>
                <a:gd name="connsiteY1" fmla="*/ 0 h 478158"/>
                <a:gd name="connsiteX2" fmla="*/ 3309756 w 3309756"/>
                <a:gd name="connsiteY2" fmla="*/ 478158 h 478158"/>
                <a:gd name="connsiteX3" fmla="*/ 3211 w 3309756"/>
                <a:gd name="connsiteY3" fmla="*/ 242867 h 478158"/>
                <a:gd name="connsiteX4" fmla="*/ 314 w 3309756"/>
                <a:gd name="connsiteY4" fmla="*/ 188165 h 478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756" h="478158">
                  <a:moveTo>
                    <a:pt x="314" y="188165"/>
                  </a:moveTo>
                  <a:cubicBezTo>
                    <a:pt x="615836" y="221708"/>
                    <a:pt x="1904634" y="184081"/>
                    <a:pt x="3295559" y="0"/>
                  </a:cubicBezTo>
                  <a:lnTo>
                    <a:pt x="3309756" y="478158"/>
                  </a:lnTo>
                  <a:cubicBezTo>
                    <a:pt x="2372311" y="387619"/>
                    <a:pt x="2136481" y="226154"/>
                    <a:pt x="3211" y="242867"/>
                  </a:cubicBezTo>
                  <a:cubicBezTo>
                    <a:pt x="4992" y="128097"/>
                    <a:pt x="-1467" y="302935"/>
                    <a:pt x="314" y="188165"/>
                  </a:cubicBezTo>
                  <a:close/>
                </a:path>
              </a:pathLst>
            </a:custGeom>
            <a:solidFill>
              <a:srgbClr val="A9D18E">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Rectangle 32">
              <a:extLst>
                <a:ext uri="{FF2B5EF4-FFF2-40B4-BE49-F238E27FC236}">
                  <a16:creationId xmlns:a16="http://schemas.microsoft.com/office/drawing/2014/main" id="{45B92012-2B98-E778-AC8D-6245EB88924D}"/>
                </a:ext>
              </a:extLst>
            </p:cNvPr>
            <p:cNvSpPr/>
            <p:nvPr/>
          </p:nvSpPr>
          <p:spPr>
            <a:xfrm rot="1390530" flipV="1">
              <a:off x="6973965" y="5849543"/>
              <a:ext cx="1534157" cy="327313"/>
            </a:xfrm>
            <a:custGeom>
              <a:avLst/>
              <a:gdLst>
                <a:gd name="connsiteX0" fmla="*/ 0 w 3298758"/>
                <a:gd name="connsiteY0" fmla="*/ 0 h 357187"/>
                <a:gd name="connsiteX1" fmla="*/ 3298758 w 3298758"/>
                <a:gd name="connsiteY1" fmla="*/ 0 h 357187"/>
                <a:gd name="connsiteX2" fmla="*/ 3298758 w 3298758"/>
                <a:gd name="connsiteY2" fmla="*/ 357187 h 357187"/>
                <a:gd name="connsiteX3" fmla="*/ 0 w 3298758"/>
                <a:gd name="connsiteY3" fmla="*/ 357187 h 357187"/>
                <a:gd name="connsiteX4" fmla="*/ 0 w 3298758"/>
                <a:gd name="connsiteY4" fmla="*/ 0 h 357187"/>
                <a:gd name="connsiteX0" fmla="*/ 0 w 3298758"/>
                <a:gd name="connsiteY0" fmla="*/ 0 h 357187"/>
                <a:gd name="connsiteX1" fmla="*/ 10100 w 3298758"/>
                <a:gd name="connsiteY1" fmla="*/ 29633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53840 w 3298758"/>
                <a:gd name="connsiteY1" fmla="*/ 1612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29550 w 3298758"/>
                <a:gd name="connsiteY1" fmla="*/ 8807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626717 w 3298758"/>
                <a:gd name="connsiteY1" fmla="*/ 81727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5344 w 3304102"/>
                <a:gd name="connsiteY0" fmla="*/ 0 h 357187"/>
                <a:gd name="connsiteX1" fmla="*/ 1632061 w 3304102"/>
                <a:gd name="connsiteY1" fmla="*/ 81727 h 357187"/>
                <a:gd name="connsiteX2" fmla="*/ 3304102 w 3304102"/>
                <a:gd name="connsiteY2" fmla="*/ 0 h 357187"/>
                <a:gd name="connsiteX3" fmla="*/ 3304102 w 3304102"/>
                <a:gd name="connsiteY3" fmla="*/ 357187 h 357187"/>
                <a:gd name="connsiteX4" fmla="*/ 5344 w 3304102"/>
                <a:gd name="connsiteY4" fmla="*/ 357187 h 357187"/>
                <a:gd name="connsiteX5" fmla="*/ 0 w 3304102"/>
                <a:gd name="connsiteY5" fmla="*/ 344309 h 357187"/>
                <a:gd name="connsiteX6" fmla="*/ 5344 w 3304102"/>
                <a:gd name="connsiteY6" fmla="*/ 0 h 357187"/>
                <a:gd name="connsiteX0" fmla="*/ 43406 w 3342164"/>
                <a:gd name="connsiteY0" fmla="*/ 0 h 357187"/>
                <a:gd name="connsiteX1" fmla="*/ 1670123 w 3342164"/>
                <a:gd name="connsiteY1" fmla="*/ 81727 h 357187"/>
                <a:gd name="connsiteX2" fmla="*/ 3342164 w 3342164"/>
                <a:gd name="connsiteY2" fmla="*/ 0 h 357187"/>
                <a:gd name="connsiteX3" fmla="*/ 3342164 w 3342164"/>
                <a:gd name="connsiteY3" fmla="*/ 357187 h 357187"/>
                <a:gd name="connsiteX4" fmla="*/ 43406 w 3342164"/>
                <a:gd name="connsiteY4" fmla="*/ 357187 h 357187"/>
                <a:gd name="connsiteX5" fmla="*/ 0 w 3342164"/>
                <a:gd name="connsiteY5" fmla="*/ 349901 h 357187"/>
                <a:gd name="connsiteX6" fmla="*/ 43406 w 3342164"/>
                <a:gd name="connsiteY6" fmla="*/ 0 h 357187"/>
                <a:gd name="connsiteX0" fmla="*/ 43406 w 3342164"/>
                <a:gd name="connsiteY0" fmla="*/ 0 h 357866"/>
                <a:gd name="connsiteX1" fmla="*/ 1670123 w 3342164"/>
                <a:gd name="connsiteY1" fmla="*/ 81727 h 357866"/>
                <a:gd name="connsiteX2" fmla="*/ 3342164 w 3342164"/>
                <a:gd name="connsiteY2" fmla="*/ 0 h 357866"/>
                <a:gd name="connsiteX3" fmla="*/ 3342164 w 3342164"/>
                <a:gd name="connsiteY3" fmla="*/ 357187 h 357866"/>
                <a:gd name="connsiteX4" fmla="*/ 1663195 w 3342164"/>
                <a:gd name="connsiteY4" fmla="*/ 357866 h 357866"/>
                <a:gd name="connsiteX5" fmla="*/ 0 w 3342164"/>
                <a:gd name="connsiteY5" fmla="*/ 349901 h 357866"/>
                <a:gd name="connsiteX6" fmla="*/ 43406 w 3342164"/>
                <a:gd name="connsiteY6" fmla="*/ 0 h 357866"/>
                <a:gd name="connsiteX0" fmla="*/ 7932 w 3306690"/>
                <a:gd name="connsiteY0" fmla="*/ 0 h 357866"/>
                <a:gd name="connsiteX1" fmla="*/ 1634649 w 3306690"/>
                <a:gd name="connsiteY1" fmla="*/ 81727 h 357866"/>
                <a:gd name="connsiteX2" fmla="*/ 3306690 w 3306690"/>
                <a:gd name="connsiteY2" fmla="*/ 0 h 357866"/>
                <a:gd name="connsiteX3" fmla="*/ 3306690 w 3306690"/>
                <a:gd name="connsiteY3" fmla="*/ 357187 h 357866"/>
                <a:gd name="connsiteX4" fmla="*/ 1627721 w 3306690"/>
                <a:gd name="connsiteY4" fmla="*/ 357866 h 357866"/>
                <a:gd name="connsiteX5" fmla="*/ 0 w 3306690"/>
                <a:gd name="connsiteY5" fmla="*/ 354075 h 357866"/>
                <a:gd name="connsiteX6" fmla="*/ 7932 w 3306690"/>
                <a:gd name="connsiteY6" fmla="*/ 0 h 357866"/>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9992 w 3306690"/>
                <a:gd name="connsiteY1" fmla="*/ 42908 h 357187"/>
                <a:gd name="connsiteX2" fmla="*/ 3306690 w 3306690"/>
                <a:gd name="connsiteY2" fmla="*/ 0 h 357187"/>
                <a:gd name="connsiteX3" fmla="*/ 3306690 w 3306690"/>
                <a:gd name="connsiteY3" fmla="*/ 357187 h 357187"/>
                <a:gd name="connsiteX4" fmla="*/ 1629777 w 3306690"/>
                <a:gd name="connsiteY4" fmla="*/ 346147 h 357187"/>
                <a:gd name="connsiteX5" fmla="*/ 0 w 3306690"/>
                <a:gd name="connsiteY5" fmla="*/ 354075 h 357187"/>
                <a:gd name="connsiteX6" fmla="*/ 7932 w 3306690"/>
                <a:gd name="connsiteY6" fmla="*/ 0 h 357187"/>
                <a:gd name="connsiteX0" fmla="*/ 7932 w 3306690"/>
                <a:gd name="connsiteY0" fmla="*/ 0 h 357187"/>
                <a:gd name="connsiteX1" fmla="*/ 1636619 w 3306690"/>
                <a:gd name="connsiteY1" fmla="*/ 18836 h 357187"/>
                <a:gd name="connsiteX2" fmla="*/ 3306690 w 3306690"/>
                <a:gd name="connsiteY2" fmla="*/ 0 h 357187"/>
                <a:gd name="connsiteX3" fmla="*/ 3306690 w 3306690"/>
                <a:gd name="connsiteY3" fmla="*/ 357187 h 357187"/>
                <a:gd name="connsiteX4" fmla="*/ 1629777 w 3306690"/>
                <a:gd name="connsiteY4" fmla="*/ 346147 h 357187"/>
                <a:gd name="connsiteX5" fmla="*/ 0 w 3306690"/>
                <a:gd name="connsiteY5" fmla="*/ 354075 h 357187"/>
                <a:gd name="connsiteX6" fmla="*/ 7932 w 3306690"/>
                <a:gd name="connsiteY6" fmla="*/ 0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6690" h="357187">
                  <a:moveTo>
                    <a:pt x="7932" y="0"/>
                  </a:moveTo>
                  <a:lnTo>
                    <a:pt x="1636619" y="18836"/>
                  </a:lnTo>
                  <a:lnTo>
                    <a:pt x="3306690" y="0"/>
                  </a:lnTo>
                  <a:lnTo>
                    <a:pt x="3306690" y="357187"/>
                  </a:lnTo>
                  <a:cubicBezTo>
                    <a:pt x="2715649" y="332588"/>
                    <a:pt x="2500551" y="343463"/>
                    <a:pt x="1629777" y="346147"/>
                  </a:cubicBezTo>
                  <a:lnTo>
                    <a:pt x="0" y="354075"/>
                  </a:lnTo>
                  <a:cubicBezTo>
                    <a:pt x="1781" y="239305"/>
                    <a:pt x="6151" y="114770"/>
                    <a:pt x="7932" y="0"/>
                  </a:cubicBezTo>
                  <a:close/>
                </a:path>
              </a:pathLst>
            </a:custGeom>
            <a:solidFill>
              <a:srgbClr val="A9D18E">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TextBox 142">
              <a:extLst>
                <a:ext uri="{FF2B5EF4-FFF2-40B4-BE49-F238E27FC236}">
                  <a16:creationId xmlns:a16="http://schemas.microsoft.com/office/drawing/2014/main" id="{44DB2F40-37EB-F9A5-5781-E5249B1B9E99}"/>
                </a:ext>
              </a:extLst>
            </p:cNvPr>
            <p:cNvSpPr txBox="1"/>
            <p:nvPr/>
          </p:nvSpPr>
          <p:spPr>
            <a:xfrm>
              <a:off x="7956081" y="5715355"/>
              <a:ext cx="1095725" cy="369332"/>
            </a:xfrm>
            <a:prstGeom prst="rect">
              <a:avLst/>
            </a:prstGeom>
            <a:noFill/>
          </p:spPr>
          <p:txBody>
            <a:bodyPr wrap="square">
              <a:spAutoFit/>
            </a:bodyPr>
            <a:lstStyle/>
            <a:p>
              <a:r>
                <a:rPr lang="en-GB" dirty="0"/>
                <a:t>✅</a:t>
              </a:r>
            </a:p>
          </p:txBody>
        </p:sp>
        <p:sp>
          <p:nvSpPr>
            <p:cNvPr id="144" name="TextBox 143">
              <a:extLst>
                <a:ext uri="{FF2B5EF4-FFF2-40B4-BE49-F238E27FC236}">
                  <a16:creationId xmlns:a16="http://schemas.microsoft.com/office/drawing/2014/main" id="{87CC3A28-A470-1805-C3B6-7894C17604B2}"/>
                </a:ext>
              </a:extLst>
            </p:cNvPr>
            <p:cNvSpPr txBox="1"/>
            <p:nvPr/>
          </p:nvSpPr>
          <p:spPr>
            <a:xfrm>
              <a:off x="11081947" y="5639094"/>
              <a:ext cx="220911" cy="244767"/>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grpSp>
      <p:grpSp>
        <p:nvGrpSpPr>
          <p:cNvPr id="147" name="Group 146">
            <a:extLst>
              <a:ext uri="{FF2B5EF4-FFF2-40B4-BE49-F238E27FC236}">
                <a16:creationId xmlns:a16="http://schemas.microsoft.com/office/drawing/2014/main" id="{CE4E28E3-3BF5-D9A6-7456-515E3DE769E7}"/>
              </a:ext>
            </a:extLst>
          </p:cNvPr>
          <p:cNvGrpSpPr/>
          <p:nvPr/>
        </p:nvGrpSpPr>
        <p:grpSpPr>
          <a:xfrm>
            <a:off x="3876471" y="5523977"/>
            <a:ext cx="1632840" cy="1159521"/>
            <a:chOff x="6075563" y="2458285"/>
            <a:chExt cx="5259843" cy="3735148"/>
          </a:xfrm>
        </p:grpSpPr>
        <p:sp>
          <p:nvSpPr>
            <p:cNvPr id="148" name="TextBox 147">
              <a:extLst>
                <a:ext uri="{FF2B5EF4-FFF2-40B4-BE49-F238E27FC236}">
                  <a16:creationId xmlns:a16="http://schemas.microsoft.com/office/drawing/2014/main" id="{42EF3296-FF20-9DA8-5D92-A7F723BEAD42}"/>
                </a:ext>
              </a:extLst>
            </p:cNvPr>
            <p:cNvSpPr txBox="1"/>
            <p:nvPr/>
          </p:nvSpPr>
          <p:spPr>
            <a:xfrm rot="16200000">
              <a:off x="4982826" y="3551022"/>
              <a:ext cx="2652466" cy="466991"/>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Pollution Level</a:t>
              </a:r>
            </a:p>
          </p:txBody>
        </p:sp>
        <p:cxnSp>
          <p:nvCxnSpPr>
            <p:cNvPr id="149" name="Straight Connector 148">
              <a:extLst>
                <a:ext uri="{FF2B5EF4-FFF2-40B4-BE49-F238E27FC236}">
                  <a16:creationId xmlns:a16="http://schemas.microsoft.com/office/drawing/2014/main" id="{304E10C9-357C-8E97-74FC-D40D24415582}"/>
                </a:ext>
              </a:extLst>
            </p:cNvPr>
            <p:cNvCxnSpPr>
              <a:cxnSpLocks/>
            </p:cNvCxnSpPr>
            <p:nvPr/>
          </p:nvCxnSpPr>
          <p:spPr>
            <a:xfrm>
              <a:off x="6628114" y="2907486"/>
              <a:ext cx="0" cy="2773914"/>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9BF08993-1D44-A95F-DDE1-AEC3C0E600EC}"/>
                </a:ext>
              </a:extLst>
            </p:cNvPr>
            <p:cNvCxnSpPr>
              <a:cxnSpLocks/>
            </p:cNvCxnSpPr>
            <p:nvPr/>
          </p:nvCxnSpPr>
          <p:spPr>
            <a:xfrm flipH="1">
              <a:off x="6613053" y="5666116"/>
              <a:ext cx="4375832"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A96ED442-722A-1C2B-9CF1-CCE494A425D4}"/>
                </a:ext>
              </a:extLst>
            </p:cNvPr>
            <p:cNvSpPr txBox="1"/>
            <p:nvPr/>
          </p:nvSpPr>
          <p:spPr>
            <a:xfrm>
              <a:off x="7525071" y="5726442"/>
              <a:ext cx="3810335" cy="466991"/>
            </a:xfrm>
            <a:prstGeom prst="rect">
              <a:avLst/>
            </a:prstGeom>
            <a:noFill/>
          </p:spPr>
          <p:txBody>
            <a:bodyPr wrap="square" rtlCol="0">
              <a:spAutoFit/>
            </a:bodyPr>
            <a:lstStyle/>
            <a:p>
              <a:r>
                <a:rPr lang="en-GB" sz="800" dirty="0">
                  <a:solidFill>
                    <a:schemeClr val="tx1">
                      <a:lumMod val="50000"/>
                      <a:lumOff val="50000"/>
                    </a:schemeClr>
                  </a:solidFill>
                  <a:latin typeface="Gill Sans Light" panose="020B0302020104020203" pitchFamily="34" charset="-79"/>
                  <a:cs typeface="Gill Sans Light" panose="020B0302020104020203" pitchFamily="34" charset="-79"/>
                </a:rPr>
                <a:t>Distance of River to City</a:t>
              </a:r>
            </a:p>
          </p:txBody>
        </p:sp>
        <p:sp>
          <p:nvSpPr>
            <p:cNvPr id="152" name="Oval 151">
              <a:extLst>
                <a:ext uri="{FF2B5EF4-FFF2-40B4-BE49-F238E27FC236}">
                  <a16:creationId xmlns:a16="http://schemas.microsoft.com/office/drawing/2014/main" id="{FFC54FE3-E4DE-5E93-B425-2473F8F07515}"/>
                </a:ext>
              </a:extLst>
            </p:cNvPr>
            <p:cNvSpPr/>
            <p:nvPr/>
          </p:nvSpPr>
          <p:spPr>
            <a:xfrm rot="13770711">
              <a:off x="10086166" y="5049388"/>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3" name="Oval 152">
              <a:extLst>
                <a:ext uri="{FF2B5EF4-FFF2-40B4-BE49-F238E27FC236}">
                  <a16:creationId xmlns:a16="http://schemas.microsoft.com/office/drawing/2014/main" id="{E0A8B3F5-FF53-6628-21D3-123642416E8A}"/>
                </a:ext>
              </a:extLst>
            </p:cNvPr>
            <p:cNvSpPr/>
            <p:nvPr/>
          </p:nvSpPr>
          <p:spPr>
            <a:xfrm rot="13770711">
              <a:off x="10753541" y="4721862"/>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4" name="Oval 153">
              <a:extLst>
                <a:ext uri="{FF2B5EF4-FFF2-40B4-BE49-F238E27FC236}">
                  <a16:creationId xmlns:a16="http://schemas.microsoft.com/office/drawing/2014/main" id="{539C3F6D-CBCD-6A09-0107-89E7510A8B06}"/>
                </a:ext>
              </a:extLst>
            </p:cNvPr>
            <p:cNvSpPr/>
            <p:nvPr/>
          </p:nvSpPr>
          <p:spPr>
            <a:xfrm rot="13770711">
              <a:off x="10243579" y="4672772"/>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5" name="Oval 154">
              <a:extLst>
                <a:ext uri="{FF2B5EF4-FFF2-40B4-BE49-F238E27FC236}">
                  <a16:creationId xmlns:a16="http://schemas.microsoft.com/office/drawing/2014/main" id="{4B7801BD-323E-4A44-8312-BE1CAD6077E2}"/>
                </a:ext>
              </a:extLst>
            </p:cNvPr>
            <p:cNvSpPr/>
            <p:nvPr/>
          </p:nvSpPr>
          <p:spPr>
            <a:xfrm rot="13770711">
              <a:off x="11030684" y="2853898"/>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6" name="Oval 155">
              <a:extLst>
                <a:ext uri="{FF2B5EF4-FFF2-40B4-BE49-F238E27FC236}">
                  <a16:creationId xmlns:a16="http://schemas.microsoft.com/office/drawing/2014/main" id="{ACB0BCFC-14BB-A53A-4749-C40300CE6822}"/>
                </a:ext>
              </a:extLst>
            </p:cNvPr>
            <p:cNvSpPr/>
            <p:nvPr/>
          </p:nvSpPr>
          <p:spPr>
            <a:xfrm rot="13770711">
              <a:off x="9790278" y="4575305"/>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7" name="Oval 156">
              <a:extLst>
                <a:ext uri="{FF2B5EF4-FFF2-40B4-BE49-F238E27FC236}">
                  <a16:creationId xmlns:a16="http://schemas.microsoft.com/office/drawing/2014/main" id="{8629B370-033D-7DC6-5844-FE952D606691}"/>
                </a:ext>
              </a:extLst>
            </p:cNvPr>
            <p:cNvSpPr/>
            <p:nvPr/>
          </p:nvSpPr>
          <p:spPr>
            <a:xfrm rot="13770711">
              <a:off x="9248835" y="4553087"/>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58" name="Oval 157">
              <a:extLst>
                <a:ext uri="{FF2B5EF4-FFF2-40B4-BE49-F238E27FC236}">
                  <a16:creationId xmlns:a16="http://schemas.microsoft.com/office/drawing/2014/main" id="{AE85CDD4-769B-73F8-2A4A-A44FC4F47F70}"/>
                </a:ext>
              </a:extLst>
            </p:cNvPr>
            <p:cNvSpPr/>
            <p:nvPr/>
          </p:nvSpPr>
          <p:spPr>
            <a:xfrm rot="13770711">
              <a:off x="9614018" y="3999094"/>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dirty="0"/>
            </a:p>
          </p:txBody>
        </p:sp>
        <p:sp>
          <p:nvSpPr>
            <p:cNvPr id="159" name="Oval 158">
              <a:extLst>
                <a:ext uri="{FF2B5EF4-FFF2-40B4-BE49-F238E27FC236}">
                  <a16:creationId xmlns:a16="http://schemas.microsoft.com/office/drawing/2014/main" id="{8292FC1A-DAF9-C098-2232-1DD3DA11E46F}"/>
                </a:ext>
              </a:extLst>
            </p:cNvPr>
            <p:cNvSpPr/>
            <p:nvPr/>
          </p:nvSpPr>
          <p:spPr>
            <a:xfrm rot="13770711">
              <a:off x="9122903" y="4902826"/>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0" name="Oval 159">
              <a:extLst>
                <a:ext uri="{FF2B5EF4-FFF2-40B4-BE49-F238E27FC236}">
                  <a16:creationId xmlns:a16="http://schemas.microsoft.com/office/drawing/2014/main" id="{2C2B7E94-EFCE-4DCA-60E2-B868EC5EACC4}"/>
                </a:ext>
              </a:extLst>
            </p:cNvPr>
            <p:cNvSpPr/>
            <p:nvPr/>
          </p:nvSpPr>
          <p:spPr>
            <a:xfrm rot="13770711">
              <a:off x="9280335" y="4041734"/>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1" name="Oval 160">
              <a:extLst>
                <a:ext uri="{FF2B5EF4-FFF2-40B4-BE49-F238E27FC236}">
                  <a16:creationId xmlns:a16="http://schemas.microsoft.com/office/drawing/2014/main" id="{9F765D64-7298-9C4B-8DBE-398A32C708DE}"/>
                </a:ext>
              </a:extLst>
            </p:cNvPr>
            <p:cNvSpPr/>
            <p:nvPr/>
          </p:nvSpPr>
          <p:spPr>
            <a:xfrm rot="13770711">
              <a:off x="9431452" y="3670494"/>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2" name="Oval 161">
              <a:extLst>
                <a:ext uri="{FF2B5EF4-FFF2-40B4-BE49-F238E27FC236}">
                  <a16:creationId xmlns:a16="http://schemas.microsoft.com/office/drawing/2014/main" id="{1FC37B6F-14F7-BFCD-359C-CCAB1D8D8185}"/>
                </a:ext>
              </a:extLst>
            </p:cNvPr>
            <p:cNvSpPr/>
            <p:nvPr/>
          </p:nvSpPr>
          <p:spPr>
            <a:xfrm rot="13770711">
              <a:off x="8260427" y="3459076"/>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3" name="Oval 162">
              <a:extLst>
                <a:ext uri="{FF2B5EF4-FFF2-40B4-BE49-F238E27FC236}">
                  <a16:creationId xmlns:a16="http://schemas.microsoft.com/office/drawing/2014/main" id="{85CC40BB-A88C-EA1C-8DBA-16B0005714EB}"/>
                </a:ext>
              </a:extLst>
            </p:cNvPr>
            <p:cNvSpPr/>
            <p:nvPr/>
          </p:nvSpPr>
          <p:spPr>
            <a:xfrm rot="13770711">
              <a:off x="8650755" y="3852533"/>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4" name="Oval 163">
              <a:extLst>
                <a:ext uri="{FF2B5EF4-FFF2-40B4-BE49-F238E27FC236}">
                  <a16:creationId xmlns:a16="http://schemas.microsoft.com/office/drawing/2014/main" id="{DF594A56-3BF8-11AB-7530-ECB0235E0E43}"/>
                </a:ext>
              </a:extLst>
            </p:cNvPr>
            <p:cNvSpPr/>
            <p:nvPr/>
          </p:nvSpPr>
          <p:spPr>
            <a:xfrm rot="13770711">
              <a:off x="8688553" y="3335807"/>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5" name="Oval 164">
              <a:extLst>
                <a:ext uri="{FF2B5EF4-FFF2-40B4-BE49-F238E27FC236}">
                  <a16:creationId xmlns:a16="http://schemas.microsoft.com/office/drawing/2014/main" id="{36B8D05B-C81A-61A8-6FA7-02FBE1BA22CB}"/>
                </a:ext>
              </a:extLst>
            </p:cNvPr>
            <p:cNvSpPr/>
            <p:nvPr/>
          </p:nvSpPr>
          <p:spPr>
            <a:xfrm rot="13770711">
              <a:off x="8273000" y="3932803"/>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6" name="Oval 165">
              <a:extLst>
                <a:ext uri="{FF2B5EF4-FFF2-40B4-BE49-F238E27FC236}">
                  <a16:creationId xmlns:a16="http://schemas.microsoft.com/office/drawing/2014/main" id="{03DB8704-EFEC-FE48-48FF-A72F88867689}"/>
                </a:ext>
              </a:extLst>
            </p:cNvPr>
            <p:cNvSpPr/>
            <p:nvPr/>
          </p:nvSpPr>
          <p:spPr>
            <a:xfrm rot="13770711">
              <a:off x="7945652" y="3001118"/>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7" name="Oval 166">
              <a:extLst>
                <a:ext uri="{FF2B5EF4-FFF2-40B4-BE49-F238E27FC236}">
                  <a16:creationId xmlns:a16="http://schemas.microsoft.com/office/drawing/2014/main" id="{F169FEFE-F855-6416-E213-5A69AE0E975C}"/>
                </a:ext>
              </a:extLst>
            </p:cNvPr>
            <p:cNvSpPr/>
            <p:nvPr/>
          </p:nvSpPr>
          <p:spPr>
            <a:xfrm rot="13770711">
              <a:off x="8480753" y="4239900"/>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8" name="Oval 167">
              <a:extLst>
                <a:ext uri="{FF2B5EF4-FFF2-40B4-BE49-F238E27FC236}">
                  <a16:creationId xmlns:a16="http://schemas.microsoft.com/office/drawing/2014/main" id="{FB58D20E-1A0E-061B-431B-0BB17D97C0F4}"/>
                </a:ext>
              </a:extLst>
            </p:cNvPr>
            <p:cNvSpPr/>
            <p:nvPr/>
          </p:nvSpPr>
          <p:spPr>
            <a:xfrm rot="13770711">
              <a:off x="8058962" y="3388843"/>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69" name="Oval 168">
              <a:extLst>
                <a:ext uri="{FF2B5EF4-FFF2-40B4-BE49-F238E27FC236}">
                  <a16:creationId xmlns:a16="http://schemas.microsoft.com/office/drawing/2014/main" id="{A15DC1F5-4F04-C6C3-D50D-BBBBA14D3D20}"/>
                </a:ext>
              </a:extLst>
            </p:cNvPr>
            <p:cNvSpPr/>
            <p:nvPr/>
          </p:nvSpPr>
          <p:spPr>
            <a:xfrm rot="13770711">
              <a:off x="7649746" y="3011512"/>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170" name="Oval 169">
              <a:extLst>
                <a:ext uri="{FF2B5EF4-FFF2-40B4-BE49-F238E27FC236}">
                  <a16:creationId xmlns:a16="http://schemas.microsoft.com/office/drawing/2014/main" id="{63ADCC95-0CFE-D5C8-A15D-8366C31B3537}"/>
                </a:ext>
              </a:extLst>
            </p:cNvPr>
            <p:cNvSpPr/>
            <p:nvPr/>
          </p:nvSpPr>
          <p:spPr>
            <a:xfrm rot="13770711">
              <a:off x="7202729" y="3150901"/>
              <a:ext cx="133641" cy="132784"/>
            </a:xfrm>
            <a:prstGeom prst="ellipse">
              <a:avLst/>
            </a:prstGeom>
            <a:solidFill>
              <a:srgbClr val="B64149"/>
            </a:solidFill>
            <a:ln>
              <a:solidFill>
                <a:srgbClr val="B641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grpSp>
      <p:sp>
        <p:nvSpPr>
          <p:cNvPr id="171" name="TextBox 170">
            <a:extLst>
              <a:ext uri="{FF2B5EF4-FFF2-40B4-BE49-F238E27FC236}">
                <a16:creationId xmlns:a16="http://schemas.microsoft.com/office/drawing/2014/main" id="{788B7E41-2C7C-5826-ED99-D45553C7D8FC}"/>
              </a:ext>
            </a:extLst>
          </p:cNvPr>
          <p:cNvSpPr txBox="1"/>
          <p:nvPr/>
        </p:nvSpPr>
        <p:spPr>
          <a:xfrm>
            <a:off x="5353043" y="5392296"/>
            <a:ext cx="220911" cy="244767"/>
          </a:xfrm>
          <a:prstGeom prst="rect">
            <a:avLst/>
          </a:prstGeom>
          <a:noFill/>
        </p:spPr>
        <p:txBody>
          <a:bodyPr wrap="square">
            <a:spAutoFit/>
          </a:bodyPr>
          <a:lstStyle/>
          <a:p>
            <a:pPr>
              <a:buNone/>
            </a:pPr>
            <a:r>
              <a:rPr lang="en-GB" sz="3000" dirty="0">
                <a:solidFill>
                  <a:srgbClr val="FF0000"/>
                </a:solidFill>
                <a:effectLst/>
                <a:latin typeface="Arial Unicode MS" panose="020B0604020202020204" pitchFamily="34" charset="-128"/>
                <a:ea typeface="Arial Unicode MS" panose="020B0604020202020204" pitchFamily="34" charset="-128"/>
              </a:rPr>
              <a:t>✗</a:t>
            </a:r>
          </a:p>
        </p:txBody>
      </p:sp>
      <p:sp>
        <p:nvSpPr>
          <p:cNvPr id="172" name="Freeform 171">
            <a:extLst>
              <a:ext uri="{FF2B5EF4-FFF2-40B4-BE49-F238E27FC236}">
                <a16:creationId xmlns:a16="http://schemas.microsoft.com/office/drawing/2014/main" id="{7065555D-B6A1-9923-DA78-0898980D58C2}"/>
              </a:ext>
            </a:extLst>
          </p:cNvPr>
          <p:cNvSpPr/>
          <p:nvPr/>
        </p:nvSpPr>
        <p:spPr>
          <a:xfrm>
            <a:off x="3419605" y="2417523"/>
            <a:ext cx="1240077"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3" name="Freeform 172">
            <a:extLst>
              <a:ext uri="{FF2B5EF4-FFF2-40B4-BE49-F238E27FC236}">
                <a16:creationId xmlns:a16="http://schemas.microsoft.com/office/drawing/2014/main" id="{788CAD90-217E-3DFF-5C9D-4757250235E0}"/>
              </a:ext>
            </a:extLst>
          </p:cNvPr>
          <p:cNvSpPr/>
          <p:nvPr/>
        </p:nvSpPr>
        <p:spPr>
          <a:xfrm>
            <a:off x="3983277" y="2630466"/>
            <a:ext cx="3995802" cy="914400"/>
          </a:xfrm>
          <a:custGeom>
            <a:avLst/>
            <a:gdLst>
              <a:gd name="connsiteX0" fmla="*/ 0 w 3995802"/>
              <a:gd name="connsiteY0" fmla="*/ 914400 h 914400"/>
              <a:gd name="connsiteX1" fmla="*/ 1415441 w 3995802"/>
              <a:gd name="connsiteY1" fmla="*/ 713983 h 914400"/>
              <a:gd name="connsiteX2" fmla="*/ 2542783 w 3995802"/>
              <a:gd name="connsiteY2" fmla="*/ 162838 h 914400"/>
              <a:gd name="connsiteX3" fmla="*/ 3995802 w 3995802"/>
              <a:gd name="connsiteY3" fmla="*/ 0 h 914400"/>
            </a:gdLst>
            <a:ahLst/>
            <a:cxnLst>
              <a:cxn ang="0">
                <a:pos x="connsiteX0" y="connsiteY0"/>
              </a:cxn>
              <a:cxn ang="0">
                <a:pos x="connsiteX1" y="connsiteY1"/>
              </a:cxn>
              <a:cxn ang="0">
                <a:pos x="connsiteX2" y="connsiteY2"/>
              </a:cxn>
              <a:cxn ang="0">
                <a:pos x="connsiteX3" y="connsiteY3"/>
              </a:cxn>
            </a:cxnLst>
            <a:rect l="l" t="t" r="r" b="b"/>
            <a:pathLst>
              <a:path w="3995802" h="914400">
                <a:moveTo>
                  <a:pt x="0" y="914400"/>
                </a:moveTo>
                <a:cubicBezTo>
                  <a:pt x="495822" y="876821"/>
                  <a:pt x="991644" y="839243"/>
                  <a:pt x="1415441" y="713983"/>
                </a:cubicBezTo>
                <a:cubicBezTo>
                  <a:pt x="1839238" y="588723"/>
                  <a:pt x="2112723" y="281835"/>
                  <a:pt x="2542783" y="162838"/>
                </a:cubicBezTo>
                <a:cubicBezTo>
                  <a:pt x="2972843" y="43841"/>
                  <a:pt x="3484322" y="21920"/>
                  <a:pt x="3995802" y="0"/>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Freeform 173">
            <a:extLst>
              <a:ext uri="{FF2B5EF4-FFF2-40B4-BE49-F238E27FC236}">
                <a16:creationId xmlns:a16="http://schemas.microsoft.com/office/drawing/2014/main" id="{1946AE9F-9DCA-8F42-EEFA-97C86BAD38F4}"/>
              </a:ext>
            </a:extLst>
          </p:cNvPr>
          <p:cNvSpPr/>
          <p:nvPr/>
        </p:nvSpPr>
        <p:spPr>
          <a:xfrm>
            <a:off x="3707704" y="4133589"/>
            <a:ext cx="676406" cy="75156"/>
          </a:xfrm>
          <a:custGeom>
            <a:avLst/>
            <a:gdLst>
              <a:gd name="connsiteX0" fmla="*/ 0 w 676406"/>
              <a:gd name="connsiteY0" fmla="*/ 75156 h 75156"/>
              <a:gd name="connsiteX1" fmla="*/ 175364 w 676406"/>
              <a:gd name="connsiteY1" fmla="*/ 12526 h 75156"/>
              <a:gd name="connsiteX2" fmla="*/ 676406 w 676406"/>
              <a:gd name="connsiteY2" fmla="*/ 0 h 75156"/>
            </a:gdLst>
            <a:ahLst/>
            <a:cxnLst>
              <a:cxn ang="0">
                <a:pos x="connsiteX0" y="connsiteY0"/>
              </a:cxn>
              <a:cxn ang="0">
                <a:pos x="connsiteX1" y="connsiteY1"/>
              </a:cxn>
              <a:cxn ang="0">
                <a:pos x="connsiteX2" y="connsiteY2"/>
              </a:cxn>
            </a:cxnLst>
            <a:rect l="l" t="t" r="r" b="b"/>
            <a:pathLst>
              <a:path w="676406" h="75156">
                <a:moveTo>
                  <a:pt x="0" y="75156"/>
                </a:moveTo>
                <a:cubicBezTo>
                  <a:pt x="31315" y="50104"/>
                  <a:pt x="62630" y="25052"/>
                  <a:pt x="175364" y="12526"/>
                </a:cubicBezTo>
                <a:cubicBezTo>
                  <a:pt x="288098" y="0"/>
                  <a:pt x="482252" y="0"/>
                  <a:pt x="676406" y="0"/>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5" name="Freeform 174">
            <a:extLst>
              <a:ext uri="{FF2B5EF4-FFF2-40B4-BE49-F238E27FC236}">
                <a16:creationId xmlns:a16="http://schemas.microsoft.com/office/drawing/2014/main" id="{FB57D0E6-7E6F-2602-8233-0633CFFCF7E6}"/>
              </a:ext>
            </a:extLst>
          </p:cNvPr>
          <p:cNvSpPr/>
          <p:nvPr/>
        </p:nvSpPr>
        <p:spPr>
          <a:xfrm>
            <a:off x="3895595" y="5085567"/>
            <a:ext cx="3281819" cy="632837"/>
          </a:xfrm>
          <a:custGeom>
            <a:avLst/>
            <a:gdLst>
              <a:gd name="connsiteX0" fmla="*/ 0 w 3281819"/>
              <a:gd name="connsiteY0" fmla="*/ 0 h 632837"/>
              <a:gd name="connsiteX1" fmla="*/ 2004164 w 3281819"/>
              <a:gd name="connsiteY1" fmla="*/ 50104 h 632837"/>
              <a:gd name="connsiteX2" fmla="*/ 2843408 w 3281819"/>
              <a:gd name="connsiteY2" fmla="*/ 551145 h 632837"/>
              <a:gd name="connsiteX3" fmla="*/ 3281819 w 3281819"/>
              <a:gd name="connsiteY3" fmla="*/ 626301 h 632837"/>
            </a:gdLst>
            <a:ahLst/>
            <a:cxnLst>
              <a:cxn ang="0">
                <a:pos x="connsiteX0" y="connsiteY0"/>
              </a:cxn>
              <a:cxn ang="0">
                <a:pos x="connsiteX1" y="connsiteY1"/>
              </a:cxn>
              <a:cxn ang="0">
                <a:pos x="connsiteX2" y="connsiteY2"/>
              </a:cxn>
              <a:cxn ang="0">
                <a:pos x="connsiteX3" y="connsiteY3"/>
              </a:cxn>
            </a:cxnLst>
            <a:rect l="l" t="t" r="r" b="b"/>
            <a:pathLst>
              <a:path w="3281819" h="632837">
                <a:moveTo>
                  <a:pt x="0" y="0"/>
                </a:moveTo>
                <a:lnTo>
                  <a:pt x="2004164" y="50104"/>
                </a:lnTo>
                <a:cubicBezTo>
                  <a:pt x="2478065" y="141961"/>
                  <a:pt x="2630465" y="455112"/>
                  <a:pt x="2843408" y="551145"/>
                </a:cubicBezTo>
                <a:cubicBezTo>
                  <a:pt x="3056351" y="647178"/>
                  <a:pt x="3169085" y="636739"/>
                  <a:pt x="3281819" y="626301"/>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Freeform 175">
            <a:extLst>
              <a:ext uri="{FF2B5EF4-FFF2-40B4-BE49-F238E27FC236}">
                <a16:creationId xmlns:a16="http://schemas.microsoft.com/office/drawing/2014/main" id="{7751AA53-EA68-8240-A765-0AF0FEAE0578}"/>
              </a:ext>
            </a:extLst>
          </p:cNvPr>
          <p:cNvSpPr/>
          <p:nvPr/>
        </p:nvSpPr>
        <p:spPr>
          <a:xfrm>
            <a:off x="2993721" y="5999967"/>
            <a:ext cx="864295" cy="304800"/>
          </a:xfrm>
          <a:custGeom>
            <a:avLst/>
            <a:gdLst>
              <a:gd name="connsiteX0" fmla="*/ 0 w 864295"/>
              <a:gd name="connsiteY0" fmla="*/ 0 h 304800"/>
              <a:gd name="connsiteX1" fmla="*/ 551145 w 864295"/>
              <a:gd name="connsiteY1" fmla="*/ 263047 h 304800"/>
              <a:gd name="connsiteX2" fmla="*/ 864295 w 864295"/>
              <a:gd name="connsiteY2" fmla="*/ 300625 h 304800"/>
            </a:gdLst>
            <a:ahLst/>
            <a:cxnLst>
              <a:cxn ang="0">
                <a:pos x="connsiteX0" y="connsiteY0"/>
              </a:cxn>
              <a:cxn ang="0">
                <a:pos x="connsiteX1" y="connsiteY1"/>
              </a:cxn>
              <a:cxn ang="0">
                <a:pos x="connsiteX2" y="connsiteY2"/>
              </a:cxn>
            </a:cxnLst>
            <a:rect l="l" t="t" r="r" b="b"/>
            <a:pathLst>
              <a:path w="864295" h="304800">
                <a:moveTo>
                  <a:pt x="0" y="0"/>
                </a:moveTo>
                <a:cubicBezTo>
                  <a:pt x="203548" y="106471"/>
                  <a:pt x="407096" y="212943"/>
                  <a:pt x="551145" y="263047"/>
                </a:cubicBezTo>
                <a:cubicBezTo>
                  <a:pt x="695194" y="313151"/>
                  <a:pt x="779744" y="306888"/>
                  <a:pt x="864295" y="300625"/>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1786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8E989-7AE5-70B4-28D7-D5EBD9300D2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2249B50-A7A6-ED5B-E2BA-32D53B0E1BE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EF72290-2A79-4C19-A5A0-7C7907759FD9}"/>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But what if we violate them? Is it the end?</a:t>
            </a:r>
          </a:p>
        </p:txBody>
      </p:sp>
      <p:sp>
        <p:nvSpPr>
          <p:cNvPr id="2" name="TextBox 1">
            <a:extLst>
              <a:ext uri="{FF2B5EF4-FFF2-40B4-BE49-F238E27FC236}">
                <a16:creationId xmlns:a16="http://schemas.microsoft.com/office/drawing/2014/main" id="{CB5EB5AB-81A1-C19F-393C-D6B7F8C634E5}"/>
              </a:ext>
            </a:extLst>
          </p:cNvPr>
          <p:cNvSpPr txBox="1"/>
          <p:nvPr/>
        </p:nvSpPr>
        <p:spPr>
          <a:xfrm>
            <a:off x="600327" y="2506371"/>
            <a:ext cx="5376727"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Independence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FontTx/>
              <a:buAutoNum type="arabicPeriod"/>
            </a:pPr>
            <a:r>
              <a:rPr lang="en-US" sz="2500" dirty="0">
                <a:solidFill>
                  <a:schemeClr val="accent6">
                    <a:lumMod val="50000"/>
                  </a:schemeClr>
                </a:solidFill>
                <a:latin typeface="Avenir Book" panose="02000503020000020003" pitchFamily="2" charset="0"/>
              </a:rPr>
              <a:t>Linear Relationship</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Normal Residuals</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Constant Variance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 Major Outliers</a:t>
            </a:r>
          </a:p>
          <a:p>
            <a:endParaRPr lang="en-US" sz="2500" dirty="0">
              <a:solidFill>
                <a:schemeClr val="accent6">
                  <a:lumMod val="50000"/>
                </a:schemeClr>
              </a:solidFill>
              <a:latin typeface="Avenir Book" panose="02000503020000020003" pitchFamily="2" charset="0"/>
            </a:endParaRPr>
          </a:p>
        </p:txBody>
      </p:sp>
      <p:sp>
        <p:nvSpPr>
          <p:cNvPr id="77" name="Right Brace 76">
            <a:extLst>
              <a:ext uri="{FF2B5EF4-FFF2-40B4-BE49-F238E27FC236}">
                <a16:creationId xmlns:a16="http://schemas.microsoft.com/office/drawing/2014/main" id="{4F029AFE-C654-847E-8DCE-19D816115CAB}"/>
              </a:ext>
            </a:extLst>
          </p:cNvPr>
          <p:cNvSpPr/>
          <p:nvPr/>
        </p:nvSpPr>
        <p:spPr>
          <a:xfrm>
            <a:off x="3927613" y="2454964"/>
            <a:ext cx="317638" cy="667993"/>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8" name="Right Brace 77">
            <a:extLst>
              <a:ext uri="{FF2B5EF4-FFF2-40B4-BE49-F238E27FC236}">
                <a16:creationId xmlns:a16="http://schemas.microsoft.com/office/drawing/2014/main" id="{B2E2C96F-68F2-87D6-802C-E83A9E087553}"/>
              </a:ext>
            </a:extLst>
          </p:cNvPr>
          <p:cNvSpPr/>
          <p:nvPr/>
        </p:nvSpPr>
        <p:spPr>
          <a:xfrm>
            <a:off x="3927613" y="3342860"/>
            <a:ext cx="317638" cy="1835427"/>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0" name="Right Brace 79">
            <a:extLst>
              <a:ext uri="{FF2B5EF4-FFF2-40B4-BE49-F238E27FC236}">
                <a16:creationId xmlns:a16="http://schemas.microsoft.com/office/drawing/2014/main" id="{5DA94BBD-8070-13B0-7393-157F0D110064}"/>
              </a:ext>
            </a:extLst>
          </p:cNvPr>
          <p:cNvSpPr/>
          <p:nvPr/>
        </p:nvSpPr>
        <p:spPr>
          <a:xfrm>
            <a:off x="3959088" y="5476461"/>
            <a:ext cx="254689" cy="589721"/>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1" name="TextBox 80">
            <a:extLst>
              <a:ext uri="{FF2B5EF4-FFF2-40B4-BE49-F238E27FC236}">
                <a16:creationId xmlns:a16="http://schemas.microsoft.com/office/drawing/2014/main" id="{08E83656-CB6B-AA7C-5808-BD49761AD6B1}"/>
              </a:ext>
            </a:extLst>
          </p:cNvPr>
          <p:cNvSpPr txBox="1"/>
          <p:nvPr/>
        </p:nvSpPr>
        <p:spPr>
          <a:xfrm>
            <a:off x="4427112" y="2365560"/>
            <a:ext cx="6616202" cy="1015663"/>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Tell the model about how your data isn’t independent. Either using predictor variables, or a </a:t>
            </a:r>
            <a:r>
              <a:rPr lang="en-US" sz="2000" b="1" dirty="0">
                <a:solidFill>
                  <a:schemeClr val="accent6">
                    <a:lumMod val="50000"/>
                  </a:schemeClr>
                </a:solidFill>
                <a:latin typeface="Avenir Book" panose="02000503020000020003" pitchFamily="2" charset="0"/>
              </a:rPr>
              <a:t>‘Mixed Effects’ Linear Model</a:t>
            </a:r>
          </a:p>
        </p:txBody>
      </p:sp>
      <p:sp>
        <p:nvSpPr>
          <p:cNvPr id="108" name="TextBox 107">
            <a:extLst>
              <a:ext uri="{FF2B5EF4-FFF2-40B4-BE49-F238E27FC236}">
                <a16:creationId xmlns:a16="http://schemas.microsoft.com/office/drawing/2014/main" id="{51AFBE0D-36BE-174B-EEA0-AE8CC892D6C8}"/>
              </a:ext>
            </a:extLst>
          </p:cNvPr>
          <p:cNvSpPr txBox="1"/>
          <p:nvPr/>
        </p:nvSpPr>
        <p:spPr>
          <a:xfrm>
            <a:off x="4427111" y="3759906"/>
            <a:ext cx="6955121"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Sometimes our data violates these in predictable ways. In these cases we can consider a </a:t>
            </a:r>
            <a:r>
              <a:rPr lang="en-US" sz="2000" b="1" dirty="0">
                <a:solidFill>
                  <a:schemeClr val="accent6">
                    <a:lumMod val="50000"/>
                  </a:schemeClr>
                </a:solidFill>
                <a:latin typeface="Avenir Book" panose="02000503020000020003" pitchFamily="2" charset="0"/>
              </a:rPr>
              <a:t>‘</a:t>
            </a:r>
            <a:r>
              <a:rPr lang="en-US" sz="2000" b="1" dirty="0" err="1">
                <a:solidFill>
                  <a:schemeClr val="accent6">
                    <a:lumMod val="50000"/>
                  </a:schemeClr>
                </a:solidFill>
                <a:latin typeface="Avenir Book" panose="02000503020000020003" pitchFamily="2" charset="0"/>
              </a:rPr>
              <a:t>Generalised</a:t>
            </a:r>
            <a:r>
              <a:rPr lang="en-US" sz="2000" b="1" dirty="0">
                <a:solidFill>
                  <a:schemeClr val="accent6">
                    <a:lumMod val="50000"/>
                  </a:schemeClr>
                </a:solidFill>
                <a:latin typeface="Avenir Book" panose="02000503020000020003" pitchFamily="2" charset="0"/>
              </a:rPr>
              <a:t>’ Linear Model</a:t>
            </a:r>
          </a:p>
        </p:txBody>
      </p:sp>
      <p:sp>
        <p:nvSpPr>
          <p:cNvPr id="110" name="TextBox 109">
            <a:extLst>
              <a:ext uri="{FF2B5EF4-FFF2-40B4-BE49-F238E27FC236}">
                <a16:creationId xmlns:a16="http://schemas.microsoft.com/office/drawing/2014/main" id="{9C32E6E1-6CFC-F623-80BC-635F64F381DF}"/>
              </a:ext>
            </a:extLst>
          </p:cNvPr>
          <p:cNvSpPr txBox="1"/>
          <p:nvPr/>
        </p:nvSpPr>
        <p:spPr>
          <a:xfrm>
            <a:off x="4427112" y="5440855"/>
            <a:ext cx="6616202"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You just need to think about your data and make educated decisions with this one!</a:t>
            </a:r>
          </a:p>
        </p:txBody>
      </p:sp>
    </p:spTree>
    <p:extLst>
      <p:ext uri="{BB962C8B-B14F-4D97-AF65-F5344CB8AC3E}">
        <p14:creationId xmlns:p14="http://schemas.microsoft.com/office/powerpoint/2010/main" val="2058880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DDDCE-7962-041A-0704-A555D171D14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E2F23BB-CBFD-E278-AA55-5E4FE44AC12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F94BA052-1F9C-D543-F1D7-541ABF9CB598}"/>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But what if we violate them? Is it the end?</a:t>
            </a:r>
          </a:p>
        </p:txBody>
      </p:sp>
      <p:sp>
        <p:nvSpPr>
          <p:cNvPr id="2" name="TextBox 1">
            <a:extLst>
              <a:ext uri="{FF2B5EF4-FFF2-40B4-BE49-F238E27FC236}">
                <a16:creationId xmlns:a16="http://schemas.microsoft.com/office/drawing/2014/main" id="{38596F76-384F-1362-E2BF-0C6833E95E20}"/>
              </a:ext>
            </a:extLst>
          </p:cNvPr>
          <p:cNvSpPr txBox="1"/>
          <p:nvPr/>
        </p:nvSpPr>
        <p:spPr>
          <a:xfrm>
            <a:off x="600327" y="2506371"/>
            <a:ext cx="5376727"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Independence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FontTx/>
              <a:buAutoNum type="arabicPeriod"/>
            </a:pPr>
            <a:r>
              <a:rPr lang="en-US" sz="2500" dirty="0">
                <a:solidFill>
                  <a:schemeClr val="accent6">
                    <a:lumMod val="50000"/>
                  </a:schemeClr>
                </a:solidFill>
                <a:latin typeface="Avenir Book" panose="02000503020000020003" pitchFamily="2" charset="0"/>
              </a:rPr>
              <a:t>Linear Relationship</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Normal Residuals</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Constant Variance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 Major Outliers</a:t>
            </a:r>
          </a:p>
          <a:p>
            <a:endParaRPr lang="en-US" sz="2500" dirty="0">
              <a:solidFill>
                <a:schemeClr val="accent6">
                  <a:lumMod val="50000"/>
                </a:schemeClr>
              </a:solidFill>
              <a:latin typeface="Avenir Book" panose="02000503020000020003" pitchFamily="2" charset="0"/>
            </a:endParaRPr>
          </a:p>
        </p:txBody>
      </p:sp>
      <p:sp>
        <p:nvSpPr>
          <p:cNvPr id="77" name="Right Brace 76">
            <a:extLst>
              <a:ext uri="{FF2B5EF4-FFF2-40B4-BE49-F238E27FC236}">
                <a16:creationId xmlns:a16="http://schemas.microsoft.com/office/drawing/2014/main" id="{0D128C35-067A-F8ED-3DAC-C72E51742C52}"/>
              </a:ext>
            </a:extLst>
          </p:cNvPr>
          <p:cNvSpPr/>
          <p:nvPr/>
        </p:nvSpPr>
        <p:spPr>
          <a:xfrm>
            <a:off x="3927613" y="2454964"/>
            <a:ext cx="317638" cy="667993"/>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8" name="Right Brace 77">
            <a:extLst>
              <a:ext uri="{FF2B5EF4-FFF2-40B4-BE49-F238E27FC236}">
                <a16:creationId xmlns:a16="http://schemas.microsoft.com/office/drawing/2014/main" id="{0C954AB2-14F4-565A-5673-362E342B631C}"/>
              </a:ext>
            </a:extLst>
          </p:cNvPr>
          <p:cNvSpPr/>
          <p:nvPr/>
        </p:nvSpPr>
        <p:spPr>
          <a:xfrm>
            <a:off x="3927613" y="3342860"/>
            <a:ext cx="317638" cy="1835427"/>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0" name="Right Brace 79">
            <a:extLst>
              <a:ext uri="{FF2B5EF4-FFF2-40B4-BE49-F238E27FC236}">
                <a16:creationId xmlns:a16="http://schemas.microsoft.com/office/drawing/2014/main" id="{73225CE9-D67E-9718-66E3-1DE29183BC00}"/>
              </a:ext>
            </a:extLst>
          </p:cNvPr>
          <p:cNvSpPr/>
          <p:nvPr/>
        </p:nvSpPr>
        <p:spPr>
          <a:xfrm>
            <a:off x="3959088" y="5476461"/>
            <a:ext cx="254689" cy="589721"/>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1" name="TextBox 80">
            <a:extLst>
              <a:ext uri="{FF2B5EF4-FFF2-40B4-BE49-F238E27FC236}">
                <a16:creationId xmlns:a16="http://schemas.microsoft.com/office/drawing/2014/main" id="{5746DA7A-1F89-9F4B-DCA8-EDB8356EB5AB}"/>
              </a:ext>
            </a:extLst>
          </p:cNvPr>
          <p:cNvSpPr txBox="1"/>
          <p:nvPr/>
        </p:nvSpPr>
        <p:spPr>
          <a:xfrm>
            <a:off x="4427112" y="2365560"/>
            <a:ext cx="6616202" cy="1015663"/>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Tell the model about how your data isn’t independent. Either using predictor variables, or a </a:t>
            </a:r>
            <a:r>
              <a:rPr lang="en-US" sz="2000" b="1" dirty="0">
                <a:solidFill>
                  <a:schemeClr val="accent6">
                    <a:lumMod val="50000"/>
                  </a:schemeClr>
                </a:solidFill>
                <a:latin typeface="Avenir Book" panose="02000503020000020003" pitchFamily="2" charset="0"/>
              </a:rPr>
              <a:t>‘Mixed Effects’ Linear Model</a:t>
            </a:r>
          </a:p>
        </p:txBody>
      </p:sp>
      <p:sp>
        <p:nvSpPr>
          <p:cNvPr id="108" name="TextBox 107">
            <a:extLst>
              <a:ext uri="{FF2B5EF4-FFF2-40B4-BE49-F238E27FC236}">
                <a16:creationId xmlns:a16="http://schemas.microsoft.com/office/drawing/2014/main" id="{87630A49-CD3E-11CA-CEC8-3903D255E6FB}"/>
              </a:ext>
            </a:extLst>
          </p:cNvPr>
          <p:cNvSpPr txBox="1"/>
          <p:nvPr/>
        </p:nvSpPr>
        <p:spPr>
          <a:xfrm>
            <a:off x="4427111" y="3759906"/>
            <a:ext cx="7159837"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Sometimes our data violates these in predictable ways. In these cases we can consider a </a:t>
            </a:r>
            <a:r>
              <a:rPr lang="en-US" sz="2000" b="1" dirty="0">
                <a:solidFill>
                  <a:schemeClr val="accent6">
                    <a:lumMod val="50000"/>
                  </a:schemeClr>
                </a:solidFill>
                <a:latin typeface="Avenir Book" panose="02000503020000020003" pitchFamily="2" charset="0"/>
              </a:rPr>
              <a:t>‘</a:t>
            </a:r>
            <a:r>
              <a:rPr lang="en-US" sz="2000" b="1" dirty="0" err="1">
                <a:solidFill>
                  <a:schemeClr val="accent6">
                    <a:lumMod val="50000"/>
                  </a:schemeClr>
                </a:solidFill>
                <a:latin typeface="Avenir Book" panose="02000503020000020003" pitchFamily="2" charset="0"/>
              </a:rPr>
              <a:t>Generalised</a:t>
            </a:r>
            <a:r>
              <a:rPr lang="en-US" sz="2000" b="1" dirty="0">
                <a:solidFill>
                  <a:schemeClr val="accent6">
                    <a:lumMod val="50000"/>
                  </a:schemeClr>
                </a:solidFill>
                <a:latin typeface="Avenir Book" panose="02000503020000020003" pitchFamily="2" charset="0"/>
              </a:rPr>
              <a:t>’ Linear Model</a:t>
            </a:r>
          </a:p>
        </p:txBody>
      </p:sp>
      <p:sp>
        <p:nvSpPr>
          <p:cNvPr id="110" name="TextBox 109">
            <a:extLst>
              <a:ext uri="{FF2B5EF4-FFF2-40B4-BE49-F238E27FC236}">
                <a16:creationId xmlns:a16="http://schemas.microsoft.com/office/drawing/2014/main" id="{663A4A15-AF48-EED8-7369-75C51BDBD869}"/>
              </a:ext>
            </a:extLst>
          </p:cNvPr>
          <p:cNvSpPr txBox="1"/>
          <p:nvPr/>
        </p:nvSpPr>
        <p:spPr>
          <a:xfrm>
            <a:off x="4427112" y="5440855"/>
            <a:ext cx="6616202"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You just need to think about your data and make educated decisions with this one!</a:t>
            </a:r>
          </a:p>
        </p:txBody>
      </p:sp>
      <p:sp>
        <p:nvSpPr>
          <p:cNvPr id="5" name="Rectangle 4">
            <a:extLst>
              <a:ext uri="{FF2B5EF4-FFF2-40B4-BE49-F238E27FC236}">
                <a16:creationId xmlns:a16="http://schemas.microsoft.com/office/drawing/2014/main" id="{E0C82893-BBB9-3D65-56E4-EF8102F7477B}"/>
              </a:ext>
            </a:extLst>
          </p:cNvPr>
          <p:cNvSpPr/>
          <p:nvPr/>
        </p:nvSpPr>
        <p:spPr>
          <a:xfrm>
            <a:off x="614150" y="2279175"/>
            <a:ext cx="10372298" cy="1050879"/>
          </a:xfrm>
          <a:prstGeom prst="rect">
            <a:avLst/>
          </a:prstGeom>
          <a:solidFill>
            <a:schemeClr val="bg1">
              <a:alpha val="7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69AC8A9-1CAF-7235-8F8E-E9470AA3406D}"/>
              </a:ext>
            </a:extLst>
          </p:cNvPr>
          <p:cNvSpPr/>
          <p:nvPr/>
        </p:nvSpPr>
        <p:spPr>
          <a:xfrm>
            <a:off x="425356" y="5324901"/>
            <a:ext cx="10372298" cy="1050879"/>
          </a:xfrm>
          <a:prstGeom prst="rect">
            <a:avLst/>
          </a:prstGeom>
          <a:solidFill>
            <a:schemeClr val="bg1">
              <a:alpha val="7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eft Arrow 8">
            <a:extLst>
              <a:ext uri="{FF2B5EF4-FFF2-40B4-BE49-F238E27FC236}">
                <a16:creationId xmlns:a16="http://schemas.microsoft.com/office/drawing/2014/main" id="{D84CABF2-2296-B833-8E55-CEF0F2939636}"/>
              </a:ext>
            </a:extLst>
          </p:cNvPr>
          <p:cNvSpPr/>
          <p:nvPr/>
        </p:nvSpPr>
        <p:spPr>
          <a:xfrm rot="2327543">
            <a:off x="10112991" y="4490113"/>
            <a:ext cx="696036" cy="354841"/>
          </a:xfrm>
          <a:prstGeom prst="leftArrow">
            <a:avLst>
              <a:gd name="adj1" fmla="val 20022"/>
              <a:gd name="adj2" fmla="val 500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1E3CAA8D-C0F1-ACF0-28D5-F7F7A2C30030}"/>
              </a:ext>
            </a:extLst>
          </p:cNvPr>
          <p:cNvSpPr txBox="1"/>
          <p:nvPr/>
        </p:nvSpPr>
        <p:spPr>
          <a:xfrm>
            <a:off x="10761947" y="4717523"/>
            <a:ext cx="715983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Start here</a:t>
            </a:r>
            <a:endParaRPr lang="en-US" sz="2000" b="1"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39132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9A43-5CC0-EF94-B471-8A22B38240F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BA10AB4-5D57-07EC-7609-264ED0A00A4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7938EF10-E53F-0F69-CEA7-0577253EA36D}"/>
              </a:ext>
            </a:extLst>
          </p:cNvPr>
          <p:cNvSpPr txBox="1"/>
          <p:nvPr/>
        </p:nvSpPr>
        <p:spPr>
          <a:xfrm>
            <a:off x="589816" y="1601285"/>
            <a:ext cx="11291362" cy="4247317"/>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have data that doesn’t behave according to linearity, normality and constant variance in a </a:t>
            </a:r>
            <a:r>
              <a:rPr lang="en-US" sz="3000" b="1" u="sng" dirty="0">
                <a:solidFill>
                  <a:schemeClr val="accent6">
                    <a:lumMod val="50000"/>
                  </a:schemeClr>
                </a:solidFill>
                <a:latin typeface="Avenir Book" panose="02000503020000020003" pitchFamily="2" charset="0"/>
              </a:rPr>
              <a:t>predictable</a:t>
            </a:r>
            <a:r>
              <a:rPr lang="en-US" sz="3000" b="1" dirty="0">
                <a:solidFill>
                  <a:schemeClr val="accent6">
                    <a:lumMod val="50000"/>
                  </a:schemeClr>
                </a:solidFill>
                <a:latin typeface="Avenir Book" panose="02000503020000020003" pitchFamily="2" charset="0"/>
              </a:rPr>
              <a:t> </a:t>
            </a:r>
            <a:r>
              <a:rPr lang="en-US" sz="3000" dirty="0">
                <a:solidFill>
                  <a:schemeClr val="accent6">
                    <a:lumMod val="50000"/>
                  </a:schemeClr>
                </a:solidFill>
                <a:latin typeface="Avenir Book" panose="02000503020000020003" pitchFamily="2" charset="0"/>
              </a:rPr>
              <a:t>way</a:t>
            </a: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45525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C51DB-5899-430E-36C6-A6F3F4675DD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2A77CFE-A6EC-44DE-45FF-BD8BE213008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9AC1684F-82F3-D4C4-D618-EE52B7CCA737}"/>
              </a:ext>
            </a:extLst>
          </p:cNvPr>
          <p:cNvSpPr txBox="1"/>
          <p:nvPr/>
        </p:nvSpPr>
        <p:spPr>
          <a:xfrm>
            <a:off x="589816" y="1601285"/>
            <a:ext cx="11291362" cy="4708981"/>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have data that doesn’t behave according to linearity, normality and constant variance in a </a:t>
            </a:r>
            <a:r>
              <a:rPr lang="en-US" sz="3000" b="1" u="sng" dirty="0">
                <a:solidFill>
                  <a:schemeClr val="accent6">
                    <a:lumMod val="50000"/>
                  </a:schemeClr>
                </a:solidFill>
                <a:latin typeface="Avenir Book" panose="02000503020000020003" pitchFamily="2" charset="0"/>
              </a:rPr>
              <a:t>predictable</a:t>
            </a:r>
            <a:r>
              <a:rPr lang="en-US" sz="3000" b="1" dirty="0">
                <a:solidFill>
                  <a:schemeClr val="accent6">
                    <a:lumMod val="50000"/>
                  </a:schemeClr>
                </a:solidFill>
                <a:latin typeface="Avenir Book" panose="02000503020000020003" pitchFamily="2" charset="0"/>
              </a:rPr>
              <a:t> </a:t>
            </a:r>
            <a:r>
              <a:rPr lang="en-US" sz="3000" dirty="0">
                <a:solidFill>
                  <a:schemeClr val="accent6">
                    <a:lumMod val="50000"/>
                  </a:schemeClr>
                </a:solidFill>
                <a:latin typeface="Avenir Book" panose="02000503020000020003" pitchFamily="2" charset="0"/>
              </a:rPr>
              <a:t>way</a:t>
            </a: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endParaRPr lang="en-US" sz="3000" u="sng"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(Hannah please stop with the stats Jargon)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118673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5383A-B4B4-5A71-A10F-E02C1E2CAAA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D6E8ECB-BE6B-49CB-1E09-EFC90848663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C421C704-E854-03BB-6B16-D54FFA35FA5C}"/>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70AD47">
                    <a:lumMod val="50000"/>
                  </a:srgbClr>
                </a:solidFill>
                <a:effectLst/>
                <a:uLnTx/>
                <a:uFillTx/>
                <a:latin typeface="Avenir Book" panose="02000503020000020003" pitchFamily="2" charset="0"/>
                <a:ea typeface="+mn-ea"/>
                <a:cs typeface="+mn-cs"/>
              </a:rPr>
              <a:t>e.g. Yes-No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50000"/>
                  </a:srgbClr>
                </a:solidFill>
                <a:effectLst/>
                <a:uLnTx/>
                <a:uFillTx/>
                <a:latin typeface="Avenir Book" panose="02000503020000020003" pitchFamily="2" charset="0"/>
                <a:ea typeface="+mn-ea"/>
                <a:cs typeface="+mn-cs"/>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A327575F-03F7-B48E-AC95-3B282A1EC365}"/>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52174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11BE6-37EB-BCD5-6F71-D7D2FC2954D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F22A4A4-37B6-633C-C263-0286C14334B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D141A06F-DC5E-AB2C-1837-335203574177}"/>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70AD47">
                    <a:lumMod val="50000"/>
                  </a:srgbClr>
                </a:solidFill>
                <a:effectLst/>
                <a:uLnTx/>
                <a:uFillTx/>
                <a:latin typeface="Avenir Book" panose="02000503020000020003" pitchFamily="2" charset="0"/>
                <a:ea typeface="+mn-ea"/>
                <a:cs typeface="+mn-cs"/>
              </a:rPr>
              <a:t>e.g. Yes-No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AD47">
                    <a:lumMod val="50000"/>
                  </a:srgbClr>
                </a:solidFill>
                <a:effectLst/>
                <a:uLnTx/>
                <a:uFillTx/>
                <a:latin typeface="Avenir Book" panose="02000503020000020003" pitchFamily="2" charset="0"/>
                <a:ea typeface="+mn-ea"/>
                <a:cs typeface="+mn-cs"/>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E1B53D2C-A6A5-0BEB-2487-57F2A4E2B5CB}"/>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23FAB720-E694-2F3A-A38D-B12DBDDB65F9}"/>
              </a:ext>
            </a:extLst>
          </p:cNvPr>
          <p:cNvSpPr txBox="1"/>
          <p:nvPr/>
        </p:nvSpPr>
        <p:spPr>
          <a:xfrm rot="16200000">
            <a:off x="7088276" y="3564879"/>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Population Size</a:t>
            </a:r>
          </a:p>
        </p:txBody>
      </p:sp>
      <p:cxnSp>
        <p:nvCxnSpPr>
          <p:cNvPr id="5" name="Straight Connector 4">
            <a:extLst>
              <a:ext uri="{FF2B5EF4-FFF2-40B4-BE49-F238E27FC236}">
                <a16:creationId xmlns:a16="http://schemas.microsoft.com/office/drawing/2014/main" id="{533531B2-41E7-E1B2-F564-451DB82122AE}"/>
              </a:ext>
            </a:extLst>
          </p:cNvPr>
          <p:cNvCxnSpPr>
            <a:cxnSpLocks/>
          </p:cNvCxnSpPr>
          <p:nvPr/>
        </p:nvCxnSpPr>
        <p:spPr>
          <a:xfrm>
            <a:off x="7967329" y="3068040"/>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6C5FC5C-C609-7EA4-5EA9-F4467AE3BB41}"/>
              </a:ext>
            </a:extLst>
          </p:cNvPr>
          <p:cNvCxnSpPr>
            <a:cxnSpLocks/>
          </p:cNvCxnSpPr>
          <p:nvPr/>
        </p:nvCxnSpPr>
        <p:spPr>
          <a:xfrm flipH="1">
            <a:off x="7959429" y="4515130"/>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BF858A0-244B-D339-6EA1-820D367B58CB}"/>
              </a:ext>
            </a:extLst>
          </p:cNvPr>
          <p:cNvSpPr txBox="1"/>
          <p:nvPr/>
        </p:nvSpPr>
        <p:spPr>
          <a:xfrm>
            <a:off x="8692018" y="4525366"/>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95D0F4E1-A293-BA09-B16B-55B5DB7F27BB}"/>
                  </a:ext>
                </a:extLst>
              </p14:cNvPr>
              <p14:cNvContentPartPr/>
              <p14:nvPr/>
            </p14:nvContentPartPr>
            <p14:xfrm>
              <a:off x="8111164" y="4192548"/>
              <a:ext cx="576" cy="576"/>
            </p14:xfrm>
          </p:contentPart>
        </mc:Choice>
        <mc:Fallback>
          <p:pic>
            <p:nvPicPr>
              <p:cNvPr id="8" name="Ink 7">
                <a:extLst>
                  <a:ext uri="{FF2B5EF4-FFF2-40B4-BE49-F238E27FC236}">
                    <a16:creationId xmlns:a16="http://schemas.microsoft.com/office/drawing/2014/main" id="{95D0F4E1-A293-BA09-B16B-55B5DB7F27BB}"/>
                  </a:ext>
                </a:extLst>
              </p:cNvPr>
              <p:cNvPicPr/>
              <p:nvPr/>
            </p:nvPicPr>
            <p:blipFill>
              <a:blip r:embed="rId3"/>
              <a:stretch>
                <a:fillRect/>
              </a:stretch>
            </p:blipFill>
            <p:spPr>
              <a:xfrm>
                <a:off x="8096764" y="417814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B77DAE01-5853-20D8-21EE-85A6D379BF94}"/>
                  </a:ext>
                </a:extLst>
              </p14:cNvPr>
              <p14:cNvContentPartPr/>
              <p14:nvPr/>
            </p14:nvContentPartPr>
            <p14:xfrm>
              <a:off x="8326948" y="4169207"/>
              <a:ext cx="576" cy="576"/>
            </p14:xfrm>
          </p:contentPart>
        </mc:Choice>
        <mc:Fallback>
          <p:pic>
            <p:nvPicPr>
              <p:cNvPr id="9" name="Ink 8">
                <a:extLst>
                  <a:ext uri="{FF2B5EF4-FFF2-40B4-BE49-F238E27FC236}">
                    <a16:creationId xmlns:a16="http://schemas.microsoft.com/office/drawing/2014/main" id="{B77DAE01-5853-20D8-21EE-85A6D379BF94}"/>
                  </a:ext>
                </a:extLst>
              </p:cNvPr>
              <p:cNvPicPr/>
              <p:nvPr/>
            </p:nvPicPr>
            <p:blipFill>
              <a:blip r:embed="rId3"/>
              <a:stretch>
                <a:fillRect/>
              </a:stretch>
            </p:blipFill>
            <p:spPr>
              <a:xfrm>
                <a:off x="8312548" y="41548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859A193F-D1E2-2BFE-72B5-AE7C14083466}"/>
                  </a:ext>
                </a:extLst>
              </p14:cNvPr>
              <p14:cNvContentPartPr/>
              <p14:nvPr/>
            </p14:nvContentPartPr>
            <p14:xfrm>
              <a:off x="8255020" y="4162496"/>
              <a:ext cx="576" cy="576"/>
            </p14:xfrm>
          </p:contentPart>
        </mc:Choice>
        <mc:Fallback>
          <p:pic>
            <p:nvPicPr>
              <p:cNvPr id="10" name="Ink 9">
                <a:extLst>
                  <a:ext uri="{FF2B5EF4-FFF2-40B4-BE49-F238E27FC236}">
                    <a16:creationId xmlns:a16="http://schemas.microsoft.com/office/drawing/2014/main" id="{859A193F-D1E2-2BFE-72B5-AE7C14083466}"/>
                  </a:ext>
                </a:extLst>
              </p:cNvPr>
              <p:cNvPicPr/>
              <p:nvPr/>
            </p:nvPicPr>
            <p:blipFill>
              <a:blip r:embed="rId3"/>
              <a:stretch>
                <a:fillRect/>
              </a:stretch>
            </p:blipFill>
            <p:spPr>
              <a:xfrm>
                <a:off x="8240620" y="41480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F1839BAF-B878-A3E9-D61E-5282DB3C1398}"/>
                  </a:ext>
                </a:extLst>
              </p14:cNvPr>
              <p14:cNvContentPartPr/>
              <p14:nvPr/>
            </p14:nvContentPartPr>
            <p14:xfrm>
              <a:off x="8398875" y="4108617"/>
              <a:ext cx="576" cy="576"/>
            </p14:xfrm>
          </p:contentPart>
        </mc:Choice>
        <mc:Fallback>
          <p:pic>
            <p:nvPicPr>
              <p:cNvPr id="12" name="Ink 11">
                <a:extLst>
                  <a:ext uri="{FF2B5EF4-FFF2-40B4-BE49-F238E27FC236}">
                    <a16:creationId xmlns:a16="http://schemas.microsoft.com/office/drawing/2014/main" id="{F1839BAF-B878-A3E9-D61E-5282DB3C1398}"/>
                  </a:ext>
                </a:extLst>
              </p:cNvPr>
              <p:cNvPicPr/>
              <p:nvPr/>
            </p:nvPicPr>
            <p:blipFill>
              <a:blip r:embed="rId3"/>
              <a:stretch>
                <a:fillRect/>
              </a:stretch>
            </p:blipFill>
            <p:spPr>
              <a:xfrm>
                <a:off x="8384475" y="40942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3" name="Ink 12">
                <a:extLst>
                  <a:ext uri="{FF2B5EF4-FFF2-40B4-BE49-F238E27FC236}">
                    <a16:creationId xmlns:a16="http://schemas.microsoft.com/office/drawing/2014/main" id="{88210688-FBF5-7BBB-707E-A968D7EEE3F4}"/>
                  </a:ext>
                </a:extLst>
              </p14:cNvPr>
              <p14:cNvContentPartPr/>
              <p14:nvPr/>
            </p14:nvContentPartPr>
            <p14:xfrm>
              <a:off x="8183092" y="4230319"/>
              <a:ext cx="576" cy="576"/>
            </p14:xfrm>
          </p:contentPart>
        </mc:Choice>
        <mc:Fallback>
          <p:pic>
            <p:nvPicPr>
              <p:cNvPr id="13" name="Ink 12">
                <a:extLst>
                  <a:ext uri="{FF2B5EF4-FFF2-40B4-BE49-F238E27FC236}">
                    <a16:creationId xmlns:a16="http://schemas.microsoft.com/office/drawing/2014/main" id="{88210688-FBF5-7BBB-707E-A968D7EEE3F4}"/>
                  </a:ext>
                </a:extLst>
              </p:cNvPr>
              <p:cNvPicPr/>
              <p:nvPr/>
            </p:nvPicPr>
            <p:blipFill>
              <a:blip r:embed="rId3"/>
              <a:stretch>
                <a:fillRect/>
              </a:stretch>
            </p:blipFill>
            <p:spPr>
              <a:xfrm>
                <a:off x="8168692" y="4215919"/>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6B3E88B6-7F16-3FB1-A05A-7291154AEEFA}"/>
                  </a:ext>
                </a:extLst>
              </p14:cNvPr>
              <p14:cNvContentPartPr/>
              <p14:nvPr/>
            </p14:nvContentPartPr>
            <p14:xfrm>
              <a:off x="8470803" y="4064265"/>
              <a:ext cx="576" cy="576"/>
            </p14:xfrm>
          </p:contentPart>
        </mc:Choice>
        <mc:Fallback>
          <p:pic>
            <p:nvPicPr>
              <p:cNvPr id="14" name="Ink 13">
                <a:extLst>
                  <a:ext uri="{FF2B5EF4-FFF2-40B4-BE49-F238E27FC236}">
                    <a16:creationId xmlns:a16="http://schemas.microsoft.com/office/drawing/2014/main" id="{6B3E88B6-7F16-3FB1-A05A-7291154AEEFA}"/>
                  </a:ext>
                </a:extLst>
              </p:cNvPr>
              <p:cNvPicPr/>
              <p:nvPr/>
            </p:nvPicPr>
            <p:blipFill>
              <a:blip r:embed="rId3"/>
              <a:stretch>
                <a:fillRect/>
              </a:stretch>
            </p:blipFill>
            <p:spPr>
              <a:xfrm>
                <a:off x="8456403" y="404986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D14653D6-E203-9514-FDF3-F97A99260ECF}"/>
                  </a:ext>
                </a:extLst>
              </p14:cNvPr>
              <p14:cNvContentPartPr/>
              <p14:nvPr/>
            </p14:nvContentPartPr>
            <p14:xfrm>
              <a:off x="8542731" y="4226697"/>
              <a:ext cx="576" cy="576"/>
            </p14:xfrm>
          </p:contentPart>
        </mc:Choice>
        <mc:Fallback>
          <p:pic>
            <p:nvPicPr>
              <p:cNvPr id="15" name="Ink 14">
                <a:extLst>
                  <a:ext uri="{FF2B5EF4-FFF2-40B4-BE49-F238E27FC236}">
                    <a16:creationId xmlns:a16="http://schemas.microsoft.com/office/drawing/2014/main" id="{D14653D6-E203-9514-FDF3-F97A99260ECF}"/>
                  </a:ext>
                </a:extLst>
              </p:cNvPr>
              <p:cNvPicPr/>
              <p:nvPr/>
            </p:nvPicPr>
            <p:blipFill>
              <a:blip r:embed="rId3"/>
              <a:stretch>
                <a:fillRect/>
              </a:stretch>
            </p:blipFill>
            <p:spPr>
              <a:xfrm>
                <a:off x="8528331" y="421229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4C1100BB-A9E7-6BA0-ADAC-38031B7DE5CA}"/>
                  </a:ext>
                </a:extLst>
              </p14:cNvPr>
              <p14:cNvContentPartPr/>
              <p14:nvPr/>
            </p14:nvContentPartPr>
            <p14:xfrm>
              <a:off x="8686587" y="4041820"/>
              <a:ext cx="576" cy="576"/>
            </p14:xfrm>
          </p:contentPart>
        </mc:Choice>
        <mc:Fallback>
          <p:pic>
            <p:nvPicPr>
              <p:cNvPr id="16" name="Ink 15">
                <a:extLst>
                  <a:ext uri="{FF2B5EF4-FFF2-40B4-BE49-F238E27FC236}">
                    <a16:creationId xmlns:a16="http://schemas.microsoft.com/office/drawing/2014/main" id="{4C1100BB-A9E7-6BA0-ADAC-38031B7DE5CA}"/>
                  </a:ext>
                </a:extLst>
              </p:cNvPr>
              <p:cNvPicPr/>
              <p:nvPr/>
            </p:nvPicPr>
            <p:blipFill>
              <a:blip r:embed="rId3"/>
              <a:stretch>
                <a:fillRect/>
              </a:stretch>
            </p:blipFill>
            <p:spPr>
              <a:xfrm>
                <a:off x="8672187" y="402742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EAA092F6-67C0-0601-6ADF-0ACBCCE9AE02}"/>
                  </a:ext>
                </a:extLst>
              </p14:cNvPr>
              <p14:cNvContentPartPr/>
              <p14:nvPr/>
            </p14:nvContentPartPr>
            <p14:xfrm>
              <a:off x="8614659" y="3962314"/>
              <a:ext cx="576" cy="576"/>
            </p14:xfrm>
          </p:contentPart>
        </mc:Choice>
        <mc:Fallback>
          <p:pic>
            <p:nvPicPr>
              <p:cNvPr id="17" name="Ink 16">
                <a:extLst>
                  <a:ext uri="{FF2B5EF4-FFF2-40B4-BE49-F238E27FC236}">
                    <a16:creationId xmlns:a16="http://schemas.microsoft.com/office/drawing/2014/main" id="{EAA092F6-67C0-0601-6ADF-0ACBCCE9AE02}"/>
                  </a:ext>
                </a:extLst>
              </p:cNvPr>
              <p:cNvPicPr/>
              <p:nvPr/>
            </p:nvPicPr>
            <p:blipFill>
              <a:blip r:embed="rId3"/>
              <a:stretch>
                <a:fillRect/>
              </a:stretch>
            </p:blipFill>
            <p:spPr>
              <a:xfrm>
                <a:off x="8600259" y="394791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D0DC09E2-04E1-4A81-8B1A-D4F1596A8ED2}"/>
                  </a:ext>
                </a:extLst>
              </p14:cNvPr>
              <p14:cNvContentPartPr/>
              <p14:nvPr/>
            </p14:nvContentPartPr>
            <p14:xfrm>
              <a:off x="8758514" y="4086153"/>
              <a:ext cx="576" cy="576"/>
            </p14:xfrm>
          </p:contentPart>
        </mc:Choice>
        <mc:Fallback>
          <p:pic>
            <p:nvPicPr>
              <p:cNvPr id="18" name="Ink 17">
                <a:extLst>
                  <a:ext uri="{FF2B5EF4-FFF2-40B4-BE49-F238E27FC236}">
                    <a16:creationId xmlns:a16="http://schemas.microsoft.com/office/drawing/2014/main" id="{D0DC09E2-04E1-4A81-8B1A-D4F1596A8ED2}"/>
                  </a:ext>
                </a:extLst>
              </p:cNvPr>
              <p:cNvPicPr/>
              <p:nvPr/>
            </p:nvPicPr>
            <p:blipFill>
              <a:blip r:embed="rId3"/>
              <a:stretch>
                <a:fillRect/>
              </a:stretch>
            </p:blipFill>
            <p:spPr>
              <a:xfrm>
                <a:off x="8744114" y="407175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2C8B3338-4807-2FBB-1047-4B1393AE73E1}"/>
                  </a:ext>
                </a:extLst>
              </p14:cNvPr>
              <p14:cNvContentPartPr/>
              <p14:nvPr/>
            </p14:nvContentPartPr>
            <p14:xfrm>
              <a:off x="8830442" y="3860362"/>
              <a:ext cx="576" cy="576"/>
            </p14:xfrm>
          </p:contentPart>
        </mc:Choice>
        <mc:Fallback>
          <p:pic>
            <p:nvPicPr>
              <p:cNvPr id="19" name="Ink 18">
                <a:extLst>
                  <a:ext uri="{FF2B5EF4-FFF2-40B4-BE49-F238E27FC236}">
                    <a16:creationId xmlns:a16="http://schemas.microsoft.com/office/drawing/2014/main" id="{2C8B3338-4807-2FBB-1047-4B1393AE73E1}"/>
                  </a:ext>
                </a:extLst>
              </p:cNvPr>
              <p:cNvPicPr/>
              <p:nvPr/>
            </p:nvPicPr>
            <p:blipFill>
              <a:blip r:embed="rId3"/>
              <a:stretch>
                <a:fillRect/>
              </a:stretch>
            </p:blipFill>
            <p:spPr>
              <a:xfrm>
                <a:off x="8816042" y="384596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72AF74B7-605C-41C6-250F-5E5D56DC4144}"/>
                  </a:ext>
                </a:extLst>
              </p14:cNvPr>
              <p14:cNvContentPartPr/>
              <p14:nvPr/>
            </p14:nvContentPartPr>
            <p14:xfrm>
              <a:off x="8974298" y="4045833"/>
              <a:ext cx="576" cy="576"/>
            </p14:xfrm>
          </p:contentPart>
        </mc:Choice>
        <mc:Fallback>
          <p:pic>
            <p:nvPicPr>
              <p:cNvPr id="20" name="Ink 19">
                <a:extLst>
                  <a:ext uri="{FF2B5EF4-FFF2-40B4-BE49-F238E27FC236}">
                    <a16:creationId xmlns:a16="http://schemas.microsoft.com/office/drawing/2014/main" id="{72AF74B7-605C-41C6-250F-5E5D56DC4144}"/>
                  </a:ext>
                </a:extLst>
              </p:cNvPr>
              <p:cNvPicPr/>
              <p:nvPr/>
            </p:nvPicPr>
            <p:blipFill>
              <a:blip r:embed="rId3"/>
              <a:stretch>
                <a:fillRect/>
              </a:stretch>
            </p:blipFill>
            <p:spPr>
              <a:xfrm>
                <a:off x="8959898" y="403143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164AB09E-24F3-9F70-A447-B532C4931ED3}"/>
                  </a:ext>
                </a:extLst>
              </p14:cNvPr>
              <p14:cNvContentPartPr/>
              <p14:nvPr/>
            </p14:nvContentPartPr>
            <p14:xfrm>
              <a:off x="9046226" y="3680650"/>
              <a:ext cx="576" cy="576"/>
            </p14:xfrm>
          </p:contentPart>
        </mc:Choice>
        <mc:Fallback>
          <p:pic>
            <p:nvPicPr>
              <p:cNvPr id="21" name="Ink 20">
                <a:extLst>
                  <a:ext uri="{FF2B5EF4-FFF2-40B4-BE49-F238E27FC236}">
                    <a16:creationId xmlns:a16="http://schemas.microsoft.com/office/drawing/2014/main" id="{164AB09E-24F3-9F70-A447-B532C4931ED3}"/>
                  </a:ext>
                </a:extLst>
              </p:cNvPr>
              <p:cNvPicPr/>
              <p:nvPr/>
            </p:nvPicPr>
            <p:blipFill>
              <a:blip r:embed="rId3"/>
              <a:stretch>
                <a:fillRect/>
              </a:stretch>
            </p:blipFill>
            <p:spPr>
              <a:xfrm>
                <a:off x="9031826" y="366625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E0CD919B-5620-B6FC-F3E3-1754B1306C60}"/>
                  </a:ext>
                </a:extLst>
              </p14:cNvPr>
              <p14:cNvContentPartPr/>
              <p14:nvPr/>
            </p14:nvContentPartPr>
            <p14:xfrm>
              <a:off x="9262009" y="3906442"/>
              <a:ext cx="576" cy="576"/>
            </p14:xfrm>
          </p:contentPart>
        </mc:Choice>
        <mc:Fallback>
          <p:pic>
            <p:nvPicPr>
              <p:cNvPr id="22" name="Ink 21">
                <a:extLst>
                  <a:ext uri="{FF2B5EF4-FFF2-40B4-BE49-F238E27FC236}">
                    <a16:creationId xmlns:a16="http://schemas.microsoft.com/office/drawing/2014/main" id="{E0CD919B-5620-B6FC-F3E3-1754B1306C60}"/>
                  </a:ext>
                </a:extLst>
              </p:cNvPr>
              <p:cNvPicPr/>
              <p:nvPr/>
            </p:nvPicPr>
            <p:blipFill>
              <a:blip r:embed="rId3"/>
              <a:stretch>
                <a:fillRect/>
              </a:stretch>
            </p:blipFill>
            <p:spPr>
              <a:xfrm>
                <a:off x="9247609" y="389204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9E54A216-D303-994B-209B-FAA9CA1180BF}"/>
                  </a:ext>
                </a:extLst>
              </p14:cNvPr>
              <p14:cNvContentPartPr/>
              <p14:nvPr/>
            </p14:nvContentPartPr>
            <p14:xfrm>
              <a:off x="9333937" y="3439307"/>
              <a:ext cx="576" cy="576"/>
            </p14:xfrm>
          </p:contentPart>
        </mc:Choice>
        <mc:Fallback>
          <p:pic>
            <p:nvPicPr>
              <p:cNvPr id="23" name="Ink 22">
                <a:extLst>
                  <a:ext uri="{FF2B5EF4-FFF2-40B4-BE49-F238E27FC236}">
                    <a16:creationId xmlns:a16="http://schemas.microsoft.com/office/drawing/2014/main" id="{9E54A216-D303-994B-209B-FAA9CA1180BF}"/>
                  </a:ext>
                </a:extLst>
              </p:cNvPr>
              <p:cNvPicPr/>
              <p:nvPr/>
            </p:nvPicPr>
            <p:blipFill>
              <a:blip r:embed="rId3"/>
              <a:stretch>
                <a:fillRect/>
              </a:stretch>
            </p:blipFill>
            <p:spPr>
              <a:xfrm>
                <a:off x="9319537" y="34249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5A0CA66D-3538-40FB-53FB-F7E535188791}"/>
                  </a:ext>
                </a:extLst>
              </p14:cNvPr>
              <p14:cNvContentPartPr/>
              <p14:nvPr/>
            </p14:nvContentPartPr>
            <p14:xfrm>
              <a:off x="9118154" y="3864970"/>
              <a:ext cx="576" cy="576"/>
            </p14:xfrm>
          </p:contentPart>
        </mc:Choice>
        <mc:Fallback>
          <p:pic>
            <p:nvPicPr>
              <p:cNvPr id="24" name="Ink 23">
                <a:extLst>
                  <a:ext uri="{FF2B5EF4-FFF2-40B4-BE49-F238E27FC236}">
                    <a16:creationId xmlns:a16="http://schemas.microsoft.com/office/drawing/2014/main" id="{5A0CA66D-3538-40FB-53FB-F7E535188791}"/>
                  </a:ext>
                </a:extLst>
              </p:cNvPr>
              <p:cNvPicPr/>
              <p:nvPr/>
            </p:nvPicPr>
            <p:blipFill>
              <a:blip r:embed="rId3"/>
              <a:stretch>
                <a:fillRect/>
              </a:stretch>
            </p:blipFill>
            <p:spPr>
              <a:xfrm>
                <a:off x="9103754" y="385057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5" name="Ink 24">
                <a:extLst>
                  <a:ext uri="{FF2B5EF4-FFF2-40B4-BE49-F238E27FC236}">
                    <a16:creationId xmlns:a16="http://schemas.microsoft.com/office/drawing/2014/main" id="{023F4054-C5AD-2A09-DAF7-637F2C2089E6}"/>
                  </a:ext>
                </a:extLst>
              </p14:cNvPr>
              <p14:cNvContentPartPr/>
              <p14:nvPr/>
            </p14:nvContentPartPr>
            <p14:xfrm>
              <a:off x="9190081" y="4118985"/>
              <a:ext cx="576" cy="576"/>
            </p14:xfrm>
          </p:contentPart>
        </mc:Choice>
        <mc:Fallback>
          <p:pic>
            <p:nvPicPr>
              <p:cNvPr id="25" name="Ink 24">
                <a:extLst>
                  <a:ext uri="{FF2B5EF4-FFF2-40B4-BE49-F238E27FC236}">
                    <a16:creationId xmlns:a16="http://schemas.microsoft.com/office/drawing/2014/main" id="{023F4054-C5AD-2A09-DAF7-637F2C2089E6}"/>
                  </a:ext>
                </a:extLst>
              </p:cNvPr>
              <p:cNvPicPr/>
              <p:nvPr/>
            </p:nvPicPr>
            <p:blipFill>
              <a:blip r:embed="rId3"/>
              <a:stretch>
                <a:fillRect/>
              </a:stretch>
            </p:blipFill>
            <p:spPr>
              <a:xfrm>
                <a:off x="9175681" y="410458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610FF136-C9D0-A32E-3B81-7DD8D2EA4BBD}"/>
                  </a:ext>
                </a:extLst>
              </p14:cNvPr>
              <p14:cNvContentPartPr/>
              <p14:nvPr/>
            </p14:nvContentPartPr>
            <p14:xfrm>
              <a:off x="9621648" y="3756394"/>
              <a:ext cx="576" cy="576"/>
            </p14:xfrm>
          </p:contentPart>
        </mc:Choice>
        <mc:Fallback>
          <p:pic>
            <p:nvPicPr>
              <p:cNvPr id="26" name="Ink 25">
                <a:extLst>
                  <a:ext uri="{FF2B5EF4-FFF2-40B4-BE49-F238E27FC236}">
                    <a16:creationId xmlns:a16="http://schemas.microsoft.com/office/drawing/2014/main" id="{610FF136-C9D0-A32E-3B81-7DD8D2EA4BBD}"/>
                  </a:ext>
                </a:extLst>
              </p:cNvPr>
              <p:cNvPicPr/>
              <p:nvPr/>
            </p:nvPicPr>
            <p:blipFill>
              <a:blip r:embed="rId3"/>
              <a:stretch>
                <a:fillRect/>
              </a:stretch>
            </p:blipFill>
            <p:spPr>
              <a:xfrm>
                <a:off x="9607248" y="374199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7" name="Ink 26">
                <a:extLst>
                  <a:ext uri="{FF2B5EF4-FFF2-40B4-BE49-F238E27FC236}">
                    <a16:creationId xmlns:a16="http://schemas.microsoft.com/office/drawing/2014/main" id="{BD71DC02-0431-1D5E-DE0F-12A991665C99}"/>
                  </a:ext>
                </a:extLst>
              </p14:cNvPr>
              <p14:cNvContentPartPr/>
              <p14:nvPr/>
            </p14:nvContentPartPr>
            <p14:xfrm>
              <a:off x="9549720" y="3005396"/>
              <a:ext cx="576" cy="576"/>
            </p14:xfrm>
          </p:contentPart>
        </mc:Choice>
        <mc:Fallback>
          <p:pic>
            <p:nvPicPr>
              <p:cNvPr id="27" name="Ink 26">
                <a:extLst>
                  <a:ext uri="{FF2B5EF4-FFF2-40B4-BE49-F238E27FC236}">
                    <a16:creationId xmlns:a16="http://schemas.microsoft.com/office/drawing/2014/main" id="{BD71DC02-0431-1D5E-DE0F-12A991665C99}"/>
                  </a:ext>
                </a:extLst>
              </p:cNvPr>
              <p:cNvPicPr/>
              <p:nvPr/>
            </p:nvPicPr>
            <p:blipFill>
              <a:blip r:embed="rId3"/>
              <a:stretch>
                <a:fillRect/>
              </a:stretch>
            </p:blipFill>
            <p:spPr>
              <a:xfrm>
                <a:off x="9535320" y="29909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8" name="Ink 27">
                <a:extLst>
                  <a:ext uri="{FF2B5EF4-FFF2-40B4-BE49-F238E27FC236}">
                    <a16:creationId xmlns:a16="http://schemas.microsoft.com/office/drawing/2014/main" id="{7746A5A8-8B84-8DF1-182E-66264DDB1180}"/>
                  </a:ext>
                </a:extLst>
              </p14:cNvPr>
              <p14:cNvContentPartPr/>
              <p14:nvPr/>
            </p14:nvContentPartPr>
            <p14:xfrm>
              <a:off x="9693576" y="2829846"/>
              <a:ext cx="576" cy="576"/>
            </p14:xfrm>
          </p:contentPart>
        </mc:Choice>
        <mc:Fallback>
          <p:pic>
            <p:nvPicPr>
              <p:cNvPr id="28" name="Ink 27">
                <a:extLst>
                  <a:ext uri="{FF2B5EF4-FFF2-40B4-BE49-F238E27FC236}">
                    <a16:creationId xmlns:a16="http://schemas.microsoft.com/office/drawing/2014/main" id="{7746A5A8-8B84-8DF1-182E-66264DDB1180}"/>
                  </a:ext>
                </a:extLst>
              </p:cNvPr>
              <p:cNvPicPr/>
              <p:nvPr/>
            </p:nvPicPr>
            <p:blipFill>
              <a:blip r:embed="rId3"/>
              <a:stretch>
                <a:fillRect/>
              </a:stretch>
            </p:blipFill>
            <p:spPr>
              <a:xfrm>
                <a:off x="9679176" y="281544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9" name="Ink 28">
                <a:extLst>
                  <a:ext uri="{FF2B5EF4-FFF2-40B4-BE49-F238E27FC236}">
                    <a16:creationId xmlns:a16="http://schemas.microsoft.com/office/drawing/2014/main" id="{4E2F0D0E-DBD7-E9C7-228C-5C30DC4DEC2B}"/>
                  </a:ext>
                </a:extLst>
              </p14:cNvPr>
              <p14:cNvContentPartPr/>
              <p14:nvPr/>
            </p14:nvContentPartPr>
            <p14:xfrm>
              <a:off x="8902370" y="3676017"/>
              <a:ext cx="576" cy="576"/>
            </p14:xfrm>
          </p:contentPart>
        </mc:Choice>
        <mc:Fallback>
          <p:pic>
            <p:nvPicPr>
              <p:cNvPr id="29" name="Ink 28">
                <a:extLst>
                  <a:ext uri="{FF2B5EF4-FFF2-40B4-BE49-F238E27FC236}">
                    <a16:creationId xmlns:a16="http://schemas.microsoft.com/office/drawing/2014/main" id="{4E2F0D0E-DBD7-E9C7-228C-5C30DC4DEC2B}"/>
                  </a:ext>
                </a:extLst>
              </p:cNvPr>
              <p:cNvPicPr/>
              <p:nvPr/>
            </p:nvPicPr>
            <p:blipFill>
              <a:blip r:embed="rId3"/>
              <a:stretch>
                <a:fillRect/>
              </a:stretch>
            </p:blipFill>
            <p:spPr>
              <a:xfrm>
                <a:off x="8887970" y="36616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5EFBFD84-1165-7F4E-1DA1-2043B19E23C8}"/>
                  </a:ext>
                </a:extLst>
              </p14:cNvPr>
              <p14:cNvContentPartPr/>
              <p14:nvPr/>
            </p14:nvContentPartPr>
            <p14:xfrm>
              <a:off x="9477793" y="3899806"/>
              <a:ext cx="576" cy="576"/>
            </p14:xfrm>
          </p:contentPart>
        </mc:Choice>
        <mc:Fallback>
          <p:pic>
            <p:nvPicPr>
              <p:cNvPr id="30" name="Ink 29">
                <a:extLst>
                  <a:ext uri="{FF2B5EF4-FFF2-40B4-BE49-F238E27FC236}">
                    <a16:creationId xmlns:a16="http://schemas.microsoft.com/office/drawing/2014/main" id="{5EFBFD84-1165-7F4E-1DA1-2043B19E23C8}"/>
                  </a:ext>
                </a:extLst>
              </p:cNvPr>
              <p:cNvPicPr/>
              <p:nvPr/>
            </p:nvPicPr>
            <p:blipFill>
              <a:blip r:embed="rId3"/>
              <a:stretch>
                <a:fillRect/>
              </a:stretch>
            </p:blipFill>
            <p:spPr>
              <a:xfrm>
                <a:off x="9463393" y="388540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1" name="Ink 30">
                <a:extLst>
                  <a:ext uri="{FF2B5EF4-FFF2-40B4-BE49-F238E27FC236}">
                    <a16:creationId xmlns:a16="http://schemas.microsoft.com/office/drawing/2014/main" id="{B855682F-FFD1-5E1D-6D3D-BBC49DCC1AD2}"/>
                  </a:ext>
                </a:extLst>
              </p14:cNvPr>
              <p14:cNvContentPartPr/>
              <p14:nvPr/>
            </p14:nvContentPartPr>
            <p14:xfrm>
              <a:off x="9837432" y="3745713"/>
              <a:ext cx="576" cy="576"/>
            </p14:xfrm>
          </p:contentPart>
        </mc:Choice>
        <mc:Fallback>
          <p:pic>
            <p:nvPicPr>
              <p:cNvPr id="31" name="Ink 30">
                <a:extLst>
                  <a:ext uri="{FF2B5EF4-FFF2-40B4-BE49-F238E27FC236}">
                    <a16:creationId xmlns:a16="http://schemas.microsoft.com/office/drawing/2014/main" id="{B855682F-FFD1-5E1D-6D3D-BBC49DCC1AD2}"/>
                  </a:ext>
                </a:extLst>
              </p:cNvPr>
              <p:cNvPicPr/>
              <p:nvPr/>
            </p:nvPicPr>
            <p:blipFill>
              <a:blip r:embed="rId3"/>
              <a:stretch>
                <a:fillRect/>
              </a:stretch>
            </p:blipFill>
            <p:spPr>
              <a:xfrm>
                <a:off x="9823032" y="373131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421DF79E-E668-ECC9-CE0C-90F890B48CA3}"/>
                  </a:ext>
                </a:extLst>
              </p14:cNvPr>
              <p14:cNvContentPartPr/>
              <p14:nvPr/>
            </p14:nvContentPartPr>
            <p14:xfrm>
              <a:off x="9765504" y="3133452"/>
              <a:ext cx="576" cy="576"/>
            </p14:xfrm>
          </p:contentPart>
        </mc:Choice>
        <mc:Fallback>
          <p:pic>
            <p:nvPicPr>
              <p:cNvPr id="32" name="Ink 31">
                <a:extLst>
                  <a:ext uri="{FF2B5EF4-FFF2-40B4-BE49-F238E27FC236}">
                    <a16:creationId xmlns:a16="http://schemas.microsoft.com/office/drawing/2014/main" id="{421DF79E-E668-ECC9-CE0C-90F890B48CA3}"/>
                  </a:ext>
                </a:extLst>
              </p:cNvPr>
              <p:cNvPicPr/>
              <p:nvPr/>
            </p:nvPicPr>
            <p:blipFill>
              <a:blip r:embed="rId3"/>
              <a:stretch>
                <a:fillRect/>
              </a:stretch>
            </p:blipFill>
            <p:spPr>
              <a:xfrm>
                <a:off x="9751104" y="311905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Ink 32">
                <a:extLst>
                  <a:ext uri="{FF2B5EF4-FFF2-40B4-BE49-F238E27FC236}">
                    <a16:creationId xmlns:a16="http://schemas.microsoft.com/office/drawing/2014/main" id="{3E797D23-D4D5-96A4-7012-91B34CF7959A}"/>
                  </a:ext>
                </a:extLst>
              </p14:cNvPr>
              <p14:cNvContentPartPr/>
              <p14:nvPr/>
            </p14:nvContentPartPr>
            <p14:xfrm>
              <a:off x="9405865" y="3598858"/>
              <a:ext cx="576" cy="576"/>
            </p14:xfrm>
          </p:contentPart>
        </mc:Choice>
        <mc:Fallback>
          <p:pic>
            <p:nvPicPr>
              <p:cNvPr id="33" name="Ink 32">
                <a:extLst>
                  <a:ext uri="{FF2B5EF4-FFF2-40B4-BE49-F238E27FC236}">
                    <a16:creationId xmlns:a16="http://schemas.microsoft.com/office/drawing/2014/main" id="{3E797D23-D4D5-96A4-7012-91B34CF7959A}"/>
                  </a:ext>
                </a:extLst>
              </p:cNvPr>
              <p:cNvPicPr/>
              <p:nvPr/>
            </p:nvPicPr>
            <p:blipFill>
              <a:blip r:embed="rId3"/>
              <a:stretch>
                <a:fillRect/>
              </a:stretch>
            </p:blipFill>
            <p:spPr>
              <a:xfrm>
                <a:off x="9391465" y="3584458"/>
                <a:ext cx="28800" cy="28800"/>
              </a:xfrm>
              <a:prstGeom prst="rect">
                <a:avLst/>
              </a:prstGeom>
            </p:spPr>
          </p:pic>
        </mc:Fallback>
      </mc:AlternateContent>
      <p:sp>
        <p:nvSpPr>
          <p:cNvPr id="34" name="Freeform 33">
            <a:extLst>
              <a:ext uri="{FF2B5EF4-FFF2-40B4-BE49-F238E27FC236}">
                <a16:creationId xmlns:a16="http://schemas.microsoft.com/office/drawing/2014/main" id="{0B8AB6E2-7977-EE6D-2582-48E62713AAE0}"/>
              </a:ext>
            </a:extLst>
          </p:cNvPr>
          <p:cNvSpPr/>
          <p:nvPr/>
        </p:nvSpPr>
        <p:spPr>
          <a:xfrm>
            <a:off x="8073028" y="3160075"/>
            <a:ext cx="1777995" cy="1071877"/>
          </a:xfrm>
          <a:custGeom>
            <a:avLst/>
            <a:gdLst>
              <a:gd name="connsiteX0" fmla="*/ 0 w 1111250"/>
              <a:gd name="connsiteY0" fmla="*/ 669925 h 669925"/>
              <a:gd name="connsiteX1" fmla="*/ 571500 w 1111250"/>
              <a:gd name="connsiteY1" fmla="*/ 501650 h 669925"/>
              <a:gd name="connsiteX2" fmla="*/ 1111250 w 1111250"/>
              <a:gd name="connsiteY2" fmla="*/ 0 h 669925"/>
            </a:gdLst>
            <a:ahLst/>
            <a:cxnLst>
              <a:cxn ang="0">
                <a:pos x="connsiteX0" y="connsiteY0"/>
              </a:cxn>
              <a:cxn ang="0">
                <a:pos x="connsiteX1" y="connsiteY1"/>
              </a:cxn>
              <a:cxn ang="0">
                <a:pos x="connsiteX2" y="connsiteY2"/>
              </a:cxn>
            </a:cxnLst>
            <a:rect l="l" t="t" r="r" b="b"/>
            <a:pathLst>
              <a:path w="1111250" h="669925">
                <a:moveTo>
                  <a:pt x="0" y="669925"/>
                </a:moveTo>
                <a:cubicBezTo>
                  <a:pt x="193146" y="641614"/>
                  <a:pt x="386292" y="613304"/>
                  <a:pt x="571500" y="501650"/>
                </a:cubicBezTo>
                <a:cubicBezTo>
                  <a:pt x="756708" y="389996"/>
                  <a:pt x="933979" y="194998"/>
                  <a:pt x="1111250" y="0"/>
                </a:cubicBezTo>
              </a:path>
            </a:pathLst>
          </a:custGeom>
          <a:noFill/>
          <a:ln w="9525">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Freeform 37">
            <a:extLst>
              <a:ext uri="{FF2B5EF4-FFF2-40B4-BE49-F238E27FC236}">
                <a16:creationId xmlns:a16="http://schemas.microsoft.com/office/drawing/2014/main" id="{88A64D1A-F1F8-4D8E-CC54-48549943B930}"/>
              </a:ext>
            </a:extLst>
          </p:cNvPr>
          <p:cNvSpPr/>
          <p:nvPr/>
        </p:nvSpPr>
        <p:spPr>
          <a:xfrm rot="11484694">
            <a:off x="9923147" y="2951779"/>
            <a:ext cx="1240077"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E40C7748-A6BE-1731-EF83-05B4D9B321AE}"/>
              </a:ext>
            </a:extLst>
          </p:cNvPr>
          <p:cNvSpPr txBox="1"/>
          <p:nvPr/>
        </p:nvSpPr>
        <p:spPr>
          <a:xfrm>
            <a:off x="10667141" y="3041425"/>
            <a:ext cx="1368094" cy="1015663"/>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Exponential growth (not linear)</a:t>
            </a:r>
          </a:p>
        </p:txBody>
      </p:sp>
    </p:spTree>
    <p:extLst>
      <p:ext uri="{BB962C8B-B14F-4D97-AF65-F5344CB8AC3E}">
        <p14:creationId xmlns:p14="http://schemas.microsoft.com/office/powerpoint/2010/main" val="1603594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171D-14BA-6C75-BD31-26CE115923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6ABE4DE-3815-0FDC-7AAA-7497C9D38A3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BFF97A78-9D4B-629B-14A7-DCBF0D88BB5F}"/>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FC5420A3-194D-5358-F2B5-0D3F56574A36}"/>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F8FA32F0-E6BD-3D90-A6DE-1BCA93C5F0C7}"/>
              </a:ext>
            </a:extLst>
          </p:cNvPr>
          <p:cNvSpPr txBox="1"/>
          <p:nvPr/>
        </p:nvSpPr>
        <p:spPr>
          <a:xfrm rot="16200000">
            <a:off x="7088276" y="3564879"/>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Population Size</a:t>
            </a:r>
          </a:p>
        </p:txBody>
      </p:sp>
      <p:cxnSp>
        <p:nvCxnSpPr>
          <p:cNvPr id="5" name="Straight Connector 4">
            <a:extLst>
              <a:ext uri="{FF2B5EF4-FFF2-40B4-BE49-F238E27FC236}">
                <a16:creationId xmlns:a16="http://schemas.microsoft.com/office/drawing/2014/main" id="{CCE6BC4A-E33B-60A7-0D51-3DAEC77319F4}"/>
              </a:ext>
            </a:extLst>
          </p:cNvPr>
          <p:cNvCxnSpPr>
            <a:cxnSpLocks/>
          </p:cNvCxnSpPr>
          <p:nvPr/>
        </p:nvCxnSpPr>
        <p:spPr>
          <a:xfrm>
            <a:off x="7967329" y="3068040"/>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C887836-A11E-9186-599B-374E190738B2}"/>
              </a:ext>
            </a:extLst>
          </p:cNvPr>
          <p:cNvCxnSpPr>
            <a:cxnSpLocks/>
          </p:cNvCxnSpPr>
          <p:nvPr/>
        </p:nvCxnSpPr>
        <p:spPr>
          <a:xfrm flipH="1">
            <a:off x="7959429" y="4515130"/>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67F692B-E80F-587C-283A-27B0DD965442}"/>
              </a:ext>
            </a:extLst>
          </p:cNvPr>
          <p:cNvSpPr txBox="1"/>
          <p:nvPr/>
        </p:nvSpPr>
        <p:spPr>
          <a:xfrm>
            <a:off x="8692018" y="4525366"/>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6AB14705-2156-C0B4-3F22-0ED5CA021E13}"/>
                  </a:ext>
                </a:extLst>
              </p14:cNvPr>
              <p14:cNvContentPartPr/>
              <p14:nvPr/>
            </p14:nvContentPartPr>
            <p14:xfrm>
              <a:off x="8111164" y="4192548"/>
              <a:ext cx="576" cy="576"/>
            </p14:xfrm>
          </p:contentPart>
        </mc:Choice>
        <mc:Fallback>
          <p:pic>
            <p:nvPicPr>
              <p:cNvPr id="8" name="Ink 7">
                <a:extLst>
                  <a:ext uri="{FF2B5EF4-FFF2-40B4-BE49-F238E27FC236}">
                    <a16:creationId xmlns:a16="http://schemas.microsoft.com/office/drawing/2014/main" id="{6AB14705-2156-C0B4-3F22-0ED5CA021E13}"/>
                  </a:ext>
                </a:extLst>
              </p:cNvPr>
              <p:cNvPicPr/>
              <p:nvPr/>
            </p:nvPicPr>
            <p:blipFill>
              <a:blip r:embed="rId3"/>
              <a:stretch>
                <a:fillRect/>
              </a:stretch>
            </p:blipFill>
            <p:spPr>
              <a:xfrm>
                <a:off x="8096764" y="417814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8FCB0319-4840-CDD7-EBE3-BB9C64788E86}"/>
                  </a:ext>
                </a:extLst>
              </p14:cNvPr>
              <p14:cNvContentPartPr/>
              <p14:nvPr/>
            </p14:nvContentPartPr>
            <p14:xfrm>
              <a:off x="8326948" y="4169207"/>
              <a:ext cx="576" cy="576"/>
            </p14:xfrm>
          </p:contentPart>
        </mc:Choice>
        <mc:Fallback>
          <p:pic>
            <p:nvPicPr>
              <p:cNvPr id="9" name="Ink 8">
                <a:extLst>
                  <a:ext uri="{FF2B5EF4-FFF2-40B4-BE49-F238E27FC236}">
                    <a16:creationId xmlns:a16="http://schemas.microsoft.com/office/drawing/2014/main" id="{8FCB0319-4840-CDD7-EBE3-BB9C64788E86}"/>
                  </a:ext>
                </a:extLst>
              </p:cNvPr>
              <p:cNvPicPr/>
              <p:nvPr/>
            </p:nvPicPr>
            <p:blipFill>
              <a:blip r:embed="rId3"/>
              <a:stretch>
                <a:fillRect/>
              </a:stretch>
            </p:blipFill>
            <p:spPr>
              <a:xfrm>
                <a:off x="8312548" y="41548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9D180E7F-B06B-6B63-42DF-766E28C38466}"/>
                  </a:ext>
                </a:extLst>
              </p14:cNvPr>
              <p14:cNvContentPartPr/>
              <p14:nvPr/>
            </p14:nvContentPartPr>
            <p14:xfrm>
              <a:off x="8255020" y="4162496"/>
              <a:ext cx="576" cy="576"/>
            </p14:xfrm>
          </p:contentPart>
        </mc:Choice>
        <mc:Fallback>
          <p:pic>
            <p:nvPicPr>
              <p:cNvPr id="10" name="Ink 9">
                <a:extLst>
                  <a:ext uri="{FF2B5EF4-FFF2-40B4-BE49-F238E27FC236}">
                    <a16:creationId xmlns:a16="http://schemas.microsoft.com/office/drawing/2014/main" id="{9D180E7F-B06B-6B63-42DF-766E28C38466}"/>
                  </a:ext>
                </a:extLst>
              </p:cNvPr>
              <p:cNvPicPr/>
              <p:nvPr/>
            </p:nvPicPr>
            <p:blipFill>
              <a:blip r:embed="rId3"/>
              <a:stretch>
                <a:fillRect/>
              </a:stretch>
            </p:blipFill>
            <p:spPr>
              <a:xfrm>
                <a:off x="8240620" y="41480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8C2983E5-198A-B6CB-0465-44AE48632D08}"/>
                  </a:ext>
                </a:extLst>
              </p14:cNvPr>
              <p14:cNvContentPartPr/>
              <p14:nvPr/>
            </p14:nvContentPartPr>
            <p14:xfrm>
              <a:off x="8398875" y="4108617"/>
              <a:ext cx="576" cy="576"/>
            </p14:xfrm>
          </p:contentPart>
        </mc:Choice>
        <mc:Fallback>
          <p:pic>
            <p:nvPicPr>
              <p:cNvPr id="12" name="Ink 11">
                <a:extLst>
                  <a:ext uri="{FF2B5EF4-FFF2-40B4-BE49-F238E27FC236}">
                    <a16:creationId xmlns:a16="http://schemas.microsoft.com/office/drawing/2014/main" id="{8C2983E5-198A-B6CB-0465-44AE48632D08}"/>
                  </a:ext>
                </a:extLst>
              </p:cNvPr>
              <p:cNvPicPr/>
              <p:nvPr/>
            </p:nvPicPr>
            <p:blipFill>
              <a:blip r:embed="rId3"/>
              <a:stretch>
                <a:fillRect/>
              </a:stretch>
            </p:blipFill>
            <p:spPr>
              <a:xfrm>
                <a:off x="8384475" y="40942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3" name="Ink 12">
                <a:extLst>
                  <a:ext uri="{FF2B5EF4-FFF2-40B4-BE49-F238E27FC236}">
                    <a16:creationId xmlns:a16="http://schemas.microsoft.com/office/drawing/2014/main" id="{8E661C55-640F-BADC-5225-4DCD91776BC2}"/>
                  </a:ext>
                </a:extLst>
              </p14:cNvPr>
              <p14:cNvContentPartPr/>
              <p14:nvPr/>
            </p14:nvContentPartPr>
            <p14:xfrm>
              <a:off x="8183092" y="4230319"/>
              <a:ext cx="576" cy="576"/>
            </p14:xfrm>
          </p:contentPart>
        </mc:Choice>
        <mc:Fallback>
          <p:pic>
            <p:nvPicPr>
              <p:cNvPr id="13" name="Ink 12">
                <a:extLst>
                  <a:ext uri="{FF2B5EF4-FFF2-40B4-BE49-F238E27FC236}">
                    <a16:creationId xmlns:a16="http://schemas.microsoft.com/office/drawing/2014/main" id="{8E661C55-640F-BADC-5225-4DCD91776BC2}"/>
                  </a:ext>
                </a:extLst>
              </p:cNvPr>
              <p:cNvPicPr/>
              <p:nvPr/>
            </p:nvPicPr>
            <p:blipFill>
              <a:blip r:embed="rId3"/>
              <a:stretch>
                <a:fillRect/>
              </a:stretch>
            </p:blipFill>
            <p:spPr>
              <a:xfrm>
                <a:off x="8168692" y="4215919"/>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00765FFE-9A63-4CB9-749C-AE6D52B3E31C}"/>
                  </a:ext>
                </a:extLst>
              </p14:cNvPr>
              <p14:cNvContentPartPr/>
              <p14:nvPr/>
            </p14:nvContentPartPr>
            <p14:xfrm>
              <a:off x="8470803" y="4064265"/>
              <a:ext cx="576" cy="576"/>
            </p14:xfrm>
          </p:contentPart>
        </mc:Choice>
        <mc:Fallback>
          <p:pic>
            <p:nvPicPr>
              <p:cNvPr id="14" name="Ink 13">
                <a:extLst>
                  <a:ext uri="{FF2B5EF4-FFF2-40B4-BE49-F238E27FC236}">
                    <a16:creationId xmlns:a16="http://schemas.microsoft.com/office/drawing/2014/main" id="{00765FFE-9A63-4CB9-749C-AE6D52B3E31C}"/>
                  </a:ext>
                </a:extLst>
              </p:cNvPr>
              <p:cNvPicPr/>
              <p:nvPr/>
            </p:nvPicPr>
            <p:blipFill>
              <a:blip r:embed="rId3"/>
              <a:stretch>
                <a:fillRect/>
              </a:stretch>
            </p:blipFill>
            <p:spPr>
              <a:xfrm>
                <a:off x="8456403" y="404986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6372677F-009E-74A0-E345-6AB600A47785}"/>
                  </a:ext>
                </a:extLst>
              </p14:cNvPr>
              <p14:cNvContentPartPr/>
              <p14:nvPr/>
            </p14:nvContentPartPr>
            <p14:xfrm>
              <a:off x="8542731" y="4226697"/>
              <a:ext cx="576" cy="576"/>
            </p14:xfrm>
          </p:contentPart>
        </mc:Choice>
        <mc:Fallback>
          <p:pic>
            <p:nvPicPr>
              <p:cNvPr id="15" name="Ink 14">
                <a:extLst>
                  <a:ext uri="{FF2B5EF4-FFF2-40B4-BE49-F238E27FC236}">
                    <a16:creationId xmlns:a16="http://schemas.microsoft.com/office/drawing/2014/main" id="{6372677F-009E-74A0-E345-6AB600A47785}"/>
                  </a:ext>
                </a:extLst>
              </p:cNvPr>
              <p:cNvPicPr/>
              <p:nvPr/>
            </p:nvPicPr>
            <p:blipFill>
              <a:blip r:embed="rId3"/>
              <a:stretch>
                <a:fillRect/>
              </a:stretch>
            </p:blipFill>
            <p:spPr>
              <a:xfrm>
                <a:off x="8528331" y="421229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DE3B3C03-AB37-2E84-EA40-457EEA73D8CB}"/>
                  </a:ext>
                </a:extLst>
              </p14:cNvPr>
              <p14:cNvContentPartPr/>
              <p14:nvPr/>
            </p14:nvContentPartPr>
            <p14:xfrm>
              <a:off x="8686587" y="4041820"/>
              <a:ext cx="576" cy="576"/>
            </p14:xfrm>
          </p:contentPart>
        </mc:Choice>
        <mc:Fallback>
          <p:pic>
            <p:nvPicPr>
              <p:cNvPr id="16" name="Ink 15">
                <a:extLst>
                  <a:ext uri="{FF2B5EF4-FFF2-40B4-BE49-F238E27FC236}">
                    <a16:creationId xmlns:a16="http://schemas.microsoft.com/office/drawing/2014/main" id="{DE3B3C03-AB37-2E84-EA40-457EEA73D8CB}"/>
                  </a:ext>
                </a:extLst>
              </p:cNvPr>
              <p:cNvPicPr/>
              <p:nvPr/>
            </p:nvPicPr>
            <p:blipFill>
              <a:blip r:embed="rId3"/>
              <a:stretch>
                <a:fillRect/>
              </a:stretch>
            </p:blipFill>
            <p:spPr>
              <a:xfrm>
                <a:off x="8672187" y="402742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CE79AA56-A6C0-B960-3C62-EE340B92F01E}"/>
                  </a:ext>
                </a:extLst>
              </p14:cNvPr>
              <p14:cNvContentPartPr/>
              <p14:nvPr/>
            </p14:nvContentPartPr>
            <p14:xfrm>
              <a:off x="8614659" y="3962314"/>
              <a:ext cx="576" cy="576"/>
            </p14:xfrm>
          </p:contentPart>
        </mc:Choice>
        <mc:Fallback>
          <p:pic>
            <p:nvPicPr>
              <p:cNvPr id="17" name="Ink 16">
                <a:extLst>
                  <a:ext uri="{FF2B5EF4-FFF2-40B4-BE49-F238E27FC236}">
                    <a16:creationId xmlns:a16="http://schemas.microsoft.com/office/drawing/2014/main" id="{CE79AA56-A6C0-B960-3C62-EE340B92F01E}"/>
                  </a:ext>
                </a:extLst>
              </p:cNvPr>
              <p:cNvPicPr/>
              <p:nvPr/>
            </p:nvPicPr>
            <p:blipFill>
              <a:blip r:embed="rId3"/>
              <a:stretch>
                <a:fillRect/>
              </a:stretch>
            </p:blipFill>
            <p:spPr>
              <a:xfrm>
                <a:off x="8600259" y="394791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E39D9B19-E1AB-9DE9-D311-CD3458CE2E21}"/>
                  </a:ext>
                </a:extLst>
              </p14:cNvPr>
              <p14:cNvContentPartPr/>
              <p14:nvPr/>
            </p14:nvContentPartPr>
            <p14:xfrm>
              <a:off x="8758514" y="4086153"/>
              <a:ext cx="576" cy="576"/>
            </p14:xfrm>
          </p:contentPart>
        </mc:Choice>
        <mc:Fallback>
          <p:pic>
            <p:nvPicPr>
              <p:cNvPr id="18" name="Ink 17">
                <a:extLst>
                  <a:ext uri="{FF2B5EF4-FFF2-40B4-BE49-F238E27FC236}">
                    <a16:creationId xmlns:a16="http://schemas.microsoft.com/office/drawing/2014/main" id="{E39D9B19-E1AB-9DE9-D311-CD3458CE2E21}"/>
                  </a:ext>
                </a:extLst>
              </p:cNvPr>
              <p:cNvPicPr/>
              <p:nvPr/>
            </p:nvPicPr>
            <p:blipFill>
              <a:blip r:embed="rId3"/>
              <a:stretch>
                <a:fillRect/>
              </a:stretch>
            </p:blipFill>
            <p:spPr>
              <a:xfrm>
                <a:off x="8744114" y="407175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32C67797-1FC2-1449-9363-BDB4375D7922}"/>
                  </a:ext>
                </a:extLst>
              </p14:cNvPr>
              <p14:cNvContentPartPr/>
              <p14:nvPr/>
            </p14:nvContentPartPr>
            <p14:xfrm>
              <a:off x="8830442" y="3860362"/>
              <a:ext cx="576" cy="576"/>
            </p14:xfrm>
          </p:contentPart>
        </mc:Choice>
        <mc:Fallback>
          <p:pic>
            <p:nvPicPr>
              <p:cNvPr id="19" name="Ink 18">
                <a:extLst>
                  <a:ext uri="{FF2B5EF4-FFF2-40B4-BE49-F238E27FC236}">
                    <a16:creationId xmlns:a16="http://schemas.microsoft.com/office/drawing/2014/main" id="{32C67797-1FC2-1449-9363-BDB4375D7922}"/>
                  </a:ext>
                </a:extLst>
              </p:cNvPr>
              <p:cNvPicPr/>
              <p:nvPr/>
            </p:nvPicPr>
            <p:blipFill>
              <a:blip r:embed="rId3"/>
              <a:stretch>
                <a:fillRect/>
              </a:stretch>
            </p:blipFill>
            <p:spPr>
              <a:xfrm>
                <a:off x="8816042" y="384596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7AAB82E3-07BF-C55A-FA2F-409EA004949F}"/>
                  </a:ext>
                </a:extLst>
              </p14:cNvPr>
              <p14:cNvContentPartPr/>
              <p14:nvPr/>
            </p14:nvContentPartPr>
            <p14:xfrm>
              <a:off x="8974298" y="4045833"/>
              <a:ext cx="576" cy="576"/>
            </p14:xfrm>
          </p:contentPart>
        </mc:Choice>
        <mc:Fallback>
          <p:pic>
            <p:nvPicPr>
              <p:cNvPr id="20" name="Ink 19">
                <a:extLst>
                  <a:ext uri="{FF2B5EF4-FFF2-40B4-BE49-F238E27FC236}">
                    <a16:creationId xmlns:a16="http://schemas.microsoft.com/office/drawing/2014/main" id="{7AAB82E3-07BF-C55A-FA2F-409EA004949F}"/>
                  </a:ext>
                </a:extLst>
              </p:cNvPr>
              <p:cNvPicPr/>
              <p:nvPr/>
            </p:nvPicPr>
            <p:blipFill>
              <a:blip r:embed="rId3"/>
              <a:stretch>
                <a:fillRect/>
              </a:stretch>
            </p:blipFill>
            <p:spPr>
              <a:xfrm>
                <a:off x="8959898" y="403143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DCFDB3B3-E6AD-E524-4D32-19755C71C56F}"/>
                  </a:ext>
                </a:extLst>
              </p14:cNvPr>
              <p14:cNvContentPartPr/>
              <p14:nvPr/>
            </p14:nvContentPartPr>
            <p14:xfrm>
              <a:off x="9046226" y="3680650"/>
              <a:ext cx="576" cy="576"/>
            </p14:xfrm>
          </p:contentPart>
        </mc:Choice>
        <mc:Fallback>
          <p:pic>
            <p:nvPicPr>
              <p:cNvPr id="21" name="Ink 20">
                <a:extLst>
                  <a:ext uri="{FF2B5EF4-FFF2-40B4-BE49-F238E27FC236}">
                    <a16:creationId xmlns:a16="http://schemas.microsoft.com/office/drawing/2014/main" id="{DCFDB3B3-E6AD-E524-4D32-19755C71C56F}"/>
                  </a:ext>
                </a:extLst>
              </p:cNvPr>
              <p:cNvPicPr/>
              <p:nvPr/>
            </p:nvPicPr>
            <p:blipFill>
              <a:blip r:embed="rId3"/>
              <a:stretch>
                <a:fillRect/>
              </a:stretch>
            </p:blipFill>
            <p:spPr>
              <a:xfrm>
                <a:off x="9031826" y="366625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F6A3724E-8785-B8C0-CEF8-019F1EE13730}"/>
                  </a:ext>
                </a:extLst>
              </p14:cNvPr>
              <p14:cNvContentPartPr/>
              <p14:nvPr/>
            </p14:nvContentPartPr>
            <p14:xfrm>
              <a:off x="9262009" y="3906442"/>
              <a:ext cx="576" cy="576"/>
            </p14:xfrm>
          </p:contentPart>
        </mc:Choice>
        <mc:Fallback>
          <p:pic>
            <p:nvPicPr>
              <p:cNvPr id="22" name="Ink 21">
                <a:extLst>
                  <a:ext uri="{FF2B5EF4-FFF2-40B4-BE49-F238E27FC236}">
                    <a16:creationId xmlns:a16="http://schemas.microsoft.com/office/drawing/2014/main" id="{F6A3724E-8785-B8C0-CEF8-019F1EE13730}"/>
                  </a:ext>
                </a:extLst>
              </p:cNvPr>
              <p:cNvPicPr/>
              <p:nvPr/>
            </p:nvPicPr>
            <p:blipFill>
              <a:blip r:embed="rId3"/>
              <a:stretch>
                <a:fillRect/>
              </a:stretch>
            </p:blipFill>
            <p:spPr>
              <a:xfrm>
                <a:off x="9247609" y="389204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EEAE44E9-66B5-9917-A217-46448D040894}"/>
                  </a:ext>
                </a:extLst>
              </p14:cNvPr>
              <p14:cNvContentPartPr/>
              <p14:nvPr/>
            </p14:nvContentPartPr>
            <p14:xfrm>
              <a:off x="9333937" y="3439307"/>
              <a:ext cx="576" cy="576"/>
            </p14:xfrm>
          </p:contentPart>
        </mc:Choice>
        <mc:Fallback>
          <p:pic>
            <p:nvPicPr>
              <p:cNvPr id="23" name="Ink 22">
                <a:extLst>
                  <a:ext uri="{FF2B5EF4-FFF2-40B4-BE49-F238E27FC236}">
                    <a16:creationId xmlns:a16="http://schemas.microsoft.com/office/drawing/2014/main" id="{EEAE44E9-66B5-9917-A217-46448D040894}"/>
                  </a:ext>
                </a:extLst>
              </p:cNvPr>
              <p:cNvPicPr/>
              <p:nvPr/>
            </p:nvPicPr>
            <p:blipFill>
              <a:blip r:embed="rId3"/>
              <a:stretch>
                <a:fillRect/>
              </a:stretch>
            </p:blipFill>
            <p:spPr>
              <a:xfrm>
                <a:off x="9319537" y="34249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CD97ED37-5DDF-D327-C76A-2B0762A583D3}"/>
                  </a:ext>
                </a:extLst>
              </p14:cNvPr>
              <p14:cNvContentPartPr/>
              <p14:nvPr/>
            </p14:nvContentPartPr>
            <p14:xfrm>
              <a:off x="9118154" y="3864970"/>
              <a:ext cx="576" cy="576"/>
            </p14:xfrm>
          </p:contentPart>
        </mc:Choice>
        <mc:Fallback>
          <p:pic>
            <p:nvPicPr>
              <p:cNvPr id="24" name="Ink 23">
                <a:extLst>
                  <a:ext uri="{FF2B5EF4-FFF2-40B4-BE49-F238E27FC236}">
                    <a16:creationId xmlns:a16="http://schemas.microsoft.com/office/drawing/2014/main" id="{CD97ED37-5DDF-D327-C76A-2B0762A583D3}"/>
                  </a:ext>
                </a:extLst>
              </p:cNvPr>
              <p:cNvPicPr/>
              <p:nvPr/>
            </p:nvPicPr>
            <p:blipFill>
              <a:blip r:embed="rId3"/>
              <a:stretch>
                <a:fillRect/>
              </a:stretch>
            </p:blipFill>
            <p:spPr>
              <a:xfrm>
                <a:off x="9103754" y="385057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5" name="Ink 24">
                <a:extLst>
                  <a:ext uri="{FF2B5EF4-FFF2-40B4-BE49-F238E27FC236}">
                    <a16:creationId xmlns:a16="http://schemas.microsoft.com/office/drawing/2014/main" id="{8F1374B7-7FB9-4270-5C08-3D75D83A6593}"/>
                  </a:ext>
                </a:extLst>
              </p14:cNvPr>
              <p14:cNvContentPartPr/>
              <p14:nvPr/>
            </p14:nvContentPartPr>
            <p14:xfrm>
              <a:off x="9190081" y="4118985"/>
              <a:ext cx="576" cy="576"/>
            </p14:xfrm>
          </p:contentPart>
        </mc:Choice>
        <mc:Fallback>
          <p:pic>
            <p:nvPicPr>
              <p:cNvPr id="25" name="Ink 24">
                <a:extLst>
                  <a:ext uri="{FF2B5EF4-FFF2-40B4-BE49-F238E27FC236}">
                    <a16:creationId xmlns:a16="http://schemas.microsoft.com/office/drawing/2014/main" id="{8F1374B7-7FB9-4270-5C08-3D75D83A6593}"/>
                  </a:ext>
                </a:extLst>
              </p:cNvPr>
              <p:cNvPicPr/>
              <p:nvPr/>
            </p:nvPicPr>
            <p:blipFill>
              <a:blip r:embed="rId3"/>
              <a:stretch>
                <a:fillRect/>
              </a:stretch>
            </p:blipFill>
            <p:spPr>
              <a:xfrm>
                <a:off x="9175681" y="410458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8B10E55B-D962-EE88-11DF-00388D6B9D8E}"/>
                  </a:ext>
                </a:extLst>
              </p14:cNvPr>
              <p14:cNvContentPartPr/>
              <p14:nvPr/>
            </p14:nvContentPartPr>
            <p14:xfrm>
              <a:off x="9621648" y="3756394"/>
              <a:ext cx="576" cy="576"/>
            </p14:xfrm>
          </p:contentPart>
        </mc:Choice>
        <mc:Fallback>
          <p:pic>
            <p:nvPicPr>
              <p:cNvPr id="26" name="Ink 25">
                <a:extLst>
                  <a:ext uri="{FF2B5EF4-FFF2-40B4-BE49-F238E27FC236}">
                    <a16:creationId xmlns:a16="http://schemas.microsoft.com/office/drawing/2014/main" id="{8B10E55B-D962-EE88-11DF-00388D6B9D8E}"/>
                  </a:ext>
                </a:extLst>
              </p:cNvPr>
              <p:cNvPicPr/>
              <p:nvPr/>
            </p:nvPicPr>
            <p:blipFill>
              <a:blip r:embed="rId3"/>
              <a:stretch>
                <a:fillRect/>
              </a:stretch>
            </p:blipFill>
            <p:spPr>
              <a:xfrm>
                <a:off x="9607248" y="374199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7" name="Ink 26">
                <a:extLst>
                  <a:ext uri="{FF2B5EF4-FFF2-40B4-BE49-F238E27FC236}">
                    <a16:creationId xmlns:a16="http://schemas.microsoft.com/office/drawing/2014/main" id="{A65CCB05-EAA7-051F-B088-8C51B2EAD8CA}"/>
                  </a:ext>
                </a:extLst>
              </p14:cNvPr>
              <p14:cNvContentPartPr/>
              <p14:nvPr/>
            </p14:nvContentPartPr>
            <p14:xfrm>
              <a:off x="9549720" y="3005396"/>
              <a:ext cx="576" cy="576"/>
            </p14:xfrm>
          </p:contentPart>
        </mc:Choice>
        <mc:Fallback>
          <p:pic>
            <p:nvPicPr>
              <p:cNvPr id="27" name="Ink 26">
                <a:extLst>
                  <a:ext uri="{FF2B5EF4-FFF2-40B4-BE49-F238E27FC236}">
                    <a16:creationId xmlns:a16="http://schemas.microsoft.com/office/drawing/2014/main" id="{A65CCB05-EAA7-051F-B088-8C51B2EAD8CA}"/>
                  </a:ext>
                </a:extLst>
              </p:cNvPr>
              <p:cNvPicPr/>
              <p:nvPr/>
            </p:nvPicPr>
            <p:blipFill>
              <a:blip r:embed="rId3"/>
              <a:stretch>
                <a:fillRect/>
              </a:stretch>
            </p:blipFill>
            <p:spPr>
              <a:xfrm>
                <a:off x="9535320" y="29909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8" name="Ink 27">
                <a:extLst>
                  <a:ext uri="{FF2B5EF4-FFF2-40B4-BE49-F238E27FC236}">
                    <a16:creationId xmlns:a16="http://schemas.microsoft.com/office/drawing/2014/main" id="{F2EC7852-E2AC-A29E-F9D3-84CBC70BAE2C}"/>
                  </a:ext>
                </a:extLst>
              </p14:cNvPr>
              <p14:cNvContentPartPr/>
              <p14:nvPr/>
            </p14:nvContentPartPr>
            <p14:xfrm>
              <a:off x="9693576" y="2829846"/>
              <a:ext cx="576" cy="576"/>
            </p14:xfrm>
          </p:contentPart>
        </mc:Choice>
        <mc:Fallback>
          <p:pic>
            <p:nvPicPr>
              <p:cNvPr id="28" name="Ink 27">
                <a:extLst>
                  <a:ext uri="{FF2B5EF4-FFF2-40B4-BE49-F238E27FC236}">
                    <a16:creationId xmlns:a16="http://schemas.microsoft.com/office/drawing/2014/main" id="{F2EC7852-E2AC-A29E-F9D3-84CBC70BAE2C}"/>
                  </a:ext>
                </a:extLst>
              </p:cNvPr>
              <p:cNvPicPr/>
              <p:nvPr/>
            </p:nvPicPr>
            <p:blipFill>
              <a:blip r:embed="rId3"/>
              <a:stretch>
                <a:fillRect/>
              </a:stretch>
            </p:blipFill>
            <p:spPr>
              <a:xfrm>
                <a:off x="9679176" y="281544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9" name="Ink 28">
                <a:extLst>
                  <a:ext uri="{FF2B5EF4-FFF2-40B4-BE49-F238E27FC236}">
                    <a16:creationId xmlns:a16="http://schemas.microsoft.com/office/drawing/2014/main" id="{EB39C1AA-4F78-66C7-AD06-E7A001FCF550}"/>
                  </a:ext>
                </a:extLst>
              </p14:cNvPr>
              <p14:cNvContentPartPr/>
              <p14:nvPr/>
            </p14:nvContentPartPr>
            <p14:xfrm>
              <a:off x="8902370" y="3676017"/>
              <a:ext cx="576" cy="576"/>
            </p14:xfrm>
          </p:contentPart>
        </mc:Choice>
        <mc:Fallback>
          <p:pic>
            <p:nvPicPr>
              <p:cNvPr id="29" name="Ink 28">
                <a:extLst>
                  <a:ext uri="{FF2B5EF4-FFF2-40B4-BE49-F238E27FC236}">
                    <a16:creationId xmlns:a16="http://schemas.microsoft.com/office/drawing/2014/main" id="{EB39C1AA-4F78-66C7-AD06-E7A001FCF550}"/>
                  </a:ext>
                </a:extLst>
              </p:cNvPr>
              <p:cNvPicPr/>
              <p:nvPr/>
            </p:nvPicPr>
            <p:blipFill>
              <a:blip r:embed="rId3"/>
              <a:stretch>
                <a:fillRect/>
              </a:stretch>
            </p:blipFill>
            <p:spPr>
              <a:xfrm>
                <a:off x="8887970" y="36616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B5C0D723-2CB9-CB68-E527-813B5072B8E3}"/>
                  </a:ext>
                </a:extLst>
              </p14:cNvPr>
              <p14:cNvContentPartPr/>
              <p14:nvPr/>
            </p14:nvContentPartPr>
            <p14:xfrm>
              <a:off x="9477793" y="3899806"/>
              <a:ext cx="576" cy="576"/>
            </p14:xfrm>
          </p:contentPart>
        </mc:Choice>
        <mc:Fallback>
          <p:pic>
            <p:nvPicPr>
              <p:cNvPr id="30" name="Ink 29">
                <a:extLst>
                  <a:ext uri="{FF2B5EF4-FFF2-40B4-BE49-F238E27FC236}">
                    <a16:creationId xmlns:a16="http://schemas.microsoft.com/office/drawing/2014/main" id="{B5C0D723-2CB9-CB68-E527-813B5072B8E3}"/>
                  </a:ext>
                </a:extLst>
              </p:cNvPr>
              <p:cNvPicPr/>
              <p:nvPr/>
            </p:nvPicPr>
            <p:blipFill>
              <a:blip r:embed="rId3"/>
              <a:stretch>
                <a:fillRect/>
              </a:stretch>
            </p:blipFill>
            <p:spPr>
              <a:xfrm>
                <a:off x="9463393" y="388540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1" name="Ink 30">
                <a:extLst>
                  <a:ext uri="{FF2B5EF4-FFF2-40B4-BE49-F238E27FC236}">
                    <a16:creationId xmlns:a16="http://schemas.microsoft.com/office/drawing/2014/main" id="{FB58C6B5-3076-8081-C7B3-2CDB0BC94CDE}"/>
                  </a:ext>
                </a:extLst>
              </p14:cNvPr>
              <p14:cNvContentPartPr/>
              <p14:nvPr/>
            </p14:nvContentPartPr>
            <p14:xfrm>
              <a:off x="9837432" y="3745713"/>
              <a:ext cx="576" cy="576"/>
            </p14:xfrm>
          </p:contentPart>
        </mc:Choice>
        <mc:Fallback>
          <p:pic>
            <p:nvPicPr>
              <p:cNvPr id="31" name="Ink 30">
                <a:extLst>
                  <a:ext uri="{FF2B5EF4-FFF2-40B4-BE49-F238E27FC236}">
                    <a16:creationId xmlns:a16="http://schemas.microsoft.com/office/drawing/2014/main" id="{FB58C6B5-3076-8081-C7B3-2CDB0BC94CDE}"/>
                  </a:ext>
                </a:extLst>
              </p:cNvPr>
              <p:cNvPicPr/>
              <p:nvPr/>
            </p:nvPicPr>
            <p:blipFill>
              <a:blip r:embed="rId3"/>
              <a:stretch>
                <a:fillRect/>
              </a:stretch>
            </p:blipFill>
            <p:spPr>
              <a:xfrm>
                <a:off x="9823032" y="373131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1ED96EA2-0336-A956-CA1E-4BD42EFB0FA4}"/>
                  </a:ext>
                </a:extLst>
              </p14:cNvPr>
              <p14:cNvContentPartPr/>
              <p14:nvPr/>
            </p14:nvContentPartPr>
            <p14:xfrm>
              <a:off x="9765504" y="3133452"/>
              <a:ext cx="576" cy="576"/>
            </p14:xfrm>
          </p:contentPart>
        </mc:Choice>
        <mc:Fallback>
          <p:pic>
            <p:nvPicPr>
              <p:cNvPr id="32" name="Ink 31">
                <a:extLst>
                  <a:ext uri="{FF2B5EF4-FFF2-40B4-BE49-F238E27FC236}">
                    <a16:creationId xmlns:a16="http://schemas.microsoft.com/office/drawing/2014/main" id="{1ED96EA2-0336-A956-CA1E-4BD42EFB0FA4}"/>
                  </a:ext>
                </a:extLst>
              </p:cNvPr>
              <p:cNvPicPr/>
              <p:nvPr/>
            </p:nvPicPr>
            <p:blipFill>
              <a:blip r:embed="rId3"/>
              <a:stretch>
                <a:fillRect/>
              </a:stretch>
            </p:blipFill>
            <p:spPr>
              <a:xfrm>
                <a:off x="9751104" y="311905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Ink 32">
                <a:extLst>
                  <a:ext uri="{FF2B5EF4-FFF2-40B4-BE49-F238E27FC236}">
                    <a16:creationId xmlns:a16="http://schemas.microsoft.com/office/drawing/2014/main" id="{A8E77304-7A9C-EBFE-85FA-F5E46CB5BD1E}"/>
                  </a:ext>
                </a:extLst>
              </p14:cNvPr>
              <p14:cNvContentPartPr/>
              <p14:nvPr/>
            </p14:nvContentPartPr>
            <p14:xfrm>
              <a:off x="9405865" y="3598858"/>
              <a:ext cx="576" cy="576"/>
            </p14:xfrm>
          </p:contentPart>
        </mc:Choice>
        <mc:Fallback>
          <p:pic>
            <p:nvPicPr>
              <p:cNvPr id="33" name="Ink 32">
                <a:extLst>
                  <a:ext uri="{FF2B5EF4-FFF2-40B4-BE49-F238E27FC236}">
                    <a16:creationId xmlns:a16="http://schemas.microsoft.com/office/drawing/2014/main" id="{A8E77304-7A9C-EBFE-85FA-F5E46CB5BD1E}"/>
                  </a:ext>
                </a:extLst>
              </p:cNvPr>
              <p:cNvPicPr/>
              <p:nvPr/>
            </p:nvPicPr>
            <p:blipFill>
              <a:blip r:embed="rId3"/>
              <a:stretch>
                <a:fillRect/>
              </a:stretch>
            </p:blipFill>
            <p:spPr>
              <a:xfrm>
                <a:off x="9391465" y="3584458"/>
                <a:ext cx="28800" cy="28800"/>
              </a:xfrm>
              <a:prstGeom prst="rect">
                <a:avLst/>
              </a:prstGeom>
            </p:spPr>
          </p:pic>
        </mc:Fallback>
      </mc:AlternateContent>
      <p:sp>
        <p:nvSpPr>
          <p:cNvPr id="34" name="Freeform 33">
            <a:extLst>
              <a:ext uri="{FF2B5EF4-FFF2-40B4-BE49-F238E27FC236}">
                <a16:creationId xmlns:a16="http://schemas.microsoft.com/office/drawing/2014/main" id="{F3B72D5A-92BA-B622-59A3-D5F033F4DFF2}"/>
              </a:ext>
            </a:extLst>
          </p:cNvPr>
          <p:cNvSpPr/>
          <p:nvPr/>
        </p:nvSpPr>
        <p:spPr>
          <a:xfrm>
            <a:off x="8073028" y="3160075"/>
            <a:ext cx="1777995" cy="1071877"/>
          </a:xfrm>
          <a:custGeom>
            <a:avLst/>
            <a:gdLst>
              <a:gd name="connsiteX0" fmla="*/ 0 w 1111250"/>
              <a:gd name="connsiteY0" fmla="*/ 669925 h 669925"/>
              <a:gd name="connsiteX1" fmla="*/ 571500 w 1111250"/>
              <a:gd name="connsiteY1" fmla="*/ 501650 h 669925"/>
              <a:gd name="connsiteX2" fmla="*/ 1111250 w 1111250"/>
              <a:gd name="connsiteY2" fmla="*/ 0 h 669925"/>
            </a:gdLst>
            <a:ahLst/>
            <a:cxnLst>
              <a:cxn ang="0">
                <a:pos x="connsiteX0" y="connsiteY0"/>
              </a:cxn>
              <a:cxn ang="0">
                <a:pos x="connsiteX1" y="connsiteY1"/>
              </a:cxn>
              <a:cxn ang="0">
                <a:pos x="connsiteX2" y="connsiteY2"/>
              </a:cxn>
            </a:cxnLst>
            <a:rect l="l" t="t" r="r" b="b"/>
            <a:pathLst>
              <a:path w="1111250" h="669925">
                <a:moveTo>
                  <a:pt x="0" y="669925"/>
                </a:moveTo>
                <a:cubicBezTo>
                  <a:pt x="193146" y="641614"/>
                  <a:pt x="386292" y="613304"/>
                  <a:pt x="571500" y="501650"/>
                </a:cubicBezTo>
                <a:cubicBezTo>
                  <a:pt x="756708" y="389996"/>
                  <a:pt x="933979" y="194998"/>
                  <a:pt x="1111250" y="0"/>
                </a:cubicBezTo>
              </a:path>
            </a:pathLst>
          </a:custGeom>
          <a:noFill/>
          <a:ln w="9525">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reeform 34">
            <a:extLst>
              <a:ext uri="{FF2B5EF4-FFF2-40B4-BE49-F238E27FC236}">
                <a16:creationId xmlns:a16="http://schemas.microsoft.com/office/drawing/2014/main" id="{D4924D09-FF18-AE0E-FF06-E193001282FA}"/>
              </a:ext>
            </a:extLst>
          </p:cNvPr>
          <p:cNvSpPr/>
          <p:nvPr/>
        </p:nvSpPr>
        <p:spPr>
          <a:xfrm rot="4566314">
            <a:off x="8182460" y="3776274"/>
            <a:ext cx="919516" cy="285825"/>
          </a:xfrm>
          <a:custGeom>
            <a:avLst/>
            <a:gdLst>
              <a:gd name="connsiteX0" fmla="*/ 0 w 2027583"/>
              <a:gd name="connsiteY0" fmla="*/ 1043940 h 1144965"/>
              <a:gd name="connsiteX1" fmla="*/ 377687 w 2027583"/>
              <a:gd name="connsiteY1" fmla="*/ 894853 h 1144965"/>
              <a:gd name="connsiteX2" fmla="*/ 1093305 w 2027583"/>
              <a:gd name="connsiteY2" fmla="*/ 331 h 1144965"/>
              <a:gd name="connsiteX3" fmla="*/ 1719470 w 2027583"/>
              <a:gd name="connsiteY3" fmla="*/ 1004183 h 1144965"/>
              <a:gd name="connsiteX4" fmla="*/ 2027583 w 2027583"/>
              <a:gd name="connsiteY4" fmla="*/ 1113514 h 1144965"/>
              <a:gd name="connsiteX0" fmla="*/ 0 w 2027583"/>
              <a:gd name="connsiteY0" fmla="*/ 1043632 h 1125885"/>
              <a:gd name="connsiteX1" fmla="*/ 377687 w 2027583"/>
              <a:gd name="connsiteY1" fmla="*/ 894545 h 1125885"/>
              <a:gd name="connsiteX2" fmla="*/ 1093305 w 2027583"/>
              <a:gd name="connsiteY2" fmla="*/ 23 h 1125885"/>
              <a:gd name="connsiteX3" fmla="*/ 1688155 w 2027583"/>
              <a:gd name="connsiteY3" fmla="*/ 922455 h 1125885"/>
              <a:gd name="connsiteX4" fmla="*/ 2027583 w 2027583"/>
              <a:gd name="connsiteY4" fmla="*/ 1113206 h 1125885"/>
              <a:gd name="connsiteX0" fmla="*/ 0 w 2033846"/>
              <a:gd name="connsiteY0" fmla="*/ 1043632 h 1094411"/>
              <a:gd name="connsiteX1" fmla="*/ 377687 w 2033846"/>
              <a:gd name="connsiteY1" fmla="*/ 894545 h 1094411"/>
              <a:gd name="connsiteX2" fmla="*/ 1093305 w 2033846"/>
              <a:gd name="connsiteY2" fmla="*/ 23 h 1094411"/>
              <a:gd name="connsiteX3" fmla="*/ 1688155 w 2033846"/>
              <a:gd name="connsiteY3" fmla="*/ 922455 h 1094411"/>
              <a:gd name="connsiteX4" fmla="*/ 2033846 w 2033846"/>
              <a:gd name="connsiteY4" fmla="*/ 1075628 h 1094411"/>
              <a:gd name="connsiteX0" fmla="*/ 0 w 2033846"/>
              <a:gd name="connsiteY0" fmla="*/ 1037368 h 1088147"/>
              <a:gd name="connsiteX1" fmla="*/ 377687 w 2033846"/>
              <a:gd name="connsiteY1" fmla="*/ 888281 h 1088147"/>
              <a:gd name="connsiteX2" fmla="*/ 1011886 w 2033846"/>
              <a:gd name="connsiteY2" fmla="*/ 23 h 1088147"/>
              <a:gd name="connsiteX3" fmla="*/ 1688155 w 2033846"/>
              <a:gd name="connsiteY3" fmla="*/ 916191 h 1088147"/>
              <a:gd name="connsiteX4" fmla="*/ 2033846 w 2033846"/>
              <a:gd name="connsiteY4" fmla="*/ 1069364 h 1088147"/>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1037368 h 1069364"/>
              <a:gd name="connsiteX1" fmla="*/ 377687 w 2033846"/>
              <a:gd name="connsiteY1" fmla="*/ 888281 h 1069364"/>
              <a:gd name="connsiteX2" fmla="*/ 1011886 w 2033846"/>
              <a:gd name="connsiteY2" fmla="*/ 23 h 1069364"/>
              <a:gd name="connsiteX3" fmla="*/ 1688155 w 2033846"/>
              <a:gd name="connsiteY3" fmla="*/ 916191 h 1069364"/>
              <a:gd name="connsiteX4" fmla="*/ 2033846 w 2033846"/>
              <a:gd name="connsiteY4" fmla="*/ 1069364 h 1069364"/>
              <a:gd name="connsiteX0" fmla="*/ 0 w 2033846"/>
              <a:gd name="connsiteY0" fmla="*/ 998725 h 1030721"/>
              <a:gd name="connsiteX1" fmla="*/ 377687 w 2033846"/>
              <a:gd name="connsiteY1" fmla="*/ 849638 h 1030721"/>
              <a:gd name="connsiteX2" fmla="*/ 1388022 w 2033846"/>
              <a:gd name="connsiteY2" fmla="*/ 27 h 1030721"/>
              <a:gd name="connsiteX3" fmla="*/ 1688155 w 2033846"/>
              <a:gd name="connsiteY3" fmla="*/ 877548 h 1030721"/>
              <a:gd name="connsiteX4" fmla="*/ 2033846 w 2033846"/>
              <a:gd name="connsiteY4" fmla="*/ 1030721 h 1030721"/>
              <a:gd name="connsiteX0" fmla="*/ 0 w 2033846"/>
              <a:gd name="connsiteY0" fmla="*/ 998708 h 1030704"/>
              <a:gd name="connsiteX1" fmla="*/ 377687 w 2033846"/>
              <a:gd name="connsiteY1" fmla="*/ 849621 h 1030704"/>
              <a:gd name="connsiteX2" fmla="*/ 1388022 w 2033846"/>
              <a:gd name="connsiteY2" fmla="*/ 10 h 1030704"/>
              <a:gd name="connsiteX3" fmla="*/ 1794421 w 2033846"/>
              <a:gd name="connsiteY3" fmla="*/ 863718 h 1030704"/>
              <a:gd name="connsiteX4" fmla="*/ 2033846 w 2033846"/>
              <a:gd name="connsiteY4" fmla="*/ 1030704 h 1030704"/>
              <a:gd name="connsiteX0" fmla="*/ 0 w 2033846"/>
              <a:gd name="connsiteY0" fmla="*/ 998766 h 1030762"/>
              <a:gd name="connsiteX1" fmla="*/ 810941 w 2033846"/>
              <a:gd name="connsiteY1" fmla="*/ 816681 h 1030762"/>
              <a:gd name="connsiteX2" fmla="*/ 1388022 w 2033846"/>
              <a:gd name="connsiteY2" fmla="*/ 68 h 1030762"/>
              <a:gd name="connsiteX3" fmla="*/ 1794421 w 2033846"/>
              <a:gd name="connsiteY3" fmla="*/ 863776 h 1030762"/>
              <a:gd name="connsiteX4" fmla="*/ 2033846 w 2033846"/>
              <a:gd name="connsiteY4" fmla="*/ 1030762 h 1030762"/>
              <a:gd name="connsiteX0" fmla="*/ 0 w 2033846"/>
              <a:gd name="connsiteY0" fmla="*/ 1000250 h 1032246"/>
              <a:gd name="connsiteX1" fmla="*/ 707151 w 2033846"/>
              <a:gd name="connsiteY1" fmla="*/ 662369 h 1032246"/>
              <a:gd name="connsiteX2" fmla="*/ 1388022 w 2033846"/>
              <a:gd name="connsiteY2" fmla="*/ 1552 h 1032246"/>
              <a:gd name="connsiteX3" fmla="*/ 1794421 w 2033846"/>
              <a:gd name="connsiteY3" fmla="*/ 865260 h 1032246"/>
              <a:gd name="connsiteX4" fmla="*/ 2033846 w 2033846"/>
              <a:gd name="connsiteY4" fmla="*/ 1032246 h 1032246"/>
              <a:gd name="connsiteX0" fmla="*/ 0 w 2033846"/>
              <a:gd name="connsiteY0" fmla="*/ 999427 h 1031423"/>
              <a:gd name="connsiteX1" fmla="*/ 707151 w 2033846"/>
              <a:gd name="connsiteY1" fmla="*/ 661546 h 1031423"/>
              <a:gd name="connsiteX2" fmla="*/ 1388022 w 2033846"/>
              <a:gd name="connsiteY2" fmla="*/ 729 h 1031423"/>
              <a:gd name="connsiteX3" fmla="*/ 1677134 w 2033846"/>
              <a:gd name="connsiteY3" fmla="*/ 797955 h 1031423"/>
              <a:gd name="connsiteX4" fmla="*/ 2033846 w 2033846"/>
              <a:gd name="connsiteY4" fmla="*/ 1031423 h 1031423"/>
              <a:gd name="connsiteX0" fmla="*/ 0 w 2033846"/>
              <a:gd name="connsiteY0" fmla="*/ 999097 h 1031093"/>
              <a:gd name="connsiteX1" fmla="*/ 707151 w 2033846"/>
              <a:gd name="connsiteY1" fmla="*/ 661216 h 1031093"/>
              <a:gd name="connsiteX2" fmla="*/ 1388022 w 2033846"/>
              <a:gd name="connsiteY2" fmla="*/ 399 h 1031093"/>
              <a:gd name="connsiteX3" fmla="*/ 1775187 w 2033846"/>
              <a:gd name="connsiteY3" fmla="*/ 761526 h 1031093"/>
              <a:gd name="connsiteX4" fmla="*/ 2033846 w 2033846"/>
              <a:gd name="connsiteY4" fmla="*/ 1031093 h 1031093"/>
              <a:gd name="connsiteX0" fmla="*/ 0 w 2033846"/>
              <a:gd name="connsiteY0" fmla="*/ 999207 h 1031203"/>
              <a:gd name="connsiteX1" fmla="*/ 707151 w 2033846"/>
              <a:gd name="connsiteY1" fmla="*/ 661326 h 1031203"/>
              <a:gd name="connsiteX2" fmla="*/ 1388022 w 2033846"/>
              <a:gd name="connsiteY2" fmla="*/ 509 h 1031203"/>
              <a:gd name="connsiteX3" fmla="*/ 1761578 w 2033846"/>
              <a:gd name="connsiteY3" fmla="*/ 775084 h 1031203"/>
              <a:gd name="connsiteX4" fmla="*/ 2033846 w 2033846"/>
              <a:gd name="connsiteY4" fmla="*/ 1031203 h 1031203"/>
              <a:gd name="connsiteX0" fmla="*/ 0 w 2033846"/>
              <a:gd name="connsiteY0" fmla="*/ 999619 h 1031615"/>
              <a:gd name="connsiteX1" fmla="*/ 707151 w 2033846"/>
              <a:gd name="connsiteY1" fmla="*/ 661738 h 1031615"/>
              <a:gd name="connsiteX2" fmla="*/ 1388022 w 2033846"/>
              <a:gd name="connsiteY2" fmla="*/ 921 h 1031615"/>
              <a:gd name="connsiteX3" fmla="*/ 1720769 w 2033846"/>
              <a:gd name="connsiteY3" fmla="*/ 815834 h 1031615"/>
              <a:gd name="connsiteX4" fmla="*/ 2033846 w 2033846"/>
              <a:gd name="connsiteY4" fmla="*/ 1031615 h 1031615"/>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173 h 1031169"/>
              <a:gd name="connsiteX1" fmla="*/ 707151 w 2033846"/>
              <a:gd name="connsiteY1" fmla="*/ 661292 h 1031169"/>
              <a:gd name="connsiteX2" fmla="*/ 1388022 w 2033846"/>
              <a:gd name="connsiteY2" fmla="*/ 475 h 1031169"/>
              <a:gd name="connsiteX3" fmla="*/ 1704354 w 2033846"/>
              <a:gd name="connsiteY3" fmla="*/ 770819 h 1031169"/>
              <a:gd name="connsiteX4" fmla="*/ 2033846 w 2033846"/>
              <a:gd name="connsiteY4" fmla="*/ 1031169 h 1031169"/>
              <a:gd name="connsiteX0" fmla="*/ 0 w 2033846"/>
              <a:gd name="connsiteY0" fmla="*/ 999729 h 1031725"/>
              <a:gd name="connsiteX1" fmla="*/ 707151 w 2033846"/>
              <a:gd name="connsiteY1" fmla="*/ 661848 h 1031725"/>
              <a:gd name="connsiteX2" fmla="*/ 1388022 w 2033846"/>
              <a:gd name="connsiteY2" fmla="*/ 1031 h 1031725"/>
              <a:gd name="connsiteX3" fmla="*/ 1557273 w 2033846"/>
              <a:gd name="connsiteY3" fmla="*/ 825538 h 1031725"/>
              <a:gd name="connsiteX4" fmla="*/ 2033846 w 2033846"/>
              <a:gd name="connsiteY4" fmla="*/ 1031725 h 1031725"/>
              <a:gd name="connsiteX0" fmla="*/ 0 w 2033846"/>
              <a:gd name="connsiteY0" fmla="*/ 999729 h 1076083"/>
              <a:gd name="connsiteX1" fmla="*/ 707151 w 2033846"/>
              <a:gd name="connsiteY1" fmla="*/ 661848 h 1076083"/>
              <a:gd name="connsiteX2" fmla="*/ 1388022 w 2033846"/>
              <a:gd name="connsiteY2" fmla="*/ 1031 h 1076083"/>
              <a:gd name="connsiteX3" fmla="*/ 1557273 w 2033846"/>
              <a:gd name="connsiteY3" fmla="*/ 825538 h 1076083"/>
              <a:gd name="connsiteX4" fmla="*/ 2033846 w 2033846"/>
              <a:gd name="connsiteY4" fmla="*/ 1031725 h 1076083"/>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998761 h 1030757"/>
              <a:gd name="connsiteX1" fmla="*/ 707151 w 2033846"/>
              <a:gd name="connsiteY1" fmla="*/ 660880 h 1030757"/>
              <a:gd name="connsiteX2" fmla="*/ 1388022 w 2033846"/>
              <a:gd name="connsiteY2" fmla="*/ 63 h 1030757"/>
              <a:gd name="connsiteX3" fmla="*/ 1668820 w 2033846"/>
              <a:gd name="connsiteY3" fmla="*/ 699144 h 1030757"/>
              <a:gd name="connsiteX4" fmla="*/ 2033846 w 2033846"/>
              <a:gd name="connsiteY4" fmla="*/ 1030757 h 1030757"/>
              <a:gd name="connsiteX0" fmla="*/ 0 w 2033846"/>
              <a:gd name="connsiteY0" fmla="*/ 1003444 h 1035440"/>
              <a:gd name="connsiteX1" fmla="*/ 707151 w 2033846"/>
              <a:gd name="connsiteY1" fmla="*/ 665563 h 1035440"/>
              <a:gd name="connsiteX2" fmla="*/ 1388022 w 2033846"/>
              <a:gd name="connsiteY2" fmla="*/ 4746 h 1035440"/>
              <a:gd name="connsiteX3" fmla="*/ 2033846 w 2033846"/>
              <a:gd name="connsiteY3" fmla="*/ 1035440 h 1035440"/>
              <a:gd name="connsiteX0" fmla="*/ 0 w 2033846"/>
              <a:gd name="connsiteY0" fmla="*/ 1003444 h 1035440"/>
              <a:gd name="connsiteX1" fmla="*/ 707151 w 2033846"/>
              <a:gd name="connsiteY1" fmla="*/ 665563 h 1035440"/>
              <a:gd name="connsiteX2" fmla="*/ 1388022 w 2033846"/>
              <a:gd name="connsiteY2" fmla="*/ 4746 h 1035440"/>
              <a:gd name="connsiteX3" fmla="*/ 2033846 w 2033846"/>
              <a:gd name="connsiteY3" fmla="*/ 1035440 h 1035440"/>
            </a:gdLst>
            <a:ahLst/>
            <a:cxnLst>
              <a:cxn ang="0">
                <a:pos x="connsiteX0" y="connsiteY0"/>
              </a:cxn>
              <a:cxn ang="0">
                <a:pos x="connsiteX1" y="connsiteY1"/>
              </a:cxn>
              <a:cxn ang="0">
                <a:pos x="connsiteX2" y="connsiteY2"/>
              </a:cxn>
              <a:cxn ang="0">
                <a:pos x="connsiteX3" y="connsiteY3"/>
              </a:cxn>
            </a:cxnLst>
            <a:rect l="l" t="t" r="r" b="b"/>
            <a:pathLst>
              <a:path w="2033846" h="1035440">
                <a:moveTo>
                  <a:pt x="0" y="1003444"/>
                </a:moveTo>
                <a:cubicBezTo>
                  <a:pt x="204206" y="978290"/>
                  <a:pt x="475814" y="832013"/>
                  <a:pt x="707151" y="665563"/>
                </a:cubicBezTo>
                <a:cubicBezTo>
                  <a:pt x="938488" y="499113"/>
                  <a:pt x="1166906" y="-56900"/>
                  <a:pt x="1388022" y="4746"/>
                </a:cubicBezTo>
                <a:cubicBezTo>
                  <a:pt x="1609138" y="66392"/>
                  <a:pt x="1541823" y="505264"/>
                  <a:pt x="2033846" y="1035440"/>
                </a:cubicBezTo>
              </a:path>
            </a:pathLst>
          </a:custGeom>
          <a:solidFill>
            <a:srgbClr val="709A78">
              <a:alpha val="46000"/>
            </a:srgbClr>
          </a:solidFill>
          <a:ln w="63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4CD2E4C6-5993-080B-05C5-67EA3898DD4B}"/>
              </a:ext>
            </a:extLst>
          </p:cNvPr>
          <p:cNvCxnSpPr>
            <a:cxnSpLocks/>
          </p:cNvCxnSpPr>
          <p:nvPr/>
        </p:nvCxnSpPr>
        <p:spPr>
          <a:xfrm flipH="1" flipV="1">
            <a:off x="8401655" y="3518527"/>
            <a:ext cx="212239" cy="894731"/>
          </a:xfrm>
          <a:prstGeom prst="line">
            <a:avLst/>
          </a:prstGeom>
          <a:ln w="6350">
            <a:solidFill>
              <a:schemeClr val="accent6">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38" name="Freeform 37">
            <a:extLst>
              <a:ext uri="{FF2B5EF4-FFF2-40B4-BE49-F238E27FC236}">
                <a16:creationId xmlns:a16="http://schemas.microsoft.com/office/drawing/2014/main" id="{5A39AE80-4DB1-D654-BE82-FD23CB00680A}"/>
              </a:ext>
            </a:extLst>
          </p:cNvPr>
          <p:cNvSpPr/>
          <p:nvPr/>
        </p:nvSpPr>
        <p:spPr>
          <a:xfrm rot="537298">
            <a:off x="8738504" y="4106726"/>
            <a:ext cx="2003274"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headEnd type="stealth" w="lg" len="lg"/>
            <a:tailEnd type="non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C34CCF56-1C6C-9120-97BB-ED2FA35B7ACE}"/>
              </a:ext>
            </a:extLst>
          </p:cNvPr>
          <p:cNvSpPr txBox="1"/>
          <p:nvPr/>
        </p:nvSpPr>
        <p:spPr>
          <a:xfrm>
            <a:off x="10823906" y="3543701"/>
            <a:ext cx="1368094" cy="1015663"/>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Non-normal residuals</a:t>
            </a:r>
          </a:p>
        </p:txBody>
      </p:sp>
    </p:spTree>
    <p:extLst>
      <p:ext uri="{BB962C8B-B14F-4D97-AF65-F5344CB8AC3E}">
        <p14:creationId xmlns:p14="http://schemas.microsoft.com/office/powerpoint/2010/main" val="2693734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D1E68-4D5A-3D18-6E4B-9EBB0DF8418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C50E22-8236-685D-E85F-2AE6342C5EF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54F29C2C-A7EE-4B48-F49A-B4A9BC818609}"/>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2B943615-8320-6B5B-D067-EFE570FCDFFA}"/>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299F2182-085C-856D-47DB-10242F0EFD64}"/>
              </a:ext>
            </a:extLst>
          </p:cNvPr>
          <p:cNvSpPr txBox="1"/>
          <p:nvPr/>
        </p:nvSpPr>
        <p:spPr>
          <a:xfrm rot="16200000">
            <a:off x="7088276" y="3564879"/>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Population Size</a:t>
            </a:r>
          </a:p>
        </p:txBody>
      </p:sp>
      <p:cxnSp>
        <p:nvCxnSpPr>
          <p:cNvPr id="5" name="Straight Connector 4">
            <a:extLst>
              <a:ext uri="{FF2B5EF4-FFF2-40B4-BE49-F238E27FC236}">
                <a16:creationId xmlns:a16="http://schemas.microsoft.com/office/drawing/2014/main" id="{6EBCCE99-7872-D3DD-3390-CD2CA34C2DA1}"/>
              </a:ext>
            </a:extLst>
          </p:cNvPr>
          <p:cNvCxnSpPr>
            <a:cxnSpLocks/>
          </p:cNvCxnSpPr>
          <p:nvPr/>
        </p:nvCxnSpPr>
        <p:spPr>
          <a:xfrm>
            <a:off x="7967329" y="3068040"/>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21F59CD-CD44-3C1A-09A4-0740E38E34D7}"/>
              </a:ext>
            </a:extLst>
          </p:cNvPr>
          <p:cNvCxnSpPr>
            <a:cxnSpLocks/>
          </p:cNvCxnSpPr>
          <p:nvPr/>
        </p:nvCxnSpPr>
        <p:spPr>
          <a:xfrm flipH="1">
            <a:off x="7959429" y="4515130"/>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817BE42-3064-588A-9282-83EC7C77D428}"/>
              </a:ext>
            </a:extLst>
          </p:cNvPr>
          <p:cNvSpPr txBox="1"/>
          <p:nvPr/>
        </p:nvSpPr>
        <p:spPr>
          <a:xfrm>
            <a:off x="8692018" y="4525366"/>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95CE05F9-DBF0-057A-44D2-B743716A8565}"/>
                  </a:ext>
                </a:extLst>
              </p14:cNvPr>
              <p14:cNvContentPartPr/>
              <p14:nvPr/>
            </p14:nvContentPartPr>
            <p14:xfrm>
              <a:off x="8111164" y="4192548"/>
              <a:ext cx="576" cy="576"/>
            </p14:xfrm>
          </p:contentPart>
        </mc:Choice>
        <mc:Fallback>
          <p:pic>
            <p:nvPicPr>
              <p:cNvPr id="8" name="Ink 7">
                <a:extLst>
                  <a:ext uri="{FF2B5EF4-FFF2-40B4-BE49-F238E27FC236}">
                    <a16:creationId xmlns:a16="http://schemas.microsoft.com/office/drawing/2014/main" id="{95CE05F9-DBF0-057A-44D2-B743716A8565}"/>
                  </a:ext>
                </a:extLst>
              </p:cNvPr>
              <p:cNvPicPr/>
              <p:nvPr/>
            </p:nvPicPr>
            <p:blipFill>
              <a:blip r:embed="rId3"/>
              <a:stretch>
                <a:fillRect/>
              </a:stretch>
            </p:blipFill>
            <p:spPr>
              <a:xfrm>
                <a:off x="8096764" y="417814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3927E735-B441-166F-6B85-538556541662}"/>
                  </a:ext>
                </a:extLst>
              </p14:cNvPr>
              <p14:cNvContentPartPr/>
              <p14:nvPr/>
            </p14:nvContentPartPr>
            <p14:xfrm>
              <a:off x="8326948" y="4169207"/>
              <a:ext cx="576" cy="576"/>
            </p14:xfrm>
          </p:contentPart>
        </mc:Choice>
        <mc:Fallback>
          <p:pic>
            <p:nvPicPr>
              <p:cNvPr id="9" name="Ink 8">
                <a:extLst>
                  <a:ext uri="{FF2B5EF4-FFF2-40B4-BE49-F238E27FC236}">
                    <a16:creationId xmlns:a16="http://schemas.microsoft.com/office/drawing/2014/main" id="{3927E735-B441-166F-6B85-538556541662}"/>
                  </a:ext>
                </a:extLst>
              </p:cNvPr>
              <p:cNvPicPr/>
              <p:nvPr/>
            </p:nvPicPr>
            <p:blipFill>
              <a:blip r:embed="rId3"/>
              <a:stretch>
                <a:fillRect/>
              </a:stretch>
            </p:blipFill>
            <p:spPr>
              <a:xfrm>
                <a:off x="8312548" y="41548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5DB752C4-696B-EAEF-0424-B604BB39D815}"/>
                  </a:ext>
                </a:extLst>
              </p14:cNvPr>
              <p14:cNvContentPartPr/>
              <p14:nvPr/>
            </p14:nvContentPartPr>
            <p14:xfrm>
              <a:off x="8255020" y="4162496"/>
              <a:ext cx="576" cy="576"/>
            </p14:xfrm>
          </p:contentPart>
        </mc:Choice>
        <mc:Fallback>
          <p:pic>
            <p:nvPicPr>
              <p:cNvPr id="10" name="Ink 9">
                <a:extLst>
                  <a:ext uri="{FF2B5EF4-FFF2-40B4-BE49-F238E27FC236}">
                    <a16:creationId xmlns:a16="http://schemas.microsoft.com/office/drawing/2014/main" id="{5DB752C4-696B-EAEF-0424-B604BB39D815}"/>
                  </a:ext>
                </a:extLst>
              </p:cNvPr>
              <p:cNvPicPr/>
              <p:nvPr/>
            </p:nvPicPr>
            <p:blipFill>
              <a:blip r:embed="rId3"/>
              <a:stretch>
                <a:fillRect/>
              </a:stretch>
            </p:blipFill>
            <p:spPr>
              <a:xfrm>
                <a:off x="8240620" y="41480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2" name="Ink 11">
                <a:extLst>
                  <a:ext uri="{FF2B5EF4-FFF2-40B4-BE49-F238E27FC236}">
                    <a16:creationId xmlns:a16="http://schemas.microsoft.com/office/drawing/2014/main" id="{3CB96F1D-9759-8EAB-C00E-DC425AF08B74}"/>
                  </a:ext>
                </a:extLst>
              </p14:cNvPr>
              <p14:cNvContentPartPr/>
              <p14:nvPr/>
            </p14:nvContentPartPr>
            <p14:xfrm>
              <a:off x="8398875" y="4108617"/>
              <a:ext cx="576" cy="576"/>
            </p14:xfrm>
          </p:contentPart>
        </mc:Choice>
        <mc:Fallback>
          <p:pic>
            <p:nvPicPr>
              <p:cNvPr id="12" name="Ink 11">
                <a:extLst>
                  <a:ext uri="{FF2B5EF4-FFF2-40B4-BE49-F238E27FC236}">
                    <a16:creationId xmlns:a16="http://schemas.microsoft.com/office/drawing/2014/main" id="{3CB96F1D-9759-8EAB-C00E-DC425AF08B74}"/>
                  </a:ext>
                </a:extLst>
              </p:cNvPr>
              <p:cNvPicPr/>
              <p:nvPr/>
            </p:nvPicPr>
            <p:blipFill>
              <a:blip r:embed="rId3"/>
              <a:stretch>
                <a:fillRect/>
              </a:stretch>
            </p:blipFill>
            <p:spPr>
              <a:xfrm>
                <a:off x="8384475" y="40942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3" name="Ink 12">
                <a:extLst>
                  <a:ext uri="{FF2B5EF4-FFF2-40B4-BE49-F238E27FC236}">
                    <a16:creationId xmlns:a16="http://schemas.microsoft.com/office/drawing/2014/main" id="{EAE3458C-ACFF-5D32-9031-0CB6E8B46FEB}"/>
                  </a:ext>
                </a:extLst>
              </p14:cNvPr>
              <p14:cNvContentPartPr/>
              <p14:nvPr/>
            </p14:nvContentPartPr>
            <p14:xfrm>
              <a:off x="8183092" y="4230319"/>
              <a:ext cx="576" cy="576"/>
            </p14:xfrm>
          </p:contentPart>
        </mc:Choice>
        <mc:Fallback>
          <p:pic>
            <p:nvPicPr>
              <p:cNvPr id="13" name="Ink 12">
                <a:extLst>
                  <a:ext uri="{FF2B5EF4-FFF2-40B4-BE49-F238E27FC236}">
                    <a16:creationId xmlns:a16="http://schemas.microsoft.com/office/drawing/2014/main" id="{EAE3458C-ACFF-5D32-9031-0CB6E8B46FEB}"/>
                  </a:ext>
                </a:extLst>
              </p:cNvPr>
              <p:cNvPicPr/>
              <p:nvPr/>
            </p:nvPicPr>
            <p:blipFill>
              <a:blip r:embed="rId3"/>
              <a:stretch>
                <a:fillRect/>
              </a:stretch>
            </p:blipFill>
            <p:spPr>
              <a:xfrm>
                <a:off x="8168692" y="4215919"/>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834341C8-8552-B3E9-A52A-7A3794BBB2C1}"/>
                  </a:ext>
                </a:extLst>
              </p14:cNvPr>
              <p14:cNvContentPartPr/>
              <p14:nvPr/>
            </p14:nvContentPartPr>
            <p14:xfrm>
              <a:off x="8470803" y="4064265"/>
              <a:ext cx="576" cy="576"/>
            </p14:xfrm>
          </p:contentPart>
        </mc:Choice>
        <mc:Fallback>
          <p:pic>
            <p:nvPicPr>
              <p:cNvPr id="14" name="Ink 13">
                <a:extLst>
                  <a:ext uri="{FF2B5EF4-FFF2-40B4-BE49-F238E27FC236}">
                    <a16:creationId xmlns:a16="http://schemas.microsoft.com/office/drawing/2014/main" id="{834341C8-8552-B3E9-A52A-7A3794BBB2C1}"/>
                  </a:ext>
                </a:extLst>
              </p:cNvPr>
              <p:cNvPicPr/>
              <p:nvPr/>
            </p:nvPicPr>
            <p:blipFill>
              <a:blip r:embed="rId3"/>
              <a:stretch>
                <a:fillRect/>
              </a:stretch>
            </p:blipFill>
            <p:spPr>
              <a:xfrm>
                <a:off x="8456403" y="404986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E7F715F7-B0B7-5A52-CA6C-830198162679}"/>
                  </a:ext>
                </a:extLst>
              </p14:cNvPr>
              <p14:cNvContentPartPr/>
              <p14:nvPr/>
            </p14:nvContentPartPr>
            <p14:xfrm>
              <a:off x="8542731" y="4226697"/>
              <a:ext cx="576" cy="576"/>
            </p14:xfrm>
          </p:contentPart>
        </mc:Choice>
        <mc:Fallback>
          <p:pic>
            <p:nvPicPr>
              <p:cNvPr id="15" name="Ink 14">
                <a:extLst>
                  <a:ext uri="{FF2B5EF4-FFF2-40B4-BE49-F238E27FC236}">
                    <a16:creationId xmlns:a16="http://schemas.microsoft.com/office/drawing/2014/main" id="{E7F715F7-B0B7-5A52-CA6C-830198162679}"/>
                  </a:ext>
                </a:extLst>
              </p:cNvPr>
              <p:cNvPicPr/>
              <p:nvPr/>
            </p:nvPicPr>
            <p:blipFill>
              <a:blip r:embed="rId3"/>
              <a:stretch>
                <a:fillRect/>
              </a:stretch>
            </p:blipFill>
            <p:spPr>
              <a:xfrm>
                <a:off x="8528331" y="421229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6" name="Ink 15">
                <a:extLst>
                  <a:ext uri="{FF2B5EF4-FFF2-40B4-BE49-F238E27FC236}">
                    <a16:creationId xmlns:a16="http://schemas.microsoft.com/office/drawing/2014/main" id="{F9FEB697-2107-227A-A95D-D0A27AC6C694}"/>
                  </a:ext>
                </a:extLst>
              </p14:cNvPr>
              <p14:cNvContentPartPr/>
              <p14:nvPr/>
            </p14:nvContentPartPr>
            <p14:xfrm>
              <a:off x="8686587" y="4041820"/>
              <a:ext cx="576" cy="576"/>
            </p14:xfrm>
          </p:contentPart>
        </mc:Choice>
        <mc:Fallback>
          <p:pic>
            <p:nvPicPr>
              <p:cNvPr id="16" name="Ink 15">
                <a:extLst>
                  <a:ext uri="{FF2B5EF4-FFF2-40B4-BE49-F238E27FC236}">
                    <a16:creationId xmlns:a16="http://schemas.microsoft.com/office/drawing/2014/main" id="{F9FEB697-2107-227A-A95D-D0A27AC6C694}"/>
                  </a:ext>
                </a:extLst>
              </p:cNvPr>
              <p:cNvPicPr/>
              <p:nvPr/>
            </p:nvPicPr>
            <p:blipFill>
              <a:blip r:embed="rId3"/>
              <a:stretch>
                <a:fillRect/>
              </a:stretch>
            </p:blipFill>
            <p:spPr>
              <a:xfrm>
                <a:off x="8672187" y="402742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A02BE593-1041-89A9-4CF5-A06A0494DA8C}"/>
                  </a:ext>
                </a:extLst>
              </p14:cNvPr>
              <p14:cNvContentPartPr/>
              <p14:nvPr/>
            </p14:nvContentPartPr>
            <p14:xfrm>
              <a:off x="8614659" y="3962314"/>
              <a:ext cx="576" cy="576"/>
            </p14:xfrm>
          </p:contentPart>
        </mc:Choice>
        <mc:Fallback>
          <p:pic>
            <p:nvPicPr>
              <p:cNvPr id="17" name="Ink 16">
                <a:extLst>
                  <a:ext uri="{FF2B5EF4-FFF2-40B4-BE49-F238E27FC236}">
                    <a16:creationId xmlns:a16="http://schemas.microsoft.com/office/drawing/2014/main" id="{A02BE593-1041-89A9-4CF5-A06A0494DA8C}"/>
                  </a:ext>
                </a:extLst>
              </p:cNvPr>
              <p:cNvPicPr/>
              <p:nvPr/>
            </p:nvPicPr>
            <p:blipFill>
              <a:blip r:embed="rId3"/>
              <a:stretch>
                <a:fillRect/>
              </a:stretch>
            </p:blipFill>
            <p:spPr>
              <a:xfrm>
                <a:off x="8600259" y="394791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3D2D73E8-52CD-A588-F31F-EFD6FF9BB184}"/>
                  </a:ext>
                </a:extLst>
              </p14:cNvPr>
              <p14:cNvContentPartPr/>
              <p14:nvPr/>
            </p14:nvContentPartPr>
            <p14:xfrm>
              <a:off x="8758514" y="4086153"/>
              <a:ext cx="576" cy="576"/>
            </p14:xfrm>
          </p:contentPart>
        </mc:Choice>
        <mc:Fallback>
          <p:pic>
            <p:nvPicPr>
              <p:cNvPr id="18" name="Ink 17">
                <a:extLst>
                  <a:ext uri="{FF2B5EF4-FFF2-40B4-BE49-F238E27FC236}">
                    <a16:creationId xmlns:a16="http://schemas.microsoft.com/office/drawing/2014/main" id="{3D2D73E8-52CD-A588-F31F-EFD6FF9BB184}"/>
                  </a:ext>
                </a:extLst>
              </p:cNvPr>
              <p:cNvPicPr/>
              <p:nvPr/>
            </p:nvPicPr>
            <p:blipFill>
              <a:blip r:embed="rId3"/>
              <a:stretch>
                <a:fillRect/>
              </a:stretch>
            </p:blipFill>
            <p:spPr>
              <a:xfrm>
                <a:off x="8744114" y="407175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DFBE8264-BBB1-362A-9B89-4EF7B83D7BBB}"/>
                  </a:ext>
                </a:extLst>
              </p14:cNvPr>
              <p14:cNvContentPartPr/>
              <p14:nvPr/>
            </p14:nvContentPartPr>
            <p14:xfrm>
              <a:off x="8830442" y="3860362"/>
              <a:ext cx="576" cy="576"/>
            </p14:xfrm>
          </p:contentPart>
        </mc:Choice>
        <mc:Fallback>
          <p:pic>
            <p:nvPicPr>
              <p:cNvPr id="19" name="Ink 18">
                <a:extLst>
                  <a:ext uri="{FF2B5EF4-FFF2-40B4-BE49-F238E27FC236}">
                    <a16:creationId xmlns:a16="http://schemas.microsoft.com/office/drawing/2014/main" id="{DFBE8264-BBB1-362A-9B89-4EF7B83D7BBB}"/>
                  </a:ext>
                </a:extLst>
              </p:cNvPr>
              <p:cNvPicPr/>
              <p:nvPr/>
            </p:nvPicPr>
            <p:blipFill>
              <a:blip r:embed="rId3"/>
              <a:stretch>
                <a:fillRect/>
              </a:stretch>
            </p:blipFill>
            <p:spPr>
              <a:xfrm>
                <a:off x="8816042" y="384596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26F0BA08-A12C-3930-24C8-6B620569BD8A}"/>
                  </a:ext>
                </a:extLst>
              </p14:cNvPr>
              <p14:cNvContentPartPr/>
              <p14:nvPr/>
            </p14:nvContentPartPr>
            <p14:xfrm>
              <a:off x="8974298" y="4045833"/>
              <a:ext cx="576" cy="576"/>
            </p14:xfrm>
          </p:contentPart>
        </mc:Choice>
        <mc:Fallback>
          <p:pic>
            <p:nvPicPr>
              <p:cNvPr id="20" name="Ink 19">
                <a:extLst>
                  <a:ext uri="{FF2B5EF4-FFF2-40B4-BE49-F238E27FC236}">
                    <a16:creationId xmlns:a16="http://schemas.microsoft.com/office/drawing/2014/main" id="{26F0BA08-A12C-3930-24C8-6B620569BD8A}"/>
                  </a:ext>
                </a:extLst>
              </p:cNvPr>
              <p:cNvPicPr/>
              <p:nvPr/>
            </p:nvPicPr>
            <p:blipFill>
              <a:blip r:embed="rId3"/>
              <a:stretch>
                <a:fillRect/>
              </a:stretch>
            </p:blipFill>
            <p:spPr>
              <a:xfrm>
                <a:off x="8959898" y="403143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4C35427B-1B53-EE37-C63D-581913F9C92D}"/>
                  </a:ext>
                </a:extLst>
              </p14:cNvPr>
              <p14:cNvContentPartPr/>
              <p14:nvPr/>
            </p14:nvContentPartPr>
            <p14:xfrm>
              <a:off x="9046226" y="3680650"/>
              <a:ext cx="576" cy="576"/>
            </p14:xfrm>
          </p:contentPart>
        </mc:Choice>
        <mc:Fallback>
          <p:pic>
            <p:nvPicPr>
              <p:cNvPr id="21" name="Ink 20">
                <a:extLst>
                  <a:ext uri="{FF2B5EF4-FFF2-40B4-BE49-F238E27FC236}">
                    <a16:creationId xmlns:a16="http://schemas.microsoft.com/office/drawing/2014/main" id="{4C35427B-1B53-EE37-C63D-581913F9C92D}"/>
                  </a:ext>
                </a:extLst>
              </p:cNvPr>
              <p:cNvPicPr/>
              <p:nvPr/>
            </p:nvPicPr>
            <p:blipFill>
              <a:blip r:embed="rId3"/>
              <a:stretch>
                <a:fillRect/>
              </a:stretch>
            </p:blipFill>
            <p:spPr>
              <a:xfrm>
                <a:off x="9031826" y="366625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D3DDD631-C6B0-56E9-D95C-CC174586EC8D}"/>
                  </a:ext>
                </a:extLst>
              </p14:cNvPr>
              <p14:cNvContentPartPr/>
              <p14:nvPr/>
            </p14:nvContentPartPr>
            <p14:xfrm>
              <a:off x="9262009" y="3906442"/>
              <a:ext cx="576" cy="576"/>
            </p14:xfrm>
          </p:contentPart>
        </mc:Choice>
        <mc:Fallback>
          <p:pic>
            <p:nvPicPr>
              <p:cNvPr id="22" name="Ink 21">
                <a:extLst>
                  <a:ext uri="{FF2B5EF4-FFF2-40B4-BE49-F238E27FC236}">
                    <a16:creationId xmlns:a16="http://schemas.microsoft.com/office/drawing/2014/main" id="{D3DDD631-C6B0-56E9-D95C-CC174586EC8D}"/>
                  </a:ext>
                </a:extLst>
              </p:cNvPr>
              <p:cNvPicPr/>
              <p:nvPr/>
            </p:nvPicPr>
            <p:blipFill>
              <a:blip r:embed="rId3"/>
              <a:stretch>
                <a:fillRect/>
              </a:stretch>
            </p:blipFill>
            <p:spPr>
              <a:xfrm>
                <a:off x="9247609" y="389204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C5CBAA8A-2137-F05A-6774-86BE5A3F636D}"/>
                  </a:ext>
                </a:extLst>
              </p14:cNvPr>
              <p14:cNvContentPartPr/>
              <p14:nvPr/>
            </p14:nvContentPartPr>
            <p14:xfrm>
              <a:off x="9333937" y="3439307"/>
              <a:ext cx="576" cy="576"/>
            </p14:xfrm>
          </p:contentPart>
        </mc:Choice>
        <mc:Fallback>
          <p:pic>
            <p:nvPicPr>
              <p:cNvPr id="23" name="Ink 22">
                <a:extLst>
                  <a:ext uri="{FF2B5EF4-FFF2-40B4-BE49-F238E27FC236}">
                    <a16:creationId xmlns:a16="http://schemas.microsoft.com/office/drawing/2014/main" id="{C5CBAA8A-2137-F05A-6774-86BE5A3F636D}"/>
                  </a:ext>
                </a:extLst>
              </p:cNvPr>
              <p:cNvPicPr/>
              <p:nvPr/>
            </p:nvPicPr>
            <p:blipFill>
              <a:blip r:embed="rId3"/>
              <a:stretch>
                <a:fillRect/>
              </a:stretch>
            </p:blipFill>
            <p:spPr>
              <a:xfrm>
                <a:off x="9319537" y="342490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4" name="Ink 23">
                <a:extLst>
                  <a:ext uri="{FF2B5EF4-FFF2-40B4-BE49-F238E27FC236}">
                    <a16:creationId xmlns:a16="http://schemas.microsoft.com/office/drawing/2014/main" id="{1A01C84C-0D38-FF51-744D-CF3D15813FAB}"/>
                  </a:ext>
                </a:extLst>
              </p14:cNvPr>
              <p14:cNvContentPartPr/>
              <p14:nvPr/>
            </p14:nvContentPartPr>
            <p14:xfrm>
              <a:off x="9118154" y="3864970"/>
              <a:ext cx="576" cy="576"/>
            </p14:xfrm>
          </p:contentPart>
        </mc:Choice>
        <mc:Fallback>
          <p:pic>
            <p:nvPicPr>
              <p:cNvPr id="24" name="Ink 23">
                <a:extLst>
                  <a:ext uri="{FF2B5EF4-FFF2-40B4-BE49-F238E27FC236}">
                    <a16:creationId xmlns:a16="http://schemas.microsoft.com/office/drawing/2014/main" id="{1A01C84C-0D38-FF51-744D-CF3D15813FAB}"/>
                  </a:ext>
                </a:extLst>
              </p:cNvPr>
              <p:cNvPicPr/>
              <p:nvPr/>
            </p:nvPicPr>
            <p:blipFill>
              <a:blip r:embed="rId3"/>
              <a:stretch>
                <a:fillRect/>
              </a:stretch>
            </p:blipFill>
            <p:spPr>
              <a:xfrm>
                <a:off x="9103754" y="385057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5" name="Ink 24">
                <a:extLst>
                  <a:ext uri="{FF2B5EF4-FFF2-40B4-BE49-F238E27FC236}">
                    <a16:creationId xmlns:a16="http://schemas.microsoft.com/office/drawing/2014/main" id="{5BD8838E-54CF-47FB-7596-EC8BCE97CA5D}"/>
                  </a:ext>
                </a:extLst>
              </p14:cNvPr>
              <p14:cNvContentPartPr/>
              <p14:nvPr/>
            </p14:nvContentPartPr>
            <p14:xfrm>
              <a:off x="9190081" y="4118985"/>
              <a:ext cx="576" cy="576"/>
            </p14:xfrm>
          </p:contentPart>
        </mc:Choice>
        <mc:Fallback>
          <p:pic>
            <p:nvPicPr>
              <p:cNvPr id="25" name="Ink 24">
                <a:extLst>
                  <a:ext uri="{FF2B5EF4-FFF2-40B4-BE49-F238E27FC236}">
                    <a16:creationId xmlns:a16="http://schemas.microsoft.com/office/drawing/2014/main" id="{5BD8838E-54CF-47FB-7596-EC8BCE97CA5D}"/>
                  </a:ext>
                </a:extLst>
              </p:cNvPr>
              <p:cNvPicPr/>
              <p:nvPr/>
            </p:nvPicPr>
            <p:blipFill>
              <a:blip r:embed="rId3"/>
              <a:stretch>
                <a:fillRect/>
              </a:stretch>
            </p:blipFill>
            <p:spPr>
              <a:xfrm>
                <a:off x="9175681" y="410458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6" name="Ink 25">
                <a:extLst>
                  <a:ext uri="{FF2B5EF4-FFF2-40B4-BE49-F238E27FC236}">
                    <a16:creationId xmlns:a16="http://schemas.microsoft.com/office/drawing/2014/main" id="{42ED17AB-3455-6843-4220-B968189AD481}"/>
                  </a:ext>
                </a:extLst>
              </p14:cNvPr>
              <p14:cNvContentPartPr/>
              <p14:nvPr/>
            </p14:nvContentPartPr>
            <p14:xfrm>
              <a:off x="9621648" y="3756394"/>
              <a:ext cx="576" cy="576"/>
            </p14:xfrm>
          </p:contentPart>
        </mc:Choice>
        <mc:Fallback>
          <p:pic>
            <p:nvPicPr>
              <p:cNvPr id="26" name="Ink 25">
                <a:extLst>
                  <a:ext uri="{FF2B5EF4-FFF2-40B4-BE49-F238E27FC236}">
                    <a16:creationId xmlns:a16="http://schemas.microsoft.com/office/drawing/2014/main" id="{42ED17AB-3455-6843-4220-B968189AD481}"/>
                  </a:ext>
                </a:extLst>
              </p:cNvPr>
              <p:cNvPicPr/>
              <p:nvPr/>
            </p:nvPicPr>
            <p:blipFill>
              <a:blip r:embed="rId3"/>
              <a:stretch>
                <a:fillRect/>
              </a:stretch>
            </p:blipFill>
            <p:spPr>
              <a:xfrm>
                <a:off x="9607248" y="3741994"/>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7" name="Ink 26">
                <a:extLst>
                  <a:ext uri="{FF2B5EF4-FFF2-40B4-BE49-F238E27FC236}">
                    <a16:creationId xmlns:a16="http://schemas.microsoft.com/office/drawing/2014/main" id="{5C44D18F-F9C0-3564-69E6-F665ED02468D}"/>
                  </a:ext>
                </a:extLst>
              </p14:cNvPr>
              <p14:cNvContentPartPr/>
              <p14:nvPr/>
            </p14:nvContentPartPr>
            <p14:xfrm>
              <a:off x="9549720" y="3005396"/>
              <a:ext cx="576" cy="576"/>
            </p14:xfrm>
          </p:contentPart>
        </mc:Choice>
        <mc:Fallback>
          <p:pic>
            <p:nvPicPr>
              <p:cNvPr id="27" name="Ink 26">
                <a:extLst>
                  <a:ext uri="{FF2B5EF4-FFF2-40B4-BE49-F238E27FC236}">
                    <a16:creationId xmlns:a16="http://schemas.microsoft.com/office/drawing/2014/main" id="{5C44D18F-F9C0-3564-69E6-F665ED02468D}"/>
                  </a:ext>
                </a:extLst>
              </p:cNvPr>
              <p:cNvPicPr/>
              <p:nvPr/>
            </p:nvPicPr>
            <p:blipFill>
              <a:blip r:embed="rId3"/>
              <a:stretch>
                <a:fillRect/>
              </a:stretch>
            </p:blipFill>
            <p:spPr>
              <a:xfrm>
                <a:off x="9535320" y="299099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8" name="Ink 27">
                <a:extLst>
                  <a:ext uri="{FF2B5EF4-FFF2-40B4-BE49-F238E27FC236}">
                    <a16:creationId xmlns:a16="http://schemas.microsoft.com/office/drawing/2014/main" id="{4FAD87CF-0B31-FA8C-F006-778DA4FA8107}"/>
                  </a:ext>
                </a:extLst>
              </p14:cNvPr>
              <p14:cNvContentPartPr/>
              <p14:nvPr/>
            </p14:nvContentPartPr>
            <p14:xfrm>
              <a:off x="9693576" y="2829846"/>
              <a:ext cx="576" cy="576"/>
            </p14:xfrm>
          </p:contentPart>
        </mc:Choice>
        <mc:Fallback>
          <p:pic>
            <p:nvPicPr>
              <p:cNvPr id="28" name="Ink 27">
                <a:extLst>
                  <a:ext uri="{FF2B5EF4-FFF2-40B4-BE49-F238E27FC236}">
                    <a16:creationId xmlns:a16="http://schemas.microsoft.com/office/drawing/2014/main" id="{4FAD87CF-0B31-FA8C-F006-778DA4FA8107}"/>
                  </a:ext>
                </a:extLst>
              </p:cNvPr>
              <p:cNvPicPr/>
              <p:nvPr/>
            </p:nvPicPr>
            <p:blipFill>
              <a:blip r:embed="rId3"/>
              <a:stretch>
                <a:fillRect/>
              </a:stretch>
            </p:blipFill>
            <p:spPr>
              <a:xfrm>
                <a:off x="9679176" y="281544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9" name="Ink 28">
                <a:extLst>
                  <a:ext uri="{FF2B5EF4-FFF2-40B4-BE49-F238E27FC236}">
                    <a16:creationId xmlns:a16="http://schemas.microsoft.com/office/drawing/2014/main" id="{71AED36B-79A3-77D1-878A-99F123CFE27B}"/>
                  </a:ext>
                </a:extLst>
              </p14:cNvPr>
              <p14:cNvContentPartPr/>
              <p14:nvPr/>
            </p14:nvContentPartPr>
            <p14:xfrm>
              <a:off x="8902370" y="3676017"/>
              <a:ext cx="576" cy="576"/>
            </p14:xfrm>
          </p:contentPart>
        </mc:Choice>
        <mc:Fallback>
          <p:pic>
            <p:nvPicPr>
              <p:cNvPr id="29" name="Ink 28">
                <a:extLst>
                  <a:ext uri="{FF2B5EF4-FFF2-40B4-BE49-F238E27FC236}">
                    <a16:creationId xmlns:a16="http://schemas.microsoft.com/office/drawing/2014/main" id="{71AED36B-79A3-77D1-878A-99F123CFE27B}"/>
                  </a:ext>
                </a:extLst>
              </p:cNvPr>
              <p:cNvPicPr/>
              <p:nvPr/>
            </p:nvPicPr>
            <p:blipFill>
              <a:blip r:embed="rId3"/>
              <a:stretch>
                <a:fillRect/>
              </a:stretch>
            </p:blipFill>
            <p:spPr>
              <a:xfrm>
                <a:off x="8887970" y="3661617"/>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0B80C1A9-E530-1AC3-8837-4B00EE2C9B01}"/>
                  </a:ext>
                </a:extLst>
              </p14:cNvPr>
              <p14:cNvContentPartPr/>
              <p14:nvPr/>
            </p14:nvContentPartPr>
            <p14:xfrm>
              <a:off x="9477793" y="3899806"/>
              <a:ext cx="576" cy="576"/>
            </p14:xfrm>
          </p:contentPart>
        </mc:Choice>
        <mc:Fallback>
          <p:pic>
            <p:nvPicPr>
              <p:cNvPr id="30" name="Ink 29">
                <a:extLst>
                  <a:ext uri="{FF2B5EF4-FFF2-40B4-BE49-F238E27FC236}">
                    <a16:creationId xmlns:a16="http://schemas.microsoft.com/office/drawing/2014/main" id="{0B80C1A9-E530-1AC3-8837-4B00EE2C9B01}"/>
                  </a:ext>
                </a:extLst>
              </p:cNvPr>
              <p:cNvPicPr/>
              <p:nvPr/>
            </p:nvPicPr>
            <p:blipFill>
              <a:blip r:embed="rId3"/>
              <a:stretch>
                <a:fillRect/>
              </a:stretch>
            </p:blipFill>
            <p:spPr>
              <a:xfrm>
                <a:off x="9463393" y="3885406"/>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1" name="Ink 30">
                <a:extLst>
                  <a:ext uri="{FF2B5EF4-FFF2-40B4-BE49-F238E27FC236}">
                    <a16:creationId xmlns:a16="http://schemas.microsoft.com/office/drawing/2014/main" id="{88F8A28B-A309-D2EC-DD35-D2A6A49325A0}"/>
                  </a:ext>
                </a:extLst>
              </p14:cNvPr>
              <p14:cNvContentPartPr/>
              <p14:nvPr/>
            </p14:nvContentPartPr>
            <p14:xfrm>
              <a:off x="9837432" y="3745713"/>
              <a:ext cx="576" cy="576"/>
            </p14:xfrm>
          </p:contentPart>
        </mc:Choice>
        <mc:Fallback>
          <p:pic>
            <p:nvPicPr>
              <p:cNvPr id="31" name="Ink 30">
                <a:extLst>
                  <a:ext uri="{FF2B5EF4-FFF2-40B4-BE49-F238E27FC236}">
                    <a16:creationId xmlns:a16="http://schemas.microsoft.com/office/drawing/2014/main" id="{88F8A28B-A309-D2EC-DD35-D2A6A49325A0}"/>
                  </a:ext>
                </a:extLst>
              </p:cNvPr>
              <p:cNvPicPr/>
              <p:nvPr/>
            </p:nvPicPr>
            <p:blipFill>
              <a:blip r:embed="rId3"/>
              <a:stretch>
                <a:fillRect/>
              </a:stretch>
            </p:blipFill>
            <p:spPr>
              <a:xfrm>
                <a:off x="9823032" y="3731313"/>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F2D408C3-EFFC-34C2-2F4F-2C1D05542475}"/>
                  </a:ext>
                </a:extLst>
              </p14:cNvPr>
              <p14:cNvContentPartPr/>
              <p14:nvPr/>
            </p14:nvContentPartPr>
            <p14:xfrm>
              <a:off x="9765504" y="3133452"/>
              <a:ext cx="576" cy="576"/>
            </p14:xfrm>
          </p:contentPart>
        </mc:Choice>
        <mc:Fallback>
          <p:pic>
            <p:nvPicPr>
              <p:cNvPr id="32" name="Ink 31">
                <a:extLst>
                  <a:ext uri="{FF2B5EF4-FFF2-40B4-BE49-F238E27FC236}">
                    <a16:creationId xmlns:a16="http://schemas.microsoft.com/office/drawing/2014/main" id="{F2D408C3-EFFC-34C2-2F4F-2C1D05542475}"/>
                  </a:ext>
                </a:extLst>
              </p:cNvPr>
              <p:cNvPicPr/>
              <p:nvPr/>
            </p:nvPicPr>
            <p:blipFill>
              <a:blip r:embed="rId3"/>
              <a:stretch>
                <a:fillRect/>
              </a:stretch>
            </p:blipFill>
            <p:spPr>
              <a:xfrm>
                <a:off x="9751104" y="3119052"/>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3" name="Ink 32">
                <a:extLst>
                  <a:ext uri="{FF2B5EF4-FFF2-40B4-BE49-F238E27FC236}">
                    <a16:creationId xmlns:a16="http://schemas.microsoft.com/office/drawing/2014/main" id="{C4364BDF-FF65-C01D-915E-664B6C0A193E}"/>
                  </a:ext>
                </a:extLst>
              </p14:cNvPr>
              <p14:cNvContentPartPr/>
              <p14:nvPr/>
            </p14:nvContentPartPr>
            <p14:xfrm>
              <a:off x="9405865" y="3598858"/>
              <a:ext cx="576" cy="576"/>
            </p14:xfrm>
          </p:contentPart>
        </mc:Choice>
        <mc:Fallback>
          <p:pic>
            <p:nvPicPr>
              <p:cNvPr id="33" name="Ink 32">
                <a:extLst>
                  <a:ext uri="{FF2B5EF4-FFF2-40B4-BE49-F238E27FC236}">
                    <a16:creationId xmlns:a16="http://schemas.microsoft.com/office/drawing/2014/main" id="{C4364BDF-FF65-C01D-915E-664B6C0A193E}"/>
                  </a:ext>
                </a:extLst>
              </p:cNvPr>
              <p:cNvPicPr/>
              <p:nvPr/>
            </p:nvPicPr>
            <p:blipFill>
              <a:blip r:embed="rId3"/>
              <a:stretch>
                <a:fillRect/>
              </a:stretch>
            </p:blipFill>
            <p:spPr>
              <a:xfrm>
                <a:off x="9391465" y="3584458"/>
                <a:ext cx="28800" cy="28800"/>
              </a:xfrm>
              <a:prstGeom prst="rect">
                <a:avLst/>
              </a:prstGeom>
            </p:spPr>
          </p:pic>
        </mc:Fallback>
      </mc:AlternateContent>
      <p:sp>
        <p:nvSpPr>
          <p:cNvPr id="34" name="Freeform 33">
            <a:extLst>
              <a:ext uri="{FF2B5EF4-FFF2-40B4-BE49-F238E27FC236}">
                <a16:creationId xmlns:a16="http://schemas.microsoft.com/office/drawing/2014/main" id="{BDDBA61F-FA61-A97B-4FA7-ACD994DB79D5}"/>
              </a:ext>
            </a:extLst>
          </p:cNvPr>
          <p:cNvSpPr/>
          <p:nvPr/>
        </p:nvSpPr>
        <p:spPr>
          <a:xfrm>
            <a:off x="8073028" y="3160075"/>
            <a:ext cx="1777995" cy="1071877"/>
          </a:xfrm>
          <a:custGeom>
            <a:avLst/>
            <a:gdLst>
              <a:gd name="connsiteX0" fmla="*/ 0 w 1111250"/>
              <a:gd name="connsiteY0" fmla="*/ 669925 h 669925"/>
              <a:gd name="connsiteX1" fmla="*/ 571500 w 1111250"/>
              <a:gd name="connsiteY1" fmla="*/ 501650 h 669925"/>
              <a:gd name="connsiteX2" fmla="*/ 1111250 w 1111250"/>
              <a:gd name="connsiteY2" fmla="*/ 0 h 669925"/>
            </a:gdLst>
            <a:ahLst/>
            <a:cxnLst>
              <a:cxn ang="0">
                <a:pos x="connsiteX0" y="connsiteY0"/>
              </a:cxn>
              <a:cxn ang="0">
                <a:pos x="connsiteX1" y="connsiteY1"/>
              </a:cxn>
              <a:cxn ang="0">
                <a:pos x="connsiteX2" y="connsiteY2"/>
              </a:cxn>
            </a:cxnLst>
            <a:rect l="l" t="t" r="r" b="b"/>
            <a:pathLst>
              <a:path w="1111250" h="669925">
                <a:moveTo>
                  <a:pt x="0" y="669925"/>
                </a:moveTo>
                <a:cubicBezTo>
                  <a:pt x="193146" y="641614"/>
                  <a:pt x="386292" y="613304"/>
                  <a:pt x="571500" y="501650"/>
                </a:cubicBezTo>
                <a:cubicBezTo>
                  <a:pt x="756708" y="389996"/>
                  <a:pt x="933979" y="194998"/>
                  <a:pt x="1111250" y="0"/>
                </a:cubicBezTo>
              </a:path>
            </a:pathLst>
          </a:custGeom>
          <a:noFill/>
          <a:ln w="9525">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B25404A8-1D60-A266-6E2D-F4792976ED30}"/>
              </a:ext>
            </a:extLst>
          </p:cNvPr>
          <p:cNvSpPr txBox="1"/>
          <p:nvPr/>
        </p:nvSpPr>
        <p:spPr>
          <a:xfrm>
            <a:off x="10592086" y="2977031"/>
            <a:ext cx="1368094" cy="1323439"/>
          </a:xfrm>
          <a:prstGeom prst="rect">
            <a:avLst/>
          </a:prstGeom>
          <a:noFill/>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Variance increases as the average line does</a:t>
            </a:r>
          </a:p>
        </p:txBody>
      </p:sp>
      <p:sp>
        <p:nvSpPr>
          <p:cNvPr id="37" name="Rectangle 32">
            <a:extLst>
              <a:ext uri="{FF2B5EF4-FFF2-40B4-BE49-F238E27FC236}">
                <a16:creationId xmlns:a16="http://schemas.microsoft.com/office/drawing/2014/main" id="{671CD870-DCFA-3F7F-272F-ACD09770631C}"/>
              </a:ext>
            </a:extLst>
          </p:cNvPr>
          <p:cNvSpPr/>
          <p:nvPr/>
        </p:nvSpPr>
        <p:spPr>
          <a:xfrm rot="18776242">
            <a:off x="8107622" y="3256046"/>
            <a:ext cx="2131006" cy="1080225"/>
          </a:xfrm>
          <a:custGeom>
            <a:avLst/>
            <a:gdLst>
              <a:gd name="connsiteX0" fmla="*/ 0 w 3298758"/>
              <a:gd name="connsiteY0" fmla="*/ 0 h 357187"/>
              <a:gd name="connsiteX1" fmla="*/ 3298758 w 3298758"/>
              <a:gd name="connsiteY1" fmla="*/ 0 h 357187"/>
              <a:gd name="connsiteX2" fmla="*/ 3298758 w 3298758"/>
              <a:gd name="connsiteY2" fmla="*/ 357187 h 357187"/>
              <a:gd name="connsiteX3" fmla="*/ 0 w 3298758"/>
              <a:gd name="connsiteY3" fmla="*/ 357187 h 357187"/>
              <a:gd name="connsiteX4" fmla="*/ 0 w 3298758"/>
              <a:gd name="connsiteY4" fmla="*/ 0 h 357187"/>
              <a:gd name="connsiteX0" fmla="*/ 0 w 3298758"/>
              <a:gd name="connsiteY0" fmla="*/ 0 h 357187"/>
              <a:gd name="connsiteX1" fmla="*/ 10100 w 3298758"/>
              <a:gd name="connsiteY1" fmla="*/ 29633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53840 w 3298758"/>
              <a:gd name="connsiteY1" fmla="*/ 1612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729550 w 3298758"/>
              <a:gd name="connsiteY1" fmla="*/ 88071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0 w 3298758"/>
              <a:gd name="connsiteY0" fmla="*/ 0 h 357187"/>
              <a:gd name="connsiteX1" fmla="*/ 1626717 w 3298758"/>
              <a:gd name="connsiteY1" fmla="*/ 81727 h 357187"/>
              <a:gd name="connsiteX2" fmla="*/ 3298758 w 3298758"/>
              <a:gd name="connsiteY2" fmla="*/ 0 h 357187"/>
              <a:gd name="connsiteX3" fmla="*/ 3298758 w 3298758"/>
              <a:gd name="connsiteY3" fmla="*/ 357187 h 357187"/>
              <a:gd name="connsiteX4" fmla="*/ 0 w 3298758"/>
              <a:gd name="connsiteY4" fmla="*/ 357187 h 357187"/>
              <a:gd name="connsiteX5" fmla="*/ 0 w 3298758"/>
              <a:gd name="connsiteY5" fmla="*/ 0 h 357187"/>
              <a:gd name="connsiteX0" fmla="*/ 5344 w 3304102"/>
              <a:gd name="connsiteY0" fmla="*/ 0 h 357187"/>
              <a:gd name="connsiteX1" fmla="*/ 1632061 w 3304102"/>
              <a:gd name="connsiteY1" fmla="*/ 81727 h 357187"/>
              <a:gd name="connsiteX2" fmla="*/ 3304102 w 3304102"/>
              <a:gd name="connsiteY2" fmla="*/ 0 h 357187"/>
              <a:gd name="connsiteX3" fmla="*/ 3304102 w 3304102"/>
              <a:gd name="connsiteY3" fmla="*/ 357187 h 357187"/>
              <a:gd name="connsiteX4" fmla="*/ 5344 w 3304102"/>
              <a:gd name="connsiteY4" fmla="*/ 357187 h 357187"/>
              <a:gd name="connsiteX5" fmla="*/ 0 w 3304102"/>
              <a:gd name="connsiteY5" fmla="*/ 344309 h 357187"/>
              <a:gd name="connsiteX6" fmla="*/ 5344 w 3304102"/>
              <a:gd name="connsiteY6" fmla="*/ 0 h 357187"/>
              <a:gd name="connsiteX0" fmla="*/ 43406 w 3342164"/>
              <a:gd name="connsiteY0" fmla="*/ 0 h 357187"/>
              <a:gd name="connsiteX1" fmla="*/ 1670123 w 3342164"/>
              <a:gd name="connsiteY1" fmla="*/ 81727 h 357187"/>
              <a:gd name="connsiteX2" fmla="*/ 3342164 w 3342164"/>
              <a:gd name="connsiteY2" fmla="*/ 0 h 357187"/>
              <a:gd name="connsiteX3" fmla="*/ 3342164 w 3342164"/>
              <a:gd name="connsiteY3" fmla="*/ 357187 h 357187"/>
              <a:gd name="connsiteX4" fmla="*/ 43406 w 3342164"/>
              <a:gd name="connsiteY4" fmla="*/ 357187 h 357187"/>
              <a:gd name="connsiteX5" fmla="*/ 0 w 3342164"/>
              <a:gd name="connsiteY5" fmla="*/ 349901 h 357187"/>
              <a:gd name="connsiteX6" fmla="*/ 43406 w 3342164"/>
              <a:gd name="connsiteY6" fmla="*/ 0 h 357187"/>
              <a:gd name="connsiteX0" fmla="*/ 43406 w 3342164"/>
              <a:gd name="connsiteY0" fmla="*/ 0 h 357866"/>
              <a:gd name="connsiteX1" fmla="*/ 1670123 w 3342164"/>
              <a:gd name="connsiteY1" fmla="*/ 81727 h 357866"/>
              <a:gd name="connsiteX2" fmla="*/ 3342164 w 3342164"/>
              <a:gd name="connsiteY2" fmla="*/ 0 h 357866"/>
              <a:gd name="connsiteX3" fmla="*/ 3342164 w 3342164"/>
              <a:gd name="connsiteY3" fmla="*/ 357187 h 357866"/>
              <a:gd name="connsiteX4" fmla="*/ 1663195 w 3342164"/>
              <a:gd name="connsiteY4" fmla="*/ 357866 h 357866"/>
              <a:gd name="connsiteX5" fmla="*/ 0 w 3342164"/>
              <a:gd name="connsiteY5" fmla="*/ 349901 h 357866"/>
              <a:gd name="connsiteX6" fmla="*/ 43406 w 3342164"/>
              <a:gd name="connsiteY6" fmla="*/ 0 h 357866"/>
              <a:gd name="connsiteX0" fmla="*/ 7932 w 3306690"/>
              <a:gd name="connsiteY0" fmla="*/ 0 h 357866"/>
              <a:gd name="connsiteX1" fmla="*/ 1634649 w 3306690"/>
              <a:gd name="connsiteY1" fmla="*/ 81727 h 357866"/>
              <a:gd name="connsiteX2" fmla="*/ 3306690 w 3306690"/>
              <a:gd name="connsiteY2" fmla="*/ 0 h 357866"/>
              <a:gd name="connsiteX3" fmla="*/ 3306690 w 3306690"/>
              <a:gd name="connsiteY3" fmla="*/ 357187 h 357866"/>
              <a:gd name="connsiteX4" fmla="*/ 1627721 w 3306690"/>
              <a:gd name="connsiteY4" fmla="*/ 357866 h 357866"/>
              <a:gd name="connsiteX5" fmla="*/ 0 w 3306690"/>
              <a:gd name="connsiteY5" fmla="*/ 354075 h 357866"/>
              <a:gd name="connsiteX6" fmla="*/ 7932 w 3306690"/>
              <a:gd name="connsiteY6" fmla="*/ 0 h 357866"/>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7932 w 3306690"/>
              <a:gd name="connsiteY0" fmla="*/ 0 h 357187"/>
              <a:gd name="connsiteX1" fmla="*/ 1634649 w 3306690"/>
              <a:gd name="connsiteY1" fmla="*/ 81727 h 357187"/>
              <a:gd name="connsiteX2" fmla="*/ 3306690 w 3306690"/>
              <a:gd name="connsiteY2" fmla="*/ 0 h 357187"/>
              <a:gd name="connsiteX3" fmla="*/ 3306690 w 3306690"/>
              <a:gd name="connsiteY3" fmla="*/ 357187 h 357187"/>
              <a:gd name="connsiteX4" fmla="*/ 1624716 w 3306690"/>
              <a:gd name="connsiteY4" fmla="*/ 310038 h 357187"/>
              <a:gd name="connsiteX5" fmla="*/ 0 w 3306690"/>
              <a:gd name="connsiteY5" fmla="*/ 354075 h 357187"/>
              <a:gd name="connsiteX6" fmla="*/ 7932 w 3306690"/>
              <a:gd name="connsiteY6" fmla="*/ 0 h 357187"/>
              <a:gd name="connsiteX0" fmla="*/ 1323 w 3300081"/>
              <a:gd name="connsiteY0" fmla="*/ 0 h 357187"/>
              <a:gd name="connsiteX1" fmla="*/ 1628040 w 3300081"/>
              <a:gd name="connsiteY1" fmla="*/ 81727 h 357187"/>
              <a:gd name="connsiteX2" fmla="*/ 3300081 w 3300081"/>
              <a:gd name="connsiteY2" fmla="*/ 0 h 357187"/>
              <a:gd name="connsiteX3" fmla="*/ 3300081 w 3300081"/>
              <a:gd name="connsiteY3" fmla="*/ 357187 h 357187"/>
              <a:gd name="connsiteX4" fmla="*/ 1618107 w 3300081"/>
              <a:gd name="connsiteY4" fmla="*/ 310038 h 357187"/>
              <a:gd name="connsiteX5" fmla="*/ 0 w 3300081"/>
              <a:gd name="connsiteY5" fmla="*/ 228414 h 357187"/>
              <a:gd name="connsiteX6" fmla="*/ 1323 w 3300081"/>
              <a:gd name="connsiteY6" fmla="*/ 0 h 357187"/>
              <a:gd name="connsiteX0" fmla="*/ 1323 w 3300081"/>
              <a:gd name="connsiteY0" fmla="*/ 0 h 365166"/>
              <a:gd name="connsiteX1" fmla="*/ 1628040 w 3300081"/>
              <a:gd name="connsiteY1" fmla="*/ 81727 h 365166"/>
              <a:gd name="connsiteX2" fmla="*/ 3300081 w 3300081"/>
              <a:gd name="connsiteY2" fmla="*/ 0 h 365166"/>
              <a:gd name="connsiteX3" fmla="*/ 3300081 w 3300081"/>
              <a:gd name="connsiteY3" fmla="*/ 357187 h 365166"/>
              <a:gd name="connsiteX4" fmla="*/ 0 w 3300081"/>
              <a:gd name="connsiteY4" fmla="*/ 228414 h 365166"/>
              <a:gd name="connsiteX5" fmla="*/ 1323 w 3300081"/>
              <a:gd name="connsiteY5" fmla="*/ 0 h 365166"/>
              <a:gd name="connsiteX0" fmla="*/ 1323 w 3300081"/>
              <a:gd name="connsiteY0" fmla="*/ 0 h 362398"/>
              <a:gd name="connsiteX1" fmla="*/ 1628040 w 3300081"/>
              <a:gd name="connsiteY1" fmla="*/ 81727 h 362398"/>
              <a:gd name="connsiteX2" fmla="*/ 3300081 w 3300081"/>
              <a:gd name="connsiteY2" fmla="*/ 0 h 362398"/>
              <a:gd name="connsiteX3" fmla="*/ 3300081 w 3300081"/>
              <a:gd name="connsiteY3" fmla="*/ 357187 h 362398"/>
              <a:gd name="connsiteX4" fmla="*/ 0 w 3300081"/>
              <a:gd name="connsiteY4" fmla="*/ 228414 h 362398"/>
              <a:gd name="connsiteX5" fmla="*/ 1323 w 3300081"/>
              <a:gd name="connsiteY5" fmla="*/ 0 h 362398"/>
              <a:gd name="connsiteX0" fmla="*/ 1323 w 3300081"/>
              <a:gd name="connsiteY0" fmla="*/ 0 h 357187"/>
              <a:gd name="connsiteX1" fmla="*/ 1628040 w 3300081"/>
              <a:gd name="connsiteY1" fmla="*/ 81727 h 357187"/>
              <a:gd name="connsiteX2" fmla="*/ 3300081 w 3300081"/>
              <a:gd name="connsiteY2" fmla="*/ 0 h 357187"/>
              <a:gd name="connsiteX3" fmla="*/ 3300081 w 3300081"/>
              <a:gd name="connsiteY3" fmla="*/ 357187 h 357187"/>
              <a:gd name="connsiteX4" fmla="*/ 0 w 3300081"/>
              <a:gd name="connsiteY4" fmla="*/ 228414 h 357187"/>
              <a:gd name="connsiteX5" fmla="*/ 1323 w 3300081"/>
              <a:gd name="connsiteY5" fmla="*/ 0 h 357187"/>
              <a:gd name="connsiteX0" fmla="*/ 1323 w 3313575"/>
              <a:gd name="connsiteY0" fmla="*/ 0 h 440525"/>
              <a:gd name="connsiteX1" fmla="*/ 1628040 w 3313575"/>
              <a:gd name="connsiteY1" fmla="*/ 81727 h 440525"/>
              <a:gd name="connsiteX2" fmla="*/ 3300081 w 3313575"/>
              <a:gd name="connsiteY2" fmla="*/ 0 h 440525"/>
              <a:gd name="connsiteX3" fmla="*/ 3313575 w 3313575"/>
              <a:gd name="connsiteY3" fmla="*/ 440525 h 440525"/>
              <a:gd name="connsiteX4" fmla="*/ 0 w 3313575"/>
              <a:gd name="connsiteY4" fmla="*/ 228414 h 440525"/>
              <a:gd name="connsiteX5" fmla="*/ 1323 w 3313575"/>
              <a:gd name="connsiteY5" fmla="*/ 0 h 440525"/>
              <a:gd name="connsiteX0" fmla="*/ 9475 w 3313575"/>
              <a:gd name="connsiteY0" fmla="*/ 116935 h 440525"/>
              <a:gd name="connsiteX1" fmla="*/ 1628040 w 3313575"/>
              <a:gd name="connsiteY1" fmla="*/ 81727 h 440525"/>
              <a:gd name="connsiteX2" fmla="*/ 3300081 w 3313575"/>
              <a:gd name="connsiteY2" fmla="*/ 0 h 440525"/>
              <a:gd name="connsiteX3" fmla="*/ 3313575 w 3313575"/>
              <a:gd name="connsiteY3" fmla="*/ 440525 h 440525"/>
              <a:gd name="connsiteX4" fmla="*/ 0 w 3313575"/>
              <a:gd name="connsiteY4" fmla="*/ 228414 h 440525"/>
              <a:gd name="connsiteX5" fmla="*/ 9475 w 3313575"/>
              <a:gd name="connsiteY5" fmla="*/ 116935 h 440525"/>
              <a:gd name="connsiteX0" fmla="*/ 9475 w 3313575"/>
              <a:gd name="connsiteY0" fmla="*/ 129644 h 453234"/>
              <a:gd name="connsiteX1" fmla="*/ 3300081 w 3313575"/>
              <a:gd name="connsiteY1" fmla="*/ 12709 h 453234"/>
              <a:gd name="connsiteX2" fmla="*/ 3313575 w 3313575"/>
              <a:gd name="connsiteY2" fmla="*/ 453234 h 453234"/>
              <a:gd name="connsiteX3" fmla="*/ 0 w 3313575"/>
              <a:gd name="connsiteY3" fmla="*/ 241123 h 453234"/>
              <a:gd name="connsiteX4" fmla="*/ 9475 w 3313575"/>
              <a:gd name="connsiteY4" fmla="*/ 129644 h 453234"/>
              <a:gd name="connsiteX0" fmla="*/ 9475 w 3313575"/>
              <a:gd name="connsiteY0" fmla="*/ 165021 h 488611"/>
              <a:gd name="connsiteX1" fmla="*/ 3299378 w 3313575"/>
              <a:gd name="connsiteY1" fmla="*/ 10453 h 488611"/>
              <a:gd name="connsiteX2" fmla="*/ 3313575 w 3313575"/>
              <a:gd name="connsiteY2" fmla="*/ 488611 h 488611"/>
              <a:gd name="connsiteX3" fmla="*/ 0 w 3313575"/>
              <a:gd name="connsiteY3" fmla="*/ 276500 h 488611"/>
              <a:gd name="connsiteX4" fmla="*/ 9475 w 3313575"/>
              <a:gd name="connsiteY4" fmla="*/ 165021 h 488611"/>
              <a:gd name="connsiteX0" fmla="*/ 9475 w 3313575"/>
              <a:gd name="connsiteY0" fmla="*/ 154568 h 478158"/>
              <a:gd name="connsiteX1" fmla="*/ 3299378 w 3313575"/>
              <a:gd name="connsiteY1" fmla="*/ 0 h 478158"/>
              <a:gd name="connsiteX2" fmla="*/ 3313575 w 3313575"/>
              <a:gd name="connsiteY2" fmla="*/ 478158 h 478158"/>
              <a:gd name="connsiteX3" fmla="*/ 0 w 3313575"/>
              <a:gd name="connsiteY3" fmla="*/ 266047 h 478158"/>
              <a:gd name="connsiteX4" fmla="*/ 9475 w 3313575"/>
              <a:gd name="connsiteY4" fmla="*/ 154568 h 478158"/>
              <a:gd name="connsiteX0" fmla="*/ 9475 w 3313575"/>
              <a:gd name="connsiteY0" fmla="*/ 154568 h 478158"/>
              <a:gd name="connsiteX1" fmla="*/ 3299378 w 3313575"/>
              <a:gd name="connsiteY1" fmla="*/ 0 h 478158"/>
              <a:gd name="connsiteX2" fmla="*/ 3313575 w 3313575"/>
              <a:gd name="connsiteY2" fmla="*/ 478158 h 478158"/>
              <a:gd name="connsiteX3" fmla="*/ 0 w 3313575"/>
              <a:gd name="connsiteY3" fmla="*/ 266047 h 478158"/>
              <a:gd name="connsiteX4" fmla="*/ 9475 w 3313575"/>
              <a:gd name="connsiteY4" fmla="*/ 154568 h 478158"/>
              <a:gd name="connsiteX0" fmla="*/ 4133 w 3313575"/>
              <a:gd name="connsiteY0" fmla="*/ 188165 h 478158"/>
              <a:gd name="connsiteX1" fmla="*/ 3299378 w 3313575"/>
              <a:gd name="connsiteY1" fmla="*/ 0 h 478158"/>
              <a:gd name="connsiteX2" fmla="*/ 3313575 w 3313575"/>
              <a:gd name="connsiteY2" fmla="*/ 478158 h 478158"/>
              <a:gd name="connsiteX3" fmla="*/ 0 w 3313575"/>
              <a:gd name="connsiteY3" fmla="*/ 266047 h 478158"/>
              <a:gd name="connsiteX4" fmla="*/ 4133 w 3313575"/>
              <a:gd name="connsiteY4" fmla="*/ 188165 h 478158"/>
              <a:gd name="connsiteX0" fmla="*/ 314 w 3309756"/>
              <a:gd name="connsiteY0" fmla="*/ 188165 h 478158"/>
              <a:gd name="connsiteX1" fmla="*/ 3295559 w 3309756"/>
              <a:gd name="connsiteY1" fmla="*/ 0 h 478158"/>
              <a:gd name="connsiteX2" fmla="*/ 3309756 w 3309756"/>
              <a:gd name="connsiteY2" fmla="*/ 478158 h 478158"/>
              <a:gd name="connsiteX3" fmla="*/ 3211 w 3309756"/>
              <a:gd name="connsiteY3" fmla="*/ 242867 h 478158"/>
              <a:gd name="connsiteX4" fmla="*/ 314 w 3309756"/>
              <a:gd name="connsiteY4" fmla="*/ 188165 h 478158"/>
              <a:gd name="connsiteX0" fmla="*/ 314 w 3295604"/>
              <a:gd name="connsiteY0" fmla="*/ 188165 h 689752"/>
              <a:gd name="connsiteX1" fmla="*/ 3295559 w 3295604"/>
              <a:gd name="connsiteY1" fmla="*/ 0 h 689752"/>
              <a:gd name="connsiteX2" fmla="*/ 2928026 w 3295604"/>
              <a:gd name="connsiteY2" fmla="*/ 689752 h 689752"/>
              <a:gd name="connsiteX3" fmla="*/ 3211 w 3295604"/>
              <a:gd name="connsiteY3" fmla="*/ 242867 h 689752"/>
              <a:gd name="connsiteX4" fmla="*/ 314 w 3295604"/>
              <a:gd name="connsiteY4" fmla="*/ 188165 h 689752"/>
              <a:gd name="connsiteX0" fmla="*/ 314 w 3926461"/>
              <a:gd name="connsiteY0" fmla="*/ 0 h 501587"/>
              <a:gd name="connsiteX1" fmla="*/ 3926445 w 3926461"/>
              <a:gd name="connsiteY1" fmla="*/ 107625 h 501587"/>
              <a:gd name="connsiteX2" fmla="*/ 2928026 w 3926461"/>
              <a:gd name="connsiteY2" fmla="*/ 501587 h 501587"/>
              <a:gd name="connsiteX3" fmla="*/ 3211 w 3926461"/>
              <a:gd name="connsiteY3" fmla="*/ 54702 h 501587"/>
              <a:gd name="connsiteX4" fmla="*/ 314 w 3926461"/>
              <a:gd name="connsiteY4" fmla="*/ 0 h 501587"/>
              <a:gd name="connsiteX0" fmla="*/ 314 w 3926461"/>
              <a:gd name="connsiteY0" fmla="*/ 0 h 501587"/>
              <a:gd name="connsiteX1" fmla="*/ 3926445 w 3926461"/>
              <a:gd name="connsiteY1" fmla="*/ 107625 h 501587"/>
              <a:gd name="connsiteX2" fmla="*/ 2928026 w 3926461"/>
              <a:gd name="connsiteY2" fmla="*/ 501587 h 501587"/>
              <a:gd name="connsiteX3" fmla="*/ 3211 w 3926461"/>
              <a:gd name="connsiteY3" fmla="*/ 54702 h 501587"/>
              <a:gd name="connsiteX4" fmla="*/ 314 w 3926461"/>
              <a:gd name="connsiteY4" fmla="*/ 0 h 501587"/>
              <a:gd name="connsiteX0" fmla="*/ 314 w 3926461"/>
              <a:gd name="connsiteY0" fmla="*/ 0 h 501587"/>
              <a:gd name="connsiteX1" fmla="*/ 3926445 w 3926461"/>
              <a:gd name="connsiteY1" fmla="*/ 107625 h 501587"/>
              <a:gd name="connsiteX2" fmla="*/ 2928026 w 3926461"/>
              <a:gd name="connsiteY2" fmla="*/ 501587 h 501587"/>
              <a:gd name="connsiteX3" fmla="*/ 3211 w 3926461"/>
              <a:gd name="connsiteY3" fmla="*/ 54702 h 501587"/>
              <a:gd name="connsiteX4" fmla="*/ 314 w 3926461"/>
              <a:gd name="connsiteY4" fmla="*/ 0 h 501587"/>
              <a:gd name="connsiteX0" fmla="*/ 314 w 3926461"/>
              <a:gd name="connsiteY0" fmla="*/ 0 h 501587"/>
              <a:gd name="connsiteX1" fmla="*/ 3926445 w 3926461"/>
              <a:gd name="connsiteY1" fmla="*/ 107625 h 501587"/>
              <a:gd name="connsiteX2" fmla="*/ 2928026 w 3926461"/>
              <a:gd name="connsiteY2" fmla="*/ 501587 h 501587"/>
              <a:gd name="connsiteX3" fmla="*/ 3211 w 3926461"/>
              <a:gd name="connsiteY3" fmla="*/ 54702 h 501587"/>
              <a:gd name="connsiteX4" fmla="*/ 314 w 3926461"/>
              <a:gd name="connsiteY4" fmla="*/ 0 h 501587"/>
              <a:gd name="connsiteX0" fmla="*/ 314 w 3926461"/>
              <a:gd name="connsiteY0" fmla="*/ 0 h 501587"/>
              <a:gd name="connsiteX1" fmla="*/ 3926445 w 3926461"/>
              <a:gd name="connsiteY1" fmla="*/ 107625 h 501587"/>
              <a:gd name="connsiteX2" fmla="*/ 2928026 w 3926461"/>
              <a:gd name="connsiteY2" fmla="*/ 501587 h 501587"/>
              <a:gd name="connsiteX3" fmla="*/ 3211 w 3926461"/>
              <a:gd name="connsiteY3" fmla="*/ 54702 h 501587"/>
              <a:gd name="connsiteX4" fmla="*/ 314 w 3926461"/>
              <a:gd name="connsiteY4" fmla="*/ 0 h 501587"/>
              <a:gd name="connsiteX0" fmla="*/ 314 w 3926444"/>
              <a:gd name="connsiteY0" fmla="*/ 0 h 501587"/>
              <a:gd name="connsiteX1" fmla="*/ 3926445 w 3926444"/>
              <a:gd name="connsiteY1" fmla="*/ 107625 h 501587"/>
              <a:gd name="connsiteX2" fmla="*/ 2928026 w 3926444"/>
              <a:gd name="connsiteY2" fmla="*/ 501587 h 501587"/>
              <a:gd name="connsiteX3" fmla="*/ 3211 w 3926444"/>
              <a:gd name="connsiteY3" fmla="*/ 54702 h 501587"/>
              <a:gd name="connsiteX4" fmla="*/ 314 w 3926444"/>
              <a:gd name="connsiteY4" fmla="*/ 0 h 501587"/>
              <a:gd name="connsiteX0" fmla="*/ 314 w 3926446"/>
              <a:gd name="connsiteY0" fmla="*/ 0 h 520589"/>
              <a:gd name="connsiteX1" fmla="*/ 3926445 w 3926446"/>
              <a:gd name="connsiteY1" fmla="*/ 107625 h 520589"/>
              <a:gd name="connsiteX2" fmla="*/ 3546653 w 3926446"/>
              <a:gd name="connsiteY2" fmla="*/ 520589 h 520589"/>
              <a:gd name="connsiteX3" fmla="*/ 3211 w 3926446"/>
              <a:gd name="connsiteY3" fmla="*/ 54702 h 520589"/>
              <a:gd name="connsiteX4" fmla="*/ 314 w 3926446"/>
              <a:gd name="connsiteY4" fmla="*/ 0 h 520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446" h="520589">
                <a:moveTo>
                  <a:pt x="314" y="0"/>
                </a:moveTo>
                <a:cubicBezTo>
                  <a:pt x="2239088" y="316723"/>
                  <a:pt x="1949970" y="154441"/>
                  <a:pt x="3926445" y="107625"/>
                </a:cubicBezTo>
                <a:cubicBezTo>
                  <a:pt x="3565148" y="364570"/>
                  <a:pt x="3541921" y="361203"/>
                  <a:pt x="3546653" y="520589"/>
                </a:cubicBezTo>
                <a:cubicBezTo>
                  <a:pt x="2128818" y="504573"/>
                  <a:pt x="1429503" y="294827"/>
                  <a:pt x="3211" y="54702"/>
                </a:cubicBezTo>
                <a:cubicBezTo>
                  <a:pt x="4992" y="-60068"/>
                  <a:pt x="-1467" y="114770"/>
                  <a:pt x="314" y="0"/>
                </a:cubicBezTo>
                <a:close/>
              </a:path>
            </a:pathLst>
          </a:custGeom>
          <a:solidFill>
            <a:srgbClr val="A9D18E">
              <a:alpha val="4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Freeform 39">
            <a:extLst>
              <a:ext uri="{FF2B5EF4-FFF2-40B4-BE49-F238E27FC236}">
                <a16:creationId xmlns:a16="http://schemas.microsoft.com/office/drawing/2014/main" id="{6D3E18C1-4AD4-1AE3-F9DD-1E3CBCE1C9F8}"/>
              </a:ext>
            </a:extLst>
          </p:cNvPr>
          <p:cNvSpPr/>
          <p:nvPr/>
        </p:nvSpPr>
        <p:spPr>
          <a:xfrm rot="2780764">
            <a:off x="9803205" y="3925694"/>
            <a:ext cx="854296"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headEnd type="stealth" w="lg" len="lg"/>
            <a:tailEnd type="non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24022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DE87-323E-21A0-7690-9B9E3A56A3C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EE43D6D-0E75-1B17-F89B-DBBB5BB7D65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B2BD6468-4DB6-8DBB-AB5B-6D0F234091CE}"/>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A0A17E4D-71E0-0B78-6E37-5E68C5A12EDD}"/>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5" name="TextBox 34">
            <a:extLst>
              <a:ext uri="{FF2B5EF4-FFF2-40B4-BE49-F238E27FC236}">
                <a16:creationId xmlns:a16="http://schemas.microsoft.com/office/drawing/2014/main" id="{2EAEEA66-E682-0056-24FE-E0A050058570}"/>
              </a:ext>
            </a:extLst>
          </p:cNvPr>
          <p:cNvSpPr txBox="1"/>
          <p:nvPr/>
        </p:nvSpPr>
        <p:spPr>
          <a:xfrm rot="16200000">
            <a:off x="6983098" y="5393715"/>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Passed exam?</a:t>
            </a:r>
          </a:p>
        </p:txBody>
      </p:sp>
      <p:cxnSp>
        <p:nvCxnSpPr>
          <p:cNvPr id="36" name="Straight Connector 35">
            <a:extLst>
              <a:ext uri="{FF2B5EF4-FFF2-40B4-BE49-F238E27FC236}">
                <a16:creationId xmlns:a16="http://schemas.microsoft.com/office/drawing/2014/main" id="{DAB27AFE-ADAA-DE94-7342-CB8F1B6A13AA}"/>
              </a:ext>
            </a:extLst>
          </p:cNvPr>
          <p:cNvCxnSpPr>
            <a:cxnSpLocks/>
          </p:cNvCxnSpPr>
          <p:nvPr/>
        </p:nvCxnSpPr>
        <p:spPr>
          <a:xfrm>
            <a:off x="8158365" y="5154454"/>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A96E0BD-E5D7-F1F2-A598-9A92F6BE295A}"/>
              </a:ext>
            </a:extLst>
          </p:cNvPr>
          <p:cNvCxnSpPr>
            <a:cxnSpLocks/>
          </p:cNvCxnSpPr>
          <p:nvPr/>
        </p:nvCxnSpPr>
        <p:spPr>
          <a:xfrm flipH="1">
            <a:off x="8150465" y="6601544"/>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C8FB392C-3DA5-140E-436D-DA7640E2BBE5}"/>
              </a:ext>
            </a:extLst>
          </p:cNvPr>
          <p:cNvSpPr txBox="1"/>
          <p:nvPr/>
        </p:nvSpPr>
        <p:spPr>
          <a:xfrm>
            <a:off x="8883054" y="6611780"/>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69" name="TextBox 68">
            <a:extLst>
              <a:ext uri="{FF2B5EF4-FFF2-40B4-BE49-F238E27FC236}">
                <a16:creationId xmlns:a16="http://schemas.microsoft.com/office/drawing/2014/main" id="{CA42370F-D4F8-FF8B-E019-BE2707152BB8}"/>
              </a:ext>
            </a:extLst>
          </p:cNvPr>
          <p:cNvSpPr txBox="1"/>
          <p:nvPr/>
        </p:nvSpPr>
        <p:spPr>
          <a:xfrm>
            <a:off x="7818078" y="5056717"/>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Yes</a:t>
            </a:r>
          </a:p>
        </p:txBody>
      </p:sp>
      <p:sp>
        <p:nvSpPr>
          <p:cNvPr id="70" name="TextBox 69">
            <a:extLst>
              <a:ext uri="{FF2B5EF4-FFF2-40B4-BE49-F238E27FC236}">
                <a16:creationId xmlns:a16="http://schemas.microsoft.com/office/drawing/2014/main" id="{C3F87F22-720D-618C-944E-A1394FAEF5F1}"/>
              </a:ext>
            </a:extLst>
          </p:cNvPr>
          <p:cNvSpPr txBox="1"/>
          <p:nvPr/>
        </p:nvSpPr>
        <p:spPr>
          <a:xfrm>
            <a:off x="7828810" y="6406853"/>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No</a:t>
            </a:r>
          </a:p>
        </p:txBody>
      </p:sp>
      <mc:AlternateContent xmlns:mc="http://schemas.openxmlformats.org/markup-compatibility/2006">
        <mc:Choice xmlns:p14="http://schemas.microsoft.com/office/powerpoint/2010/main" Requires="p14">
          <p:contentPart p14:bwMode="auto" r:id="rId2">
            <p14:nvContentPartPr>
              <p14:cNvPr id="71" name="Ink 70">
                <a:extLst>
                  <a:ext uri="{FF2B5EF4-FFF2-40B4-BE49-F238E27FC236}">
                    <a16:creationId xmlns:a16="http://schemas.microsoft.com/office/drawing/2014/main" id="{D34B0490-147F-8DFA-E8C8-13CFAE7BC106}"/>
                  </a:ext>
                </a:extLst>
              </p14:cNvPr>
              <p14:cNvContentPartPr/>
              <p14:nvPr/>
            </p14:nvContentPartPr>
            <p14:xfrm>
              <a:off x="8252408" y="6516095"/>
              <a:ext cx="576" cy="576"/>
            </p14:xfrm>
          </p:contentPart>
        </mc:Choice>
        <mc:Fallback>
          <p:pic>
            <p:nvPicPr>
              <p:cNvPr id="71" name="Ink 70">
                <a:extLst>
                  <a:ext uri="{FF2B5EF4-FFF2-40B4-BE49-F238E27FC236}">
                    <a16:creationId xmlns:a16="http://schemas.microsoft.com/office/drawing/2014/main" id="{D34B0490-147F-8DFA-E8C8-13CFAE7BC106}"/>
                  </a:ext>
                </a:extLst>
              </p:cNvPr>
              <p:cNvPicPr/>
              <p:nvPr/>
            </p:nvPicPr>
            <p:blipFill>
              <a:blip r:embed="rId3"/>
              <a:stretch>
                <a:fillRect/>
              </a:stretch>
            </p:blipFill>
            <p:spPr>
              <a:xfrm>
                <a:off x="82380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2" name="Ink 71">
                <a:extLst>
                  <a:ext uri="{FF2B5EF4-FFF2-40B4-BE49-F238E27FC236}">
                    <a16:creationId xmlns:a16="http://schemas.microsoft.com/office/drawing/2014/main" id="{2F47B51A-268C-98A2-43AA-0F499756D21A}"/>
                  </a:ext>
                </a:extLst>
              </p14:cNvPr>
              <p14:cNvContentPartPr/>
              <p14:nvPr/>
            </p14:nvContentPartPr>
            <p14:xfrm>
              <a:off x="8355259" y="6516095"/>
              <a:ext cx="576" cy="576"/>
            </p14:xfrm>
          </p:contentPart>
        </mc:Choice>
        <mc:Fallback>
          <p:pic>
            <p:nvPicPr>
              <p:cNvPr id="72" name="Ink 71">
                <a:extLst>
                  <a:ext uri="{FF2B5EF4-FFF2-40B4-BE49-F238E27FC236}">
                    <a16:creationId xmlns:a16="http://schemas.microsoft.com/office/drawing/2014/main" id="{2F47B51A-268C-98A2-43AA-0F499756D21A}"/>
                  </a:ext>
                </a:extLst>
              </p:cNvPr>
              <p:cNvPicPr/>
              <p:nvPr/>
            </p:nvPicPr>
            <p:blipFill>
              <a:blip r:embed="rId3"/>
              <a:stretch>
                <a:fillRect/>
              </a:stretch>
            </p:blipFill>
            <p:spPr>
              <a:xfrm>
                <a:off x="834085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3" name="Ink 72">
                <a:extLst>
                  <a:ext uri="{FF2B5EF4-FFF2-40B4-BE49-F238E27FC236}">
                    <a16:creationId xmlns:a16="http://schemas.microsoft.com/office/drawing/2014/main" id="{13EA7750-909A-45EA-BEBC-6F11B94C2814}"/>
                  </a:ext>
                </a:extLst>
              </p14:cNvPr>
              <p14:cNvContentPartPr/>
              <p14:nvPr/>
            </p14:nvContentPartPr>
            <p14:xfrm>
              <a:off x="8444597" y="6516095"/>
              <a:ext cx="576" cy="576"/>
            </p14:xfrm>
          </p:contentPart>
        </mc:Choice>
        <mc:Fallback>
          <p:pic>
            <p:nvPicPr>
              <p:cNvPr id="73" name="Ink 72">
                <a:extLst>
                  <a:ext uri="{FF2B5EF4-FFF2-40B4-BE49-F238E27FC236}">
                    <a16:creationId xmlns:a16="http://schemas.microsoft.com/office/drawing/2014/main" id="{13EA7750-909A-45EA-BEBC-6F11B94C2814}"/>
                  </a:ext>
                </a:extLst>
              </p:cNvPr>
              <p:cNvPicPr/>
              <p:nvPr/>
            </p:nvPicPr>
            <p:blipFill>
              <a:blip r:embed="rId3"/>
              <a:stretch>
                <a:fillRect/>
              </a:stretch>
            </p:blipFill>
            <p:spPr>
              <a:xfrm>
                <a:off x="843019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4" name="Ink 73">
                <a:extLst>
                  <a:ext uri="{FF2B5EF4-FFF2-40B4-BE49-F238E27FC236}">
                    <a16:creationId xmlns:a16="http://schemas.microsoft.com/office/drawing/2014/main" id="{74646740-86E9-1ADC-813E-7C375373670E}"/>
                  </a:ext>
                </a:extLst>
              </p14:cNvPr>
              <p14:cNvContentPartPr/>
              <p14:nvPr/>
            </p14:nvContentPartPr>
            <p14:xfrm>
              <a:off x="8556457" y="6516095"/>
              <a:ext cx="576" cy="576"/>
            </p14:xfrm>
          </p:contentPart>
        </mc:Choice>
        <mc:Fallback>
          <p:pic>
            <p:nvPicPr>
              <p:cNvPr id="74" name="Ink 73">
                <a:extLst>
                  <a:ext uri="{FF2B5EF4-FFF2-40B4-BE49-F238E27FC236}">
                    <a16:creationId xmlns:a16="http://schemas.microsoft.com/office/drawing/2014/main" id="{74646740-86E9-1ADC-813E-7C375373670E}"/>
                  </a:ext>
                </a:extLst>
              </p:cNvPr>
              <p:cNvPicPr/>
              <p:nvPr/>
            </p:nvPicPr>
            <p:blipFill>
              <a:blip r:embed="rId3"/>
              <a:stretch>
                <a:fillRect/>
              </a:stretch>
            </p:blipFill>
            <p:spPr>
              <a:xfrm>
                <a:off x="854205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5" name="Ink 74">
                <a:extLst>
                  <a:ext uri="{FF2B5EF4-FFF2-40B4-BE49-F238E27FC236}">
                    <a16:creationId xmlns:a16="http://schemas.microsoft.com/office/drawing/2014/main" id="{0A42255D-717F-4FDA-F578-9653137B1389}"/>
                  </a:ext>
                </a:extLst>
              </p14:cNvPr>
              <p14:cNvContentPartPr/>
              <p14:nvPr/>
            </p14:nvContentPartPr>
            <p14:xfrm>
              <a:off x="8314719" y="6516095"/>
              <a:ext cx="576" cy="576"/>
            </p14:xfrm>
          </p:contentPart>
        </mc:Choice>
        <mc:Fallback>
          <p:pic>
            <p:nvPicPr>
              <p:cNvPr id="75" name="Ink 74">
                <a:extLst>
                  <a:ext uri="{FF2B5EF4-FFF2-40B4-BE49-F238E27FC236}">
                    <a16:creationId xmlns:a16="http://schemas.microsoft.com/office/drawing/2014/main" id="{0A42255D-717F-4FDA-F578-9653137B1389}"/>
                  </a:ext>
                </a:extLst>
              </p:cNvPr>
              <p:cNvPicPr/>
              <p:nvPr/>
            </p:nvPicPr>
            <p:blipFill>
              <a:blip r:embed="rId3"/>
              <a:stretch>
                <a:fillRect/>
              </a:stretch>
            </p:blipFill>
            <p:spPr>
              <a:xfrm>
                <a:off x="830031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6" name="Ink 75">
                <a:extLst>
                  <a:ext uri="{FF2B5EF4-FFF2-40B4-BE49-F238E27FC236}">
                    <a16:creationId xmlns:a16="http://schemas.microsoft.com/office/drawing/2014/main" id="{AD9F3561-12BB-4E2E-2FDC-0C4D5B82A46B}"/>
                  </a:ext>
                </a:extLst>
              </p14:cNvPr>
              <p14:cNvContentPartPr/>
              <p14:nvPr/>
            </p14:nvContentPartPr>
            <p14:xfrm>
              <a:off x="8417570" y="6516095"/>
              <a:ext cx="576" cy="576"/>
            </p14:xfrm>
          </p:contentPart>
        </mc:Choice>
        <mc:Fallback>
          <p:pic>
            <p:nvPicPr>
              <p:cNvPr id="76" name="Ink 75">
                <a:extLst>
                  <a:ext uri="{FF2B5EF4-FFF2-40B4-BE49-F238E27FC236}">
                    <a16:creationId xmlns:a16="http://schemas.microsoft.com/office/drawing/2014/main" id="{AD9F3561-12BB-4E2E-2FDC-0C4D5B82A46B}"/>
                  </a:ext>
                </a:extLst>
              </p:cNvPr>
              <p:cNvPicPr/>
              <p:nvPr/>
            </p:nvPicPr>
            <p:blipFill>
              <a:blip r:embed="rId3"/>
              <a:stretch>
                <a:fillRect/>
              </a:stretch>
            </p:blipFill>
            <p:spPr>
              <a:xfrm>
                <a:off x="8403170"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7" name="Ink 76">
                <a:extLst>
                  <a:ext uri="{FF2B5EF4-FFF2-40B4-BE49-F238E27FC236}">
                    <a16:creationId xmlns:a16="http://schemas.microsoft.com/office/drawing/2014/main" id="{8699DDDB-CB29-43A8-B569-331839BBA171}"/>
                  </a:ext>
                </a:extLst>
              </p14:cNvPr>
              <p14:cNvContentPartPr/>
              <p14:nvPr/>
            </p14:nvContentPartPr>
            <p14:xfrm>
              <a:off x="8506908" y="6516095"/>
              <a:ext cx="576" cy="576"/>
            </p14:xfrm>
          </p:contentPart>
        </mc:Choice>
        <mc:Fallback>
          <p:pic>
            <p:nvPicPr>
              <p:cNvPr id="77" name="Ink 76">
                <a:extLst>
                  <a:ext uri="{FF2B5EF4-FFF2-40B4-BE49-F238E27FC236}">
                    <a16:creationId xmlns:a16="http://schemas.microsoft.com/office/drawing/2014/main" id="{8699DDDB-CB29-43A8-B569-331839BBA171}"/>
                  </a:ext>
                </a:extLst>
              </p:cNvPr>
              <p:cNvPicPr/>
              <p:nvPr/>
            </p:nvPicPr>
            <p:blipFill>
              <a:blip r:embed="rId3"/>
              <a:stretch>
                <a:fillRect/>
              </a:stretch>
            </p:blipFill>
            <p:spPr>
              <a:xfrm>
                <a:off x="84925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CFFEEC44-1680-1ECD-0128-DFD65AAA0BBB}"/>
                  </a:ext>
                </a:extLst>
              </p14:cNvPr>
              <p14:cNvContentPartPr/>
              <p14:nvPr/>
            </p14:nvContentPartPr>
            <p14:xfrm>
              <a:off x="8618768" y="6516095"/>
              <a:ext cx="576" cy="576"/>
            </p14:xfrm>
          </p:contentPart>
        </mc:Choice>
        <mc:Fallback>
          <p:pic>
            <p:nvPicPr>
              <p:cNvPr id="78" name="Ink 77">
                <a:extLst>
                  <a:ext uri="{FF2B5EF4-FFF2-40B4-BE49-F238E27FC236}">
                    <a16:creationId xmlns:a16="http://schemas.microsoft.com/office/drawing/2014/main" id="{CFFEEC44-1680-1ECD-0128-DFD65AAA0BBB}"/>
                  </a:ext>
                </a:extLst>
              </p:cNvPr>
              <p:cNvPicPr/>
              <p:nvPr/>
            </p:nvPicPr>
            <p:blipFill>
              <a:blip r:embed="rId3"/>
              <a:stretch>
                <a:fillRect/>
              </a:stretch>
            </p:blipFill>
            <p:spPr>
              <a:xfrm>
                <a:off x="860436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9" name="Ink 78">
                <a:extLst>
                  <a:ext uri="{FF2B5EF4-FFF2-40B4-BE49-F238E27FC236}">
                    <a16:creationId xmlns:a16="http://schemas.microsoft.com/office/drawing/2014/main" id="{3840BF4E-AAA5-7505-1D34-D47CA7C73F55}"/>
                  </a:ext>
                </a:extLst>
              </p14:cNvPr>
              <p14:cNvContentPartPr/>
              <p14:nvPr/>
            </p14:nvContentPartPr>
            <p14:xfrm>
              <a:off x="8665314" y="6516095"/>
              <a:ext cx="576" cy="576"/>
            </p14:xfrm>
          </p:contentPart>
        </mc:Choice>
        <mc:Fallback>
          <p:pic>
            <p:nvPicPr>
              <p:cNvPr id="79" name="Ink 78">
                <a:extLst>
                  <a:ext uri="{FF2B5EF4-FFF2-40B4-BE49-F238E27FC236}">
                    <a16:creationId xmlns:a16="http://schemas.microsoft.com/office/drawing/2014/main" id="{3840BF4E-AAA5-7505-1D34-D47CA7C73F55}"/>
                  </a:ext>
                </a:extLst>
              </p:cNvPr>
              <p:cNvPicPr/>
              <p:nvPr/>
            </p:nvPicPr>
            <p:blipFill>
              <a:blip r:embed="rId3"/>
              <a:stretch>
                <a:fillRect/>
              </a:stretch>
            </p:blipFill>
            <p:spPr>
              <a:xfrm>
                <a:off x="8650914"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BE105A5C-0116-196D-B079-08051AAB0979}"/>
                  </a:ext>
                </a:extLst>
              </p14:cNvPr>
              <p14:cNvContentPartPr/>
              <p14:nvPr/>
            </p14:nvContentPartPr>
            <p14:xfrm>
              <a:off x="8768165" y="6516095"/>
              <a:ext cx="576" cy="576"/>
            </p14:xfrm>
          </p:contentPart>
        </mc:Choice>
        <mc:Fallback>
          <p:pic>
            <p:nvPicPr>
              <p:cNvPr id="80" name="Ink 79">
                <a:extLst>
                  <a:ext uri="{FF2B5EF4-FFF2-40B4-BE49-F238E27FC236}">
                    <a16:creationId xmlns:a16="http://schemas.microsoft.com/office/drawing/2014/main" id="{BE105A5C-0116-196D-B079-08051AAB0979}"/>
                  </a:ext>
                </a:extLst>
              </p:cNvPr>
              <p:cNvPicPr/>
              <p:nvPr/>
            </p:nvPicPr>
            <p:blipFill>
              <a:blip r:embed="rId3"/>
              <a:stretch>
                <a:fillRect/>
              </a:stretch>
            </p:blipFill>
            <p:spPr>
              <a:xfrm>
                <a:off x="8753765"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1" name="Ink 80">
                <a:extLst>
                  <a:ext uri="{FF2B5EF4-FFF2-40B4-BE49-F238E27FC236}">
                    <a16:creationId xmlns:a16="http://schemas.microsoft.com/office/drawing/2014/main" id="{19A121E8-DA88-9447-03CC-650536FA0E42}"/>
                  </a:ext>
                </a:extLst>
              </p14:cNvPr>
              <p14:cNvContentPartPr/>
              <p14:nvPr/>
            </p14:nvContentPartPr>
            <p14:xfrm>
              <a:off x="8857503" y="6516095"/>
              <a:ext cx="576" cy="576"/>
            </p14:xfrm>
          </p:contentPart>
        </mc:Choice>
        <mc:Fallback>
          <p:pic>
            <p:nvPicPr>
              <p:cNvPr id="81" name="Ink 80">
                <a:extLst>
                  <a:ext uri="{FF2B5EF4-FFF2-40B4-BE49-F238E27FC236}">
                    <a16:creationId xmlns:a16="http://schemas.microsoft.com/office/drawing/2014/main" id="{19A121E8-DA88-9447-03CC-650536FA0E42}"/>
                  </a:ext>
                </a:extLst>
              </p:cNvPr>
              <p:cNvPicPr/>
              <p:nvPr/>
            </p:nvPicPr>
            <p:blipFill>
              <a:blip r:embed="rId3"/>
              <a:stretch>
                <a:fillRect/>
              </a:stretch>
            </p:blipFill>
            <p:spPr>
              <a:xfrm>
                <a:off x="884310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a:extLst>
                  <a:ext uri="{FF2B5EF4-FFF2-40B4-BE49-F238E27FC236}">
                    <a16:creationId xmlns:a16="http://schemas.microsoft.com/office/drawing/2014/main" id="{F14C5F32-450E-9F6E-6AF4-90742FF7A2B6}"/>
                  </a:ext>
                </a:extLst>
              </p14:cNvPr>
              <p14:cNvContentPartPr/>
              <p14:nvPr/>
            </p14:nvContentPartPr>
            <p14:xfrm>
              <a:off x="8969363" y="6516095"/>
              <a:ext cx="576" cy="576"/>
            </p14:xfrm>
          </p:contentPart>
        </mc:Choice>
        <mc:Fallback>
          <p:pic>
            <p:nvPicPr>
              <p:cNvPr id="82" name="Ink 81">
                <a:extLst>
                  <a:ext uri="{FF2B5EF4-FFF2-40B4-BE49-F238E27FC236}">
                    <a16:creationId xmlns:a16="http://schemas.microsoft.com/office/drawing/2014/main" id="{F14C5F32-450E-9F6E-6AF4-90742FF7A2B6}"/>
                  </a:ext>
                </a:extLst>
              </p:cNvPr>
              <p:cNvPicPr/>
              <p:nvPr/>
            </p:nvPicPr>
            <p:blipFill>
              <a:blip r:embed="rId3"/>
              <a:stretch>
                <a:fillRect/>
              </a:stretch>
            </p:blipFill>
            <p:spPr>
              <a:xfrm>
                <a:off x="895496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3" name="Ink 82">
                <a:extLst>
                  <a:ext uri="{FF2B5EF4-FFF2-40B4-BE49-F238E27FC236}">
                    <a16:creationId xmlns:a16="http://schemas.microsoft.com/office/drawing/2014/main" id="{D398A6F7-5BA0-94A3-CDD3-6B4617ABC128}"/>
                  </a:ext>
                </a:extLst>
              </p14:cNvPr>
              <p14:cNvContentPartPr/>
              <p14:nvPr/>
            </p14:nvContentPartPr>
            <p14:xfrm>
              <a:off x="10074451" y="5157258"/>
              <a:ext cx="576" cy="576"/>
            </p14:xfrm>
          </p:contentPart>
        </mc:Choice>
        <mc:Fallback>
          <p:pic>
            <p:nvPicPr>
              <p:cNvPr id="83" name="Ink 82">
                <a:extLst>
                  <a:ext uri="{FF2B5EF4-FFF2-40B4-BE49-F238E27FC236}">
                    <a16:creationId xmlns:a16="http://schemas.microsoft.com/office/drawing/2014/main" id="{D398A6F7-5BA0-94A3-CDD3-6B4617ABC128}"/>
                  </a:ext>
                </a:extLst>
              </p:cNvPr>
              <p:cNvPicPr/>
              <p:nvPr/>
            </p:nvPicPr>
            <p:blipFill>
              <a:blip r:embed="rId3"/>
              <a:stretch>
                <a:fillRect/>
              </a:stretch>
            </p:blipFill>
            <p:spPr>
              <a:xfrm>
                <a:off x="1006005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DA2BA1E8-CA9B-7C4E-E5B6-869017F38394}"/>
                  </a:ext>
                </a:extLst>
              </p14:cNvPr>
              <p14:cNvContentPartPr/>
              <p14:nvPr/>
            </p14:nvContentPartPr>
            <p14:xfrm>
              <a:off x="10177302" y="5157258"/>
              <a:ext cx="576" cy="576"/>
            </p14:xfrm>
          </p:contentPart>
        </mc:Choice>
        <mc:Fallback>
          <p:pic>
            <p:nvPicPr>
              <p:cNvPr id="84" name="Ink 83">
                <a:extLst>
                  <a:ext uri="{FF2B5EF4-FFF2-40B4-BE49-F238E27FC236}">
                    <a16:creationId xmlns:a16="http://schemas.microsoft.com/office/drawing/2014/main" id="{DA2BA1E8-CA9B-7C4E-E5B6-869017F38394}"/>
                  </a:ext>
                </a:extLst>
              </p:cNvPr>
              <p:cNvPicPr/>
              <p:nvPr/>
            </p:nvPicPr>
            <p:blipFill>
              <a:blip r:embed="rId3"/>
              <a:stretch>
                <a:fillRect/>
              </a:stretch>
            </p:blipFill>
            <p:spPr>
              <a:xfrm>
                <a:off x="1016290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85" name="Ink 84">
                <a:extLst>
                  <a:ext uri="{FF2B5EF4-FFF2-40B4-BE49-F238E27FC236}">
                    <a16:creationId xmlns:a16="http://schemas.microsoft.com/office/drawing/2014/main" id="{A5ACE261-1532-99F4-EBF6-5787CE71CC07}"/>
                  </a:ext>
                </a:extLst>
              </p14:cNvPr>
              <p14:cNvContentPartPr/>
              <p14:nvPr/>
            </p14:nvContentPartPr>
            <p14:xfrm>
              <a:off x="10266640" y="5157258"/>
              <a:ext cx="576" cy="576"/>
            </p14:xfrm>
          </p:contentPart>
        </mc:Choice>
        <mc:Fallback>
          <p:pic>
            <p:nvPicPr>
              <p:cNvPr id="85" name="Ink 84">
                <a:extLst>
                  <a:ext uri="{FF2B5EF4-FFF2-40B4-BE49-F238E27FC236}">
                    <a16:creationId xmlns:a16="http://schemas.microsoft.com/office/drawing/2014/main" id="{A5ACE261-1532-99F4-EBF6-5787CE71CC07}"/>
                  </a:ext>
                </a:extLst>
              </p:cNvPr>
              <p:cNvPicPr/>
              <p:nvPr/>
            </p:nvPicPr>
            <p:blipFill>
              <a:blip r:embed="rId3"/>
              <a:stretch>
                <a:fillRect/>
              </a:stretch>
            </p:blipFill>
            <p:spPr>
              <a:xfrm>
                <a:off x="1025224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6" name="Ink 85">
                <a:extLst>
                  <a:ext uri="{FF2B5EF4-FFF2-40B4-BE49-F238E27FC236}">
                    <a16:creationId xmlns:a16="http://schemas.microsoft.com/office/drawing/2014/main" id="{3BC8FF07-B770-3CE9-1E5F-BF625EBED61B}"/>
                  </a:ext>
                </a:extLst>
              </p14:cNvPr>
              <p14:cNvContentPartPr/>
              <p14:nvPr/>
            </p14:nvContentPartPr>
            <p14:xfrm>
              <a:off x="10378500" y="5157258"/>
              <a:ext cx="576" cy="576"/>
            </p14:xfrm>
          </p:contentPart>
        </mc:Choice>
        <mc:Fallback>
          <p:pic>
            <p:nvPicPr>
              <p:cNvPr id="86" name="Ink 85">
                <a:extLst>
                  <a:ext uri="{FF2B5EF4-FFF2-40B4-BE49-F238E27FC236}">
                    <a16:creationId xmlns:a16="http://schemas.microsoft.com/office/drawing/2014/main" id="{3BC8FF07-B770-3CE9-1E5F-BF625EBED61B}"/>
                  </a:ext>
                </a:extLst>
              </p:cNvPr>
              <p:cNvPicPr/>
              <p:nvPr/>
            </p:nvPicPr>
            <p:blipFill>
              <a:blip r:embed="rId3"/>
              <a:stretch>
                <a:fillRect/>
              </a:stretch>
            </p:blipFill>
            <p:spPr>
              <a:xfrm>
                <a:off x="1036410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7" name="Ink 86">
                <a:extLst>
                  <a:ext uri="{FF2B5EF4-FFF2-40B4-BE49-F238E27FC236}">
                    <a16:creationId xmlns:a16="http://schemas.microsoft.com/office/drawing/2014/main" id="{A8875BA9-588C-E3FE-2E53-30F2D46122D4}"/>
                  </a:ext>
                </a:extLst>
              </p14:cNvPr>
              <p14:cNvContentPartPr/>
              <p14:nvPr/>
            </p14:nvContentPartPr>
            <p14:xfrm>
              <a:off x="10010638" y="5157258"/>
              <a:ext cx="576" cy="576"/>
            </p14:xfrm>
          </p:contentPart>
        </mc:Choice>
        <mc:Fallback>
          <p:pic>
            <p:nvPicPr>
              <p:cNvPr id="87" name="Ink 86">
                <a:extLst>
                  <a:ext uri="{FF2B5EF4-FFF2-40B4-BE49-F238E27FC236}">
                    <a16:creationId xmlns:a16="http://schemas.microsoft.com/office/drawing/2014/main" id="{A8875BA9-588C-E3FE-2E53-30F2D46122D4}"/>
                  </a:ext>
                </a:extLst>
              </p:cNvPr>
              <p:cNvPicPr/>
              <p:nvPr/>
            </p:nvPicPr>
            <p:blipFill>
              <a:blip r:embed="rId3"/>
              <a:stretch>
                <a:fillRect/>
              </a:stretch>
            </p:blipFill>
            <p:spPr>
              <a:xfrm>
                <a:off x="9996238"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8" name="Ink 87">
                <a:extLst>
                  <a:ext uri="{FF2B5EF4-FFF2-40B4-BE49-F238E27FC236}">
                    <a16:creationId xmlns:a16="http://schemas.microsoft.com/office/drawing/2014/main" id="{792DBE09-73AD-AFC0-F937-5D2A175E43B2}"/>
                  </a:ext>
                </a:extLst>
              </p14:cNvPr>
              <p14:cNvContentPartPr/>
              <p14:nvPr/>
            </p14:nvContentPartPr>
            <p14:xfrm>
              <a:off x="10113489" y="5157258"/>
              <a:ext cx="576" cy="576"/>
            </p14:xfrm>
          </p:contentPart>
        </mc:Choice>
        <mc:Fallback>
          <p:pic>
            <p:nvPicPr>
              <p:cNvPr id="88" name="Ink 87">
                <a:extLst>
                  <a:ext uri="{FF2B5EF4-FFF2-40B4-BE49-F238E27FC236}">
                    <a16:creationId xmlns:a16="http://schemas.microsoft.com/office/drawing/2014/main" id="{792DBE09-73AD-AFC0-F937-5D2A175E43B2}"/>
                  </a:ext>
                </a:extLst>
              </p:cNvPr>
              <p:cNvPicPr/>
              <p:nvPr/>
            </p:nvPicPr>
            <p:blipFill>
              <a:blip r:embed="rId3"/>
              <a:stretch>
                <a:fillRect/>
              </a:stretch>
            </p:blipFill>
            <p:spPr>
              <a:xfrm>
                <a:off x="10099089"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9" name="Ink 88">
                <a:extLst>
                  <a:ext uri="{FF2B5EF4-FFF2-40B4-BE49-F238E27FC236}">
                    <a16:creationId xmlns:a16="http://schemas.microsoft.com/office/drawing/2014/main" id="{01ACBAA5-1B1F-B7B4-E464-6FA1A83A7797}"/>
                  </a:ext>
                </a:extLst>
              </p14:cNvPr>
              <p14:cNvContentPartPr/>
              <p14:nvPr/>
            </p14:nvContentPartPr>
            <p14:xfrm>
              <a:off x="10202827" y="5157258"/>
              <a:ext cx="576" cy="576"/>
            </p14:xfrm>
          </p:contentPart>
        </mc:Choice>
        <mc:Fallback>
          <p:pic>
            <p:nvPicPr>
              <p:cNvPr id="89" name="Ink 88">
                <a:extLst>
                  <a:ext uri="{FF2B5EF4-FFF2-40B4-BE49-F238E27FC236}">
                    <a16:creationId xmlns:a16="http://schemas.microsoft.com/office/drawing/2014/main" id="{01ACBAA5-1B1F-B7B4-E464-6FA1A83A7797}"/>
                  </a:ext>
                </a:extLst>
              </p:cNvPr>
              <p:cNvPicPr/>
              <p:nvPr/>
            </p:nvPicPr>
            <p:blipFill>
              <a:blip r:embed="rId3"/>
              <a:stretch>
                <a:fillRect/>
              </a:stretch>
            </p:blipFill>
            <p:spPr>
              <a:xfrm>
                <a:off x="1018842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AC1B1D39-EB1E-9ED5-50BC-AEF3E03E3F79}"/>
                  </a:ext>
                </a:extLst>
              </p14:cNvPr>
              <p14:cNvContentPartPr/>
              <p14:nvPr/>
            </p14:nvContentPartPr>
            <p14:xfrm>
              <a:off x="10314687" y="5157258"/>
              <a:ext cx="576" cy="576"/>
            </p14:xfrm>
          </p:contentPart>
        </mc:Choice>
        <mc:Fallback>
          <p:pic>
            <p:nvPicPr>
              <p:cNvPr id="90" name="Ink 89">
                <a:extLst>
                  <a:ext uri="{FF2B5EF4-FFF2-40B4-BE49-F238E27FC236}">
                    <a16:creationId xmlns:a16="http://schemas.microsoft.com/office/drawing/2014/main" id="{AC1B1D39-EB1E-9ED5-50BC-AEF3E03E3F79}"/>
                  </a:ext>
                </a:extLst>
              </p:cNvPr>
              <p:cNvPicPr/>
              <p:nvPr/>
            </p:nvPicPr>
            <p:blipFill>
              <a:blip r:embed="rId3"/>
              <a:stretch>
                <a:fillRect/>
              </a:stretch>
            </p:blipFill>
            <p:spPr>
              <a:xfrm>
                <a:off x="1030028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91" name="Ink 90">
                <a:extLst>
                  <a:ext uri="{FF2B5EF4-FFF2-40B4-BE49-F238E27FC236}">
                    <a16:creationId xmlns:a16="http://schemas.microsoft.com/office/drawing/2014/main" id="{63E498DE-E6A8-0943-6B77-20D7A115B004}"/>
                  </a:ext>
                </a:extLst>
              </p14:cNvPr>
              <p14:cNvContentPartPr/>
              <p14:nvPr/>
            </p14:nvContentPartPr>
            <p14:xfrm>
              <a:off x="9780161" y="5157258"/>
              <a:ext cx="576" cy="576"/>
            </p14:xfrm>
          </p:contentPart>
        </mc:Choice>
        <mc:Fallback>
          <p:pic>
            <p:nvPicPr>
              <p:cNvPr id="91" name="Ink 90">
                <a:extLst>
                  <a:ext uri="{FF2B5EF4-FFF2-40B4-BE49-F238E27FC236}">
                    <a16:creationId xmlns:a16="http://schemas.microsoft.com/office/drawing/2014/main" id="{63E498DE-E6A8-0943-6B77-20D7A115B004}"/>
                  </a:ext>
                </a:extLst>
              </p:cNvPr>
              <p:cNvPicPr/>
              <p:nvPr/>
            </p:nvPicPr>
            <p:blipFill>
              <a:blip r:embed="rId3"/>
              <a:stretch>
                <a:fillRect/>
              </a:stretch>
            </p:blipFill>
            <p:spPr>
              <a:xfrm>
                <a:off x="976576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2" name="Ink 91">
                <a:extLst>
                  <a:ext uri="{FF2B5EF4-FFF2-40B4-BE49-F238E27FC236}">
                    <a16:creationId xmlns:a16="http://schemas.microsoft.com/office/drawing/2014/main" id="{E71C5F9D-D036-AFBE-C252-8B47C706C549}"/>
                  </a:ext>
                </a:extLst>
              </p14:cNvPr>
              <p14:cNvContentPartPr/>
              <p14:nvPr/>
            </p14:nvContentPartPr>
            <p14:xfrm>
              <a:off x="9883012" y="5157258"/>
              <a:ext cx="576" cy="576"/>
            </p14:xfrm>
          </p:contentPart>
        </mc:Choice>
        <mc:Fallback>
          <p:pic>
            <p:nvPicPr>
              <p:cNvPr id="92" name="Ink 91">
                <a:extLst>
                  <a:ext uri="{FF2B5EF4-FFF2-40B4-BE49-F238E27FC236}">
                    <a16:creationId xmlns:a16="http://schemas.microsoft.com/office/drawing/2014/main" id="{E71C5F9D-D036-AFBE-C252-8B47C706C549}"/>
                  </a:ext>
                </a:extLst>
              </p:cNvPr>
              <p:cNvPicPr/>
              <p:nvPr/>
            </p:nvPicPr>
            <p:blipFill>
              <a:blip r:embed="rId3"/>
              <a:stretch>
                <a:fillRect/>
              </a:stretch>
            </p:blipFill>
            <p:spPr>
              <a:xfrm>
                <a:off x="986861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3" name="Ink 92">
                <a:extLst>
                  <a:ext uri="{FF2B5EF4-FFF2-40B4-BE49-F238E27FC236}">
                    <a16:creationId xmlns:a16="http://schemas.microsoft.com/office/drawing/2014/main" id="{2444B91A-3C48-851D-E1AA-015C2035F78B}"/>
                  </a:ext>
                </a:extLst>
              </p14:cNvPr>
              <p14:cNvContentPartPr/>
              <p14:nvPr/>
            </p14:nvContentPartPr>
            <p14:xfrm>
              <a:off x="9972350" y="5157258"/>
              <a:ext cx="576" cy="576"/>
            </p14:xfrm>
          </p:contentPart>
        </mc:Choice>
        <mc:Fallback>
          <p:pic>
            <p:nvPicPr>
              <p:cNvPr id="93" name="Ink 92">
                <a:extLst>
                  <a:ext uri="{FF2B5EF4-FFF2-40B4-BE49-F238E27FC236}">
                    <a16:creationId xmlns:a16="http://schemas.microsoft.com/office/drawing/2014/main" id="{2444B91A-3C48-851D-E1AA-015C2035F78B}"/>
                  </a:ext>
                </a:extLst>
              </p:cNvPr>
              <p:cNvPicPr/>
              <p:nvPr/>
            </p:nvPicPr>
            <p:blipFill>
              <a:blip r:embed="rId3"/>
              <a:stretch>
                <a:fillRect/>
              </a:stretch>
            </p:blipFill>
            <p:spPr>
              <a:xfrm>
                <a:off x="995795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4" name="Ink 93">
                <a:extLst>
                  <a:ext uri="{FF2B5EF4-FFF2-40B4-BE49-F238E27FC236}">
                    <a16:creationId xmlns:a16="http://schemas.microsoft.com/office/drawing/2014/main" id="{0239B29F-BA53-8268-4E95-D4AFE3299FD5}"/>
                  </a:ext>
                </a:extLst>
              </p14:cNvPr>
              <p14:cNvContentPartPr/>
              <p14:nvPr/>
            </p14:nvContentPartPr>
            <p14:xfrm>
              <a:off x="10084210" y="5157258"/>
              <a:ext cx="576" cy="576"/>
            </p14:xfrm>
          </p:contentPart>
        </mc:Choice>
        <mc:Fallback>
          <p:pic>
            <p:nvPicPr>
              <p:cNvPr id="94" name="Ink 93">
                <a:extLst>
                  <a:ext uri="{FF2B5EF4-FFF2-40B4-BE49-F238E27FC236}">
                    <a16:creationId xmlns:a16="http://schemas.microsoft.com/office/drawing/2014/main" id="{0239B29F-BA53-8268-4E95-D4AFE3299FD5}"/>
                  </a:ext>
                </a:extLst>
              </p:cNvPr>
              <p:cNvPicPr/>
              <p:nvPr/>
            </p:nvPicPr>
            <p:blipFill>
              <a:blip r:embed="rId3"/>
              <a:stretch>
                <a:fillRect/>
              </a:stretch>
            </p:blipFill>
            <p:spPr>
              <a:xfrm>
                <a:off x="1006981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5" name="Ink 94">
                <a:extLst>
                  <a:ext uri="{FF2B5EF4-FFF2-40B4-BE49-F238E27FC236}">
                    <a16:creationId xmlns:a16="http://schemas.microsoft.com/office/drawing/2014/main" id="{C55C3B80-7D87-FEFE-6CC7-9CFDCA3FA317}"/>
                  </a:ext>
                </a:extLst>
              </p14:cNvPr>
              <p14:cNvContentPartPr/>
              <p14:nvPr/>
            </p14:nvContentPartPr>
            <p14:xfrm>
              <a:off x="9374012" y="6516095"/>
              <a:ext cx="576" cy="576"/>
            </p14:xfrm>
          </p:contentPart>
        </mc:Choice>
        <mc:Fallback>
          <p:pic>
            <p:nvPicPr>
              <p:cNvPr id="95" name="Ink 94">
                <a:extLst>
                  <a:ext uri="{FF2B5EF4-FFF2-40B4-BE49-F238E27FC236}">
                    <a16:creationId xmlns:a16="http://schemas.microsoft.com/office/drawing/2014/main" id="{C55C3B80-7D87-FEFE-6CC7-9CFDCA3FA317}"/>
                  </a:ext>
                </a:extLst>
              </p:cNvPr>
              <p:cNvPicPr/>
              <p:nvPr/>
            </p:nvPicPr>
            <p:blipFill>
              <a:blip r:embed="rId3"/>
              <a:stretch>
                <a:fillRect/>
              </a:stretch>
            </p:blipFill>
            <p:spPr>
              <a:xfrm>
                <a:off x="9359612"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6" name="Ink 95">
                <a:extLst>
                  <a:ext uri="{FF2B5EF4-FFF2-40B4-BE49-F238E27FC236}">
                    <a16:creationId xmlns:a16="http://schemas.microsoft.com/office/drawing/2014/main" id="{8ECFABBA-0B3D-4980-FA6D-5F1205086439}"/>
                  </a:ext>
                </a:extLst>
              </p14:cNvPr>
              <p14:cNvContentPartPr/>
              <p14:nvPr/>
            </p14:nvContentPartPr>
            <p14:xfrm>
              <a:off x="9936316" y="6516095"/>
              <a:ext cx="576" cy="576"/>
            </p14:xfrm>
          </p:contentPart>
        </mc:Choice>
        <mc:Fallback>
          <p:pic>
            <p:nvPicPr>
              <p:cNvPr id="96" name="Ink 95">
                <a:extLst>
                  <a:ext uri="{FF2B5EF4-FFF2-40B4-BE49-F238E27FC236}">
                    <a16:creationId xmlns:a16="http://schemas.microsoft.com/office/drawing/2014/main" id="{8ECFABBA-0B3D-4980-FA6D-5F1205086439}"/>
                  </a:ext>
                </a:extLst>
              </p:cNvPr>
              <p:cNvPicPr/>
              <p:nvPr/>
            </p:nvPicPr>
            <p:blipFill>
              <a:blip r:embed="rId3"/>
              <a:stretch>
                <a:fillRect/>
              </a:stretch>
            </p:blipFill>
            <p:spPr>
              <a:xfrm>
                <a:off x="9921916"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97" name="Ink 96">
                <a:extLst>
                  <a:ext uri="{FF2B5EF4-FFF2-40B4-BE49-F238E27FC236}">
                    <a16:creationId xmlns:a16="http://schemas.microsoft.com/office/drawing/2014/main" id="{F89C0E17-6674-A5E1-BD6B-7E8AD23AC4F1}"/>
                  </a:ext>
                </a:extLst>
              </p14:cNvPr>
              <p14:cNvContentPartPr/>
              <p14:nvPr/>
            </p14:nvContentPartPr>
            <p14:xfrm>
              <a:off x="9273413" y="5157258"/>
              <a:ext cx="576" cy="576"/>
            </p14:xfrm>
          </p:contentPart>
        </mc:Choice>
        <mc:Fallback>
          <p:pic>
            <p:nvPicPr>
              <p:cNvPr id="97" name="Ink 96">
                <a:extLst>
                  <a:ext uri="{FF2B5EF4-FFF2-40B4-BE49-F238E27FC236}">
                    <a16:creationId xmlns:a16="http://schemas.microsoft.com/office/drawing/2014/main" id="{F89C0E17-6674-A5E1-BD6B-7E8AD23AC4F1}"/>
                  </a:ext>
                </a:extLst>
              </p:cNvPr>
              <p:cNvPicPr/>
              <p:nvPr/>
            </p:nvPicPr>
            <p:blipFill>
              <a:blip r:embed="rId3"/>
              <a:stretch>
                <a:fillRect/>
              </a:stretch>
            </p:blipFill>
            <p:spPr>
              <a:xfrm>
                <a:off x="9259013"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8" name="Ink 97">
                <a:extLst>
                  <a:ext uri="{FF2B5EF4-FFF2-40B4-BE49-F238E27FC236}">
                    <a16:creationId xmlns:a16="http://schemas.microsoft.com/office/drawing/2014/main" id="{092A9F68-E089-93C2-35C7-F6FCDB2C9CFC}"/>
                  </a:ext>
                </a:extLst>
              </p14:cNvPr>
              <p14:cNvContentPartPr/>
              <p14:nvPr/>
            </p14:nvContentPartPr>
            <p14:xfrm>
              <a:off x="8817714" y="5157258"/>
              <a:ext cx="576" cy="576"/>
            </p14:xfrm>
          </p:contentPart>
        </mc:Choice>
        <mc:Fallback>
          <p:pic>
            <p:nvPicPr>
              <p:cNvPr id="98" name="Ink 97">
                <a:extLst>
                  <a:ext uri="{FF2B5EF4-FFF2-40B4-BE49-F238E27FC236}">
                    <a16:creationId xmlns:a16="http://schemas.microsoft.com/office/drawing/2014/main" id="{092A9F68-E089-93C2-35C7-F6FCDB2C9CFC}"/>
                  </a:ext>
                </a:extLst>
              </p:cNvPr>
              <p:cNvPicPr/>
              <p:nvPr/>
            </p:nvPicPr>
            <p:blipFill>
              <a:blip r:embed="rId3"/>
              <a:stretch>
                <a:fillRect/>
              </a:stretch>
            </p:blipFill>
            <p:spPr>
              <a:xfrm>
                <a:off x="8803314"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99" name="Ink 98">
                <a:extLst>
                  <a:ext uri="{FF2B5EF4-FFF2-40B4-BE49-F238E27FC236}">
                    <a16:creationId xmlns:a16="http://schemas.microsoft.com/office/drawing/2014/main" id="{ABAB867E-E248-777A-B9D3-B9E09AA14CA0}"/>
                  </a:ext>
                </a:extLst>
              </p14:cNvPr>
              <p14:cNvContentPartPr/>
              <p14:nvPr/>
            </p14:nvContentPartPr>
            <p14:xfrm>
              <a:off x="9654788" y="5156508"/>
              <a:ext cx="576" cy="576"/>
            </p14:xfrm>
          </p:contentPart>
        </mc:Choice>
        <mc:Fallback>
          <p:pic>
            <p:nvPicPr>
              <p:cNvPr id="99" name="Ink 98">
                <a:extLst>
                  <a:ext uri="{FF2B5EF4-FFF2-40B4-BE49-F238E27FC236}">
                    <a16:creationId xmlns:a16="http://schemas.microsoft.com/office/drawing/2014/main" id="{ABAB867E-E248-777A-B9D3-B9E09AA14CA0}"/>
                  </a:ext>
                </a:extLst>
              </p:cNvPr>
              <p:cNvPicPr/>
              <p:nvPr/>
            </p:nvPicPr>
            <p:blipFill>
              <a:blip r:embed="rId3"/>
              <a:stretch>
                <a:fillRect/>
              </a:stretch>
            </p:blipFill>
            <p:spPr>
              <a:xfrm>
                <a:off x="9640388"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0" name="Ink 99">
                <a:extLst>
                  <a:ext uri="{FF2B5EF4-FFF2-40B4-BE49-F238E27FC236}">
                    <a16:creationId xmlns:a16="http://schemas.microsoft.com/office/drawing/2014/main" id="{F6097574-1697-B39B-7E98-894112DA150D}"/>
                  </a:ext>
                </a:extLst>
              </p14:cNvPr>
              <p14:cNvContentPartPr/>
              <p14:nvPr/>
            </p14:nvContentPartPr>
            <p14:xfrm>
              <a:off x="9757639" y="5156508"/>
              <a:ext cx="576" cy="576"/>
            </p14:xfrm>
          </p:contentPart>
        </mc:Choice>
        <mc:Fallback>
          <p:pic>
            <p:nvPicPr>
              <p:cNvPr id="100" name="Ink 99">
                <a:extLst>
                  <a:ext uri="{FF2B5EF4-FFF2-40B4-BE49-F238E27FC236}">
                    <a16:creationId xmlns:a16="http://schemas.microsoft.com/office/drawing/2014/main" id="{F6097574-1697-B39B-7E98-894112DA150D}"/>
                  </a:ext>
                </a:extLst>
              </p:cNvPr>
              <p:cNvPicPr/>
              <p:nvPr/>
            </p:nvPicPr>
            <p:blipFill>
              <a:blip r:embed="rId3"/>
              <a:stretch>
                <a:fillRect/>
              </a:stretch>
            </p:blipFill>
            <p:spPr>
              <a:xfrm>
                <a:off x="9743239"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01" name="Ink 100">
                <a:extLst>
                  <a:ext uri="{FF2B5EF4-FFF2-40B4-BE49-F238E27FC236}">
                    <a16:creationId xmlns:a16="http://schemas.microsoft.com/office/drawing/2014/main" id="{4239B187-66A6-2BE6-DDC6-81DAF7D732F7}"/>
                  </a:ext>
                </a:extLst>
              </p14:cNvPr>
              <p14:cNvContentPartPr/>
              <p14:nvPr/>
            </p14:nvContentPartPr>
            <p14:xfrm>
              <a:off x="9846977" y="5156508"/>
              <a:ext cx="576" cy="576"/>
            </p14:xfrm>
          </p:contentPart>
        </mc:Choice>
        <mc:Fallback>
          <p:pic>
            <p:nvPicPr>
              <p:cNvPr id="101" name="Ink 100">
                <a:extLst>
                  <a:ext uri="{FF2B5EF4-FFF2-40B4-BE49-F238E27FC236}">
                    <a16:creationId xmlns:a16="http://schemas.microsoft.com/office/drawing/2014/main" id="{4239B187-66A6-2BE6-DDC6-81DAF7D732F7}"/>
                  </a:ext>
                </a:extLst>
              </p:cNvPr>
              <p:cNvPicPr/>
              <p:nvPr/>
            </p:nvPicPr>
            <p:blipFill>
              <a:blip r:embed="rId3"/>
              <a:stretch>
                <a:fillRect/>
              </a:stretch>
            </p:blipFill>
            <p:spPr>
              <a:xfrm>
                <a:off x="983257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2" name="Ink 101">
                <a:extLst>
                  <a:ext uri="{FF2B5EF4-FFF2-40B4-BE49-F238E27FC236}">
                    <a16:creationId xmlns:a16="http://schemas.microsoft.com/office/drawing/2014/main" id="{687A3700-C57A-DA67-D1FF-8D499DFB8EE2}"/>
                  </a:ext>
                </a:extLst>
              </p14:cNvPr>
              <p14:cNvContentPartPr/>
              <p14:nvPr/>
            </p14:nvContentPartPr>
            <p14:xfrm>
              <a:off x="9693826" y="5156508"/>
              <a:ext cx="576" cy="576"/>
            </p14:xfrm>
          </p:contentPart>
        </mc:Choice>
        <mc:Fallback>
          <p:pic>
            <p:nvPicPr>
              <p:cNvPr id="102" name="Ink 101">
                <a:extLst>
                  <a:ext uri="{FF2B5EF4-FFF2-40B4-BE49-F238E27FC236}">
                    <a16:creationId xmlns:a16="http://schemas.microsoft.com/office/drawing/2014/main" id="{687A3700-C57A-DA67-D1FF-8D499DFB8EE2}"/>
                  </a:ext>
                </a:extLst>
              </p:cNvPr>
              <p:cNvPicPr/>
              <p:nvPr/>
            </p:nvPicPr>
            <p:blipFill>
              <a:blip r:embed="rId3"/>
              <a:stretch>
                <a:fillRect/>
              </a:stretch>
            </p:blipFill>
            <p:spPr>
              <a:xfrm>
                <a:off x="9679426"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03" name="Ink 102">
                <a:extLst>
                  <a:ext uri="{FF2B5EF4-FFF2-40B4-BE49-F238E27FC236}">
                    <a16:creationId xmlns:a16="http://schemas.microsoft.com/office/drawing/2014/main" id="{6A5E568C-02E5-918C-7567-0B32BF2BB2EA}"/>
                  </a:ext>
                </a:extLst>
              </p14:cNvPr>
              <p14:cNvContentPartPr/>
              <p14:nvPr/>
            </p14:nvContentPartPr>
            <p14:xfrm>
              <a:off x="9783164" y="5156508"/>
              <a:ext cx="576" cy="576"/>
            </p14:xfrm>
          </p:contentPart>
        </mc:Choice>
        <mc:Fallback>
          <p:pic>
            <p:nvPicPr>
              <p:cNvPr id="103" name="Ink 102">
                <a:extLst>
                  <a:ext uri="{FF2B5EF4-FFF2-40B4-BE49-F238E27FC236}">
                    <a16:creationId xmlns:a16="http://schemas.microsoft.com/office/drawing/2014/main" id="{6A5E568C-02E5-918C-7567-0B32BF2BB2EA}"/>
                  </a:ext>
                </a:extLst>
              </p:cNvPr>
              <p:cNvPicPr/>
              <p:nvPr/>
            </p:nvPicPr>
            <p:blipFill>
              <a:blip r:embed="rId3"/>
              <a:stretch>
                <a:fillRect/>
              </a:stretch>
            </p:blipFill>
            <p:spPr>
              <a:xfrm>
                <a:off x="9768764"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1493BFC4-86AD-08B7-1BDC-CA725AD0BE34}"/>
                  </a:ext>
                </a:extLst>
              </p14:cNvPr>
              <p14:cNvContentPartPr/>
              <p14:nvPr/>
            </p14:nvContentPartPr>
            <p14:xfrm>
              <a:off x="9664547" y="5156508"/>
              <a:ext cx="576" cy="576"/>
            </p14:xfrm>
          </p:contentPart>
        </mc:Choice>
        <mc:Fallback>
          <p:pic>
            <p:nvPicPr>
              <p:cNvPr id="104" name="Ink 103">
                <a:extLst>
                  <a:ext uri="{FF2B5EF4-FFF2-40B4-BE49-F238E27FC236}">
                    <a16:creationId xmlns:a16="http://schemas.microsoft.com/office/drawing/2014/main" id="{1493BFC4-86AD-08B7-1BDC-CA725AD0BE34}"/>
                  </a:ext>
                </a:extLst>
              </p:cNvPr>
              <p:cNvPicPr/>
              <p:nvPr/>
            </p:nvPicPr>
            <p:blipFill>
              <a:blip r:embed="rId3"/>
              <a:stretch>
                <a:fillRect/>
              </a:stretch>
            </p:blipFill>
            <p:spPr>
              <a:xfrm>
                <a:off x="965014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05" name="Ink 104">
                <a:extLst>
                  <a:ext uri="{FF2B5EF4-FFF2-40B4-BE49-F238E27FC236}">
                    <a16:creationId xmlns:a16="http://schemas.microsoft.com/office/drawing/2014/main" id="{8651DC08-9394-44D3-2813-C823A9752B9B}"/>
                  </a:ext>
                </a:extLst>
              </p14:cNvPr>
              <p14:cNvContentPartPr/>
              <p14:nvPr/>
            </p14:nvContentPartPr>
            <p14:xfrm>
              <a:off x="8956601" y="6510840"/>
              <a:ext cx="576" cy="576"/>
            </p14:xfrm>
          </p:contentPart>
        </mc:Choice>
        <mc:Fallback>
          <p:pic>
            <p:nvPicPr>
              <p:cNvPr id="105" name="Ink 104">
                <a:extLst>
                  <a:ext uri="{FF2B5EF4-FFF2-40B4-BE49-F238E27FC236}">
                    <a16:creationId xmlns:a16="http://schemas.microsoft.com/office/drawing/2014/main" id="{8651DC08-9394-44D3-2813-C823A9752B9B}"/>
                  </a:ext>
                </a:extLst>
              </p:cNvPr>
              <p:cNvPicPr/>
              <p:nvPr/>
            </p:nvPicPr>
            <p:blipFill>
              <a:blip r:embed="rId3"/>
              <a:stretch>
                <a:fillRect/>
              </a:stretch>
            </p:blipFill>
            <p:spPr>
              <a:xfrm>
                <a:off x="8942201"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3D5C1106-9877-16F7-0ADA-6113FF84F62A}"/>
                  </a:ext>
                </a:extLst>
              </p14:cNvPr>
              <p14:cNvContentPartPr/>
              <p14:nvPr/>
            </p14:nvContentPartPr>
            <p14:xfrm>
              <a:off x="9018912" y="6510840"/>
              <a:ext cx="576" cy="576"/>
            </p14:xfrm>
          </p:contentPart>
        </mc:Choice>
        <mc:Fallback>
          <p:pic>
            <p:nvPicPr>
              <p:cNvPr id="106" name="Ink 105">
                <a:extLst>
                  <a:ext uri="{FF2B5EF4-FFF2-40B4-BE49-F238E27FC236}">
                    <a16:creationId xmlns:a16="http://schemas.microsoft.com/office/drawing/2014/main" id="{3D5C1106-9877-16F7-0ADA-6113FF84F62A}"/>
                  </a:ext>
                </a:extLst>
              </p:cNvPr>
              <p:cNvPicPr/>
              <p:nvPr/>
            </p:nvPicPr>
            <p:blipFill>
              <a:blip r:embed="rId3"/>
              <a:stretch>
                <a:fillRect/>
              </a:stretch>
            </p:blipFill>
            <p:spPr>
              <a:xfrm>
                <a:off x="9004512"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07" name="Ink 106">
                <a:extLst>
                  <a:ext uri="{FF2B5EF4-FFF2-40B4-BE49-F238E27FC236}">
                    <a16:creationId xmlns:a16="http://schemas.microsoft.com/office/drawing/2014/main" id="{AB6E1CEA-722B-C0C8-A4C0-A323E21C5148}"/>
                  </a:ext>
                </a:extLst>
              </p14:cNvPr>
              <p14:cNvContentPartPr/>
              <p14:nvPr/>
            </p14:nvContentPartPr>
            <p14:xfrm>
              <a:off x="9065458" y="6510840"/>
              <a:ext cx="576" cy="576"/>
            </p14:xfrm>
          </p:contentPart>
        </mc:Choice>
        <mc:Fallback>
          <p:pic>
            <p:nvPicPr>
              <p:cNvPr id="107" name="Ink 106">
                <a:extLst>
                  <a:ext uri="{FF2B5EF4-FFF2-40B4-BE49-F238E27FC236}">
                    <a16:creationId xmlns:a16="http://schemas.microsoft.com/office/drawing/2014/main" id="{AB6E1CEA-722B-C0C8-A4C0-A323E21C5148}"/>
                  </a:ext>
                </a:extLst>
              </p:cNvPr>
              <p:cNvPicPr/>
              <p:nvPr/>
            </p:nvPicPr>
            <p:blipFill>
              <a:blip r:embed="rId3"/>
              <a:stretch>
                <a:fillRect/>
              </a:stretch>
            </p:blipFill>
            <p:spPr>
              <a:xfrm>
                <a:off x="9051058"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B0A08C9E-1293-FA25-07E5-A0236F8F1BBE}"/>
                  </a:ext>
                </a:extLst>
              </p14:cNvPr>
              <p14:cNvContentPartPr/>
              <p14:nvPr/>
            </p14:nvContentPartPr>
            <p14:xfrm>
              <a:off x="9168309" y="6510840"/>
              <a:ext cx="576" cy="576"/>
            </p14:xfrm>
          </p:contentPart>
        </mc:Choice>
        <mc:Fallback>
          <p:pic>
            <p:nvPicPr>
              <p:cNvPr id="108" name="Ink 107">
                <a:extLst>
                  <a:ext uri="{FF2B5EF4-FFF2-40B4-BE49-F238E27FC236}">
                    <a16:creationId xmlns:a16="http://schemas.microsoft.com/office/drawing/2014/main" id="{B0A08C9E-1293-FA25-07E5-A0236F8F1BBE}"/>
                  </a:ext>
                </a:extLst>
              </p:cNvPr>
              <p:cNvPicPr/>
              <p:nvPr/>
            </p:nvPicPr>
            <p:blipFill>
              <a:blip r:embed="rId3"/>
              <a:stretch>
                <a:fillRect/>
              </a:stretch>
            </p:blipFill>
            <p:spPr>
              <a:xfrm>
                <a:off x="9153909" y="6496440"/>
                <a:ext cx="28800" cy="28800"/>
              </a:xfrm>
              <a:prstGeom prst="rect">
                <a:avLst/>
              </a:prstGeom>
            </p:spPr>
          </p:pic>
        </mc:Fallback>
      </mc:AlternateContent>
    </p:spTree>
    <p:extLst>
      <p:ext uri="{BB962C8B-B14F-4D97-AF65-F5344CB8AC3E}">
        <p14:creationId xmlns:p14="http://schemas.microsoft.com/office/powerpoint/2010/main" val="323916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265D-752F-FEAC-FC0A-B213383D1CD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E4B8C34-A887-D300-4DD9-15A910332F2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BCFE76C5-1E0E-B1B9-2094-AD407AFC6D22}"/>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505B4DC7-C131-66DF-48A1-64054AC856B9}"/>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5" name="TextBox 34">
            <a:extLst>
              <a:ext uri="{FF2B5EF4-FFF2-40B4-BE49-F238E27FC236}">
                <a16:creationId xmlns:a16="http://schemas.microsoft.com/office/drawing/2014/main" id="{06CD0E21-6663-2C0B-4D5C-91D2121CFB7D}"/>
              </a:ext>
            </a:extLst>
          </p:cNvPr>
          <p:cNvSpPr txBox="1"/>
          <p:nvPr/>
        </p:nvSpPr>
        <p:spPr>
          <a:xfrm rot="16200000">
            <a:off x="6983098" y="5393715"/>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Passed exam?</a:t>
            </a:r>
          </a:p>
        </p:txBody>
      </p:sp>
      <p:cxnSp>
        <p:nvCxnSpPr>
          <p:cNvPr id="36" name="Straight Connector 35">
            <a:extLst>
              <a:ext uri="{FF2B5EF4-FFF2-40B4-BE49-F238E27FC236}">
                <a16:creationId xmlns:a16="http://schemas.microsoft.com/office/drawing/2014/main" id="{6131A64F-40BC-DC9C-AC5A-B6DCE6A2C2B4}"/>
              </a:ext>
            </a:extLst>
          </p:cNvPr>
          <p:cNvCxnSpPr>
            <a:cxnSpLocks/>
          </p:cNvCxnSpPr>
          <p:nvPr/>
        </p:nvCxnSpPr>
        <p:spPr>
          <a:xfrm>
            <a:off x="8158365" y="5154454"/>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DBE28A2-5163-0D46-0CA8-CA69B305A180}"/>
              </a:ext>
            </a:extLst>
          </p:cNvPr>
          <p:cNvCxnSpPr>
            <a:cxnSpLocks/>
          </p:cNvCxnSpPr>
          <p:nvPr/>
        </p:nvCxnSpPr>
        <p:spPr>
          <a:xfrm flipH="1">
            <a:off x="8150465" y="6601544"/>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BAC3185-4A54-A938-1CB4-7F93D2A3E716}"/>
              </a:ext>
            </a:extLst>
          </p:cNvPr>
          <p:cNvSpPr txBox="1"/>
          <p:nvPr/>
        </p:nvSpPr>
        <p:spPr>
          <a:xfrm>
            <a:off x="8883054" y="6611780"/>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69" name="TextBox 68">
            <a:extLst>
              <a:ext uri="{FF2B5EF4-FFF2-40B4-BE49-F238E27FC236}">
                <a16:creationId xmlns:a16="http://schemas.microsoft.com/office/drawing/2014/main" id="{CEE519EC-4CEE-46B8-434F-C1339C0C8DF1}"/>
              </a:ext>
            </a:extLst>
          </p:cNvPr>
          <p:cNvSpPr txBox="1"/>
          <p:nvPr/>
        </p:nvSpPr>
        <p:spPr>
          <a:xfrm>
            <a:off x="7818078" y="5056717"/>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Yes</a:t>
            </a:r>
          </a:p>
        </p:txBody>
      </p:sp>
      <p:sp>
        <p:nvSpPr>
          <p:cNvPr id="70" name="TextBox 69">
            <a:extLst>
              <a:ext uri="{FF2B5EF4-FFF2-40B4-BE49-F238E27FC236}">
                <a16:creationId xmlns:a16="http://schemas.microsoft.com/office/drawing/2014/main" id="{8E0BF540-DD0F-DAA9-A118-FC43A432B458}"/>
              </a:ext>
            </a:extLst>
          </p:cNvPr>
          <p:cNvSpPr txBox="1"/>
          <p:nvPr/>
        </p:nvSpPr>
        <p:spPr>
          <a:xfrm>
            <a:off x="7828810" y="6406853"/>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No</a:t>
            </a:r>
          </a:p>
        </p:txBody>
      </p:sp>
      <mc:AlternateContent xmlns:mc="http://schemas.openxmlformats.org/markup-compatibility/2006">
        <mc:Choice xmlns:p14="http://schemas.microsoft.com/office/powerpoint/2010/main" Requires="p14">
          <p:contentPart p14:bwMode="auto" r:id="rId2">
            <p14:nvContentPartPr>
              <p14:cNvPr id="71" name="Ink 70">
                <a:extLst>
                  <a:ext uri="{FF2B5EF4-FFF2-40B4-BE49-F238E27FC236}">
                    <a16:creationId xmlns:a16="http://schemas.microsoft.com/office/drawing/2014/main" id="{15C90CDE-8B0A-DF1A-AD21-66227373769D}"/>
                  </a:ext>
                </a:extLst>
              </p14:cNvPr>
              <p14:cNvContentPartPr/>
              <p14:nvPr/>
            </p14:nvContentPartPr>
            <p14:xfrm>
              <a:off x="8252408" y="6516095"/>
              <a:ext cx="576" cy="576"/>
            </p14:xfrm>
          </p:contentPart>
        </mc:Choice>
        <mc:Fallback>
          <p:pic>
            <p:nvPicPr>
              <p:cNvPr id="71" name="Ink 70">
                <a:extLst>
                  <a:ext uri="{FF2B5EF4-FFF2-40B4-BE49-F238E27FC236}">
                    <a16:creationId xmlns:a16="http://schemas.microsoft.com/office/drawing/2014/main" id="{15C90CDE-8B0A-DF1A-AD21-66227373769D}"/>
                  </a:ext>
                </a:extLst>
              </p:cNvPr>
              <p:cNvPicPr/>
              <p:nvPr/>
            </p:nvPicPr>
            <p:blipFill>
              <a:blip r:embed="rId3"/>
              <a:stretch>
                <a:fillRect/>
              </a:stretch>
            </p:blipFill>
            <p:spPr>
              <a:xfrm>
                <a:off x="82380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2" name="Ink 71">
                <a:extLst>
                  <a:ext uri="{FF2B5EF4-FFF2-40B4-BE49-F238E27FC236}">
                    <a16:creationId xmlns:a16="http://schemas.microsoft.com/office/drawing/2014/main" id="{F51A8F52-C477-F976-98F7-C3CC84AEF667}"/>
                  </a:ext>
                </a:extLst>
              </p14:cNvPr>
              <p14:cNvContentPartPr/>
              <p14:nvPr/>
            </p14:nvContentPartPr>
            <p14:xfrm>
              <a:off x="8355259" y="6516095"/>
              <a:ext cx="576" cy="576"/>
            </p14:xfrm>
          </p:contentPart>
        </mc:Choice>
        <mc:Fallback>
          <p:pic>
            <p:nvPicPr>
              <p:cNvPr id="72" name="Ink 71">
                <a:extLst>
                  <a:ext uri="{FF2B5EF4-FFF2-40B4-BE49-F238E27FC236}">
                    <a16:creationId xmlns:a16="http://schemas.microsoft.com/office/drawing/2014/main" id="{F51A8F52-C477-F976-98F7-C3CC84AEF667}"/>
                  </a:ext>
                </a:extLst>
              </p:cNvPr>
              <p:cNvPicPr/>
              <p:nvPr/>
            </p:nvPicPr>
            <p:blipFill>
              <a:blip r:embed="rId3"/>
              <a:stretch>
                <a:fillRect/>
              </a:stretch>
            </p:blipFill>
            <p:spPr>
              <a:xfrm>
                <a:off x="834085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3" name="Ink 72">
                <a:extLst>
                  <a:ext uri="{FF2B5EF4-FFF2-40B4-BE49-F238E27FC236}">
                    <a16:creationId xmlns:a16="http://schemas.microsoft.com/office/drawing/2014/main" id="{44166E27-7139-4D7A-0752-A133FC3F845C}"/>
                  </a:ext>
                </a:extLst>
              </p14:cNvPr>
              <p14:cNvContentPartPr/>
              <p14:nvPr/>
            </p14:nvContentPartPr>
            <p14:xfrm>
              <a:off x="8444597" y="6516095"/>
              <a:ext cx="576" cy="576"/>
            </p14:xfrm>
          </p:contentPart>
        </mc:Choice>
        <mc:Fallback>
          <p:pic>
            <p:nvPicPr>
              <p:cNvPr id="73" name="Ink 72">
                <a:extLst>
                  <a:ext uri="{FF2B5EF4-FFF2-40B4-BE49-F238E27FC236}">
                    <a16:creationId xmlns:a16="http://schemas.microsoft.com/office/drawing/2014/main" id="{44166E27-7139-4D7A-0752-A133FC3F845C}"/>
                  </a:ext>
                </a:extLst>
              </p:cNvPr>
              <p:cNvPicPr/>
              <p:nvPr/>
            </p:nvPicPr>
            <p:blipFill>
              <a:blip r:embed="rId3"/>
              <a:stretch>
                <a:fillRect/>
              </a:stretch>
            </p:blipFill>
            <p:spPr>
              <a:xfrm>
                <a:off x="843019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4" name="Ink 73">
                <a:extLst>
                  <a:ext uri="{FF2B5EF4-FFF2-40B4-BE49-F238E27FC236}">
                    <a16:creationId xmlns:a16="http://schemas.microsoft.com/office/drawing/2014/main" id="{134F9476-5AEB-CE83-99A5-969315223F86}"/>
                  </a:ext>
                </a:extLst>
              </p14:cNvPr>
              <p14:cNvContentPartPr/>
              <p14:nvPr/>
            </p14:nvContentPartPr>
            <p14:xfrm>
              <a:off x="8556457" y="6516095"/>
              <a:ext cx="576" cy="576"/>
            </p14:xfrm>
          </p:contentPart>
        </mc:Choice>
        <mc:Fallback>
          <p:pic>
            <p:nvPicPr>
              <p:cNvPr id="74" name="Ink 73">
                <a:extLst>
                  <a:ext uri="{FF2B5EF4-FFF2-40B4-BE49-F238E27FC236}">
                    <a16:creationId xmlns:a16="http://schemas.microsoft.com/office/drawing/2014/main" id="{134F9476-5AEB-CE83-99A5-969315223F86}"/>
                  </a:ext>
                </a:extLst>
              </p:cNvPr>
              <p:cNvPicPr/>
              <p:nvPr/>
            </p:nvPicPr>
            <p:blipFill>
              <a:blip r:embed="rId3"/>
              <a:stretch>
                <a:fillRect/>
              </a:stretch>
            </p:blipFill>
            <p:spPr>
              <a:xfrm>
                <a:off x="854205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5" name="Ink 74">
                <a:extLst>
                  <a:ext uri="{FF2B5EF4-FFF2-40B4-BE49-F238E27FC236}">
                    <a16:creationId xmlns:a16="http://schemas.microsoft.com/office/drawing/2014/main" id="{3DE33967-ACD3-6AE8-C9F8-8D761E37AD4B}"/>
                  </a:ext>
                </a:extLst>
              </p14:cNvPr>
              <p14:cNvContentPartPr/>
              <p14:nvPr/>
            </p14:nvContentPartPr>
            <p14:xfrm>
              <a:off x="8314719" y="6516095"/>
              <a:ext cx="576" cy="576"/>
            </p14:xfrm>
          </p:contentPart>
        </mc:Choice>
        <mc:Fallback>
          <p:pic>
            <p:nvPicPr>
              <p:cNvPr id="75" name="Ink 74">
                <a:extLst>
                  <a:ext uri="{FF2B5EF4-FFF2-40B4-BE49-F238E27FC236}">
                    <a16:creationId xmlns:a16="http://schemas.microsoft.com/office/drawing/2014/main" id="{3DE33967-ACD3-6AE8-C9F8-8D761E37AD4B}"/>
                  </a:ext>
                </a:extLst>
              </p:cNvPr>
              <p:cNvPicPr/>
              <p:nvPr/>
            </p:nvPicPr>
            <p:blipFill>
              <a:blip r:embed="rId3"/>
              <a:stretch>
                <a:fillRect/>
              </a:stretch>
            </p:blipFill>
            <p:spPr>
              <a:xfrm>
                <a:off x="830031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6" name="Ink 75">
                <a:extLst>
                  <a:ext uri="{FF2B5EF4-FFF2-40B4-BE49-F238E27FC236}">
                    <a16:creationId xmlns:a16="http://schemas.microsoft.com/office/drawing/2014/main" id="{96C4D574-C43B-B9C3-1DA2-A22E39565C10}"/>
                  </a:ext>
                </a:extLst>
              </p14:cNvPr>
              <p14:cNvContentPartPr/>
              <p14:nvPr/>
            </p14:nvContentPartPr>
            <p14:xfrm>
              <a:off x="8417570" y="6516095"/>
              <a:ext cx="576" cy="576"/>
            </p14:xfrm>
          </p:contentPart>
        </mc:Choice>
        <mc:Fallback>
          <p:pic>
            <p:nvPicPr>
              <p:cNvPr id="76" name="Ink 75">
                <a:extLst>
                  <a:ext uri="{FF2B5EF4-FFF2-40B4-BE49-F238E27FC236}">
                    <a16:creationId xmlns:a16="http://schemas.microsoft.com/office/drawing/2014/main" id="{96C4D574-C43B-B9C3-1DA2-A22E39565C10}"/>
                  </a:ext>
                </a:extLst>
              </p:cNvPr>
              <p:cNvPicPr/>
              <p:nvPr/>
            </p:nvPicPr>
            <p:blipFill>
              <a:blip r:embed="rId3"/>
              <a:stretch>
                <a:fillRect/>
              </a:stretch>
            </p:blipFill>
            <p:spPr>
              <a:xfrm>
                <a:off x="8403170"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7" name="Ink 76">
                <a:extLst>
                  <a:ext uri="{FF2B5EF4-FFF2-40B4-BE49-F238E27FC236}">
                    <a16:creationId xmlns:a16="http://schemas.microsoft.com/office/drawing/2014/main" id="{51B687EB-2ACB-A944-64F4-9F030CE033F0}"/>
                  </a:ext>
                </a:extLst>
              </p14:cNvPr>
              <p14:cNvContentPartPr/>
              <p14:nvPr/>
            </p14:nvContentPartPr>
            <p14:xfrm>
              <a:off x="8506908" y="6516095"/>
              <a:ext cx="576" cy="576"/>
            </p14:xfrm>
          </p:contentPart>
        </mc:Choice>
        <mc:Fallback>
          <p:pic>
            <p:nvPicPr>
              <p:cNvPr id="77" name="Ink 76">
                <a:extLst>
                  <a:ext uri="{FF2B5EF4-FFF2-40B4-BE49-F238E27FC236}">
                    <a16:creationId xmlns:a16="http://schemas.microsoft.com/office/drawing/2014/main" id="{51B687EB-2ACB-A944-64F4-9F030CE033F0}"/>
                  </a:ext>
                </a:extLst>
              </p:cNvPr>
              <p:cNvPicPr/>
              <p:nvPr/>
            </p:nvPicPr>
            <p:blipFill>
              <a:blip r:embed="rId3"/>
              <a:stretch>
                <a:fillRect/>
              </a:stretch>
            </p:blipFill>
            <p:spPr>
              <a:xfrm>
                <a:off x="84925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D8BF4F46-7710-B2AB-197D-E42DEA943171}"/>
                  </a:ext>
                </a:extLst>
              </p14:cNvPr>
              <p14:cNvContentPartPr/>
              <p14:nvPr/>
            </p14:nvContentPartPr>
            <p14:xfrm>
              <a:off x="8618768" y="6516095"/>
              <a:ext cx="576" cy="576"/>
            </p14:xfrm>
          </p:contentPart>
        </mc:Choice>
        <mc:Fallback>
          <p:pic>
            <p:nvPicPr>
              <p:cNvPr id="78" name="Ink 77">
                <a:extLst>
                  <a:ext uri="{FF2B5EF4-FFF2-40B4-BE49-F238E27FC236}">
                    <a16:creationId xmlns:a16="http://schemas.microsoft.com/office/drawing/2014/main" id="{D8BF4F46-7710-B2AB-197D-E42DEA943171}"/>
                  </a:ext>
                </a:extLst>
              </p:cNvPr>
              <p:cNvPicPr/>
              <p:nvPr/>
            </p:nvPicPr>
            <p:blipFill>
              <a:blip r:embed="rId3"/>
              <a:stretch>
                <a:fillRect/>
              </a:stretch>
            </p:blipFill>
            <p:spPr>
              <a:xfrm>
                <a:off x="860436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9" name="Ink 78">
                <a:extLst>
                  <a:ext uri="{FF2B5EF4-FFF2-40B4-BE49-F238E27FC236}">
                    <a16:creationId xmlns:a16="http://schemas.microsoft.com/office/drawing/2014/main" id="{BB8326AB-B8CF-B429-ADD4-1C75907945BD}"/>
                  </a:ext>
                </a:extLst>
              </p14:cNvPr>
              <p14:cNvContentPartPr/>
              <p14:nvPr/>
            </p14:nvContentPartPr>
            <p14:xfrm>
              <a:off x="8665314" y="6516095"/>
              <a:ext cx="576" cy="576"/>
            </p14:xfrm>
          </p:contentPart>
        </mc:Choice>
        <mc:Fallback>
          <p:pic>
            <p:nvPicPr>
              <p:cNvPr id="79" name="Ink 78">
                <a:extLst>
                  <a:ext uri="{FF2B5EF4-FFF2-40B4-BE49-F238E27FC236}">
                    <a16:creationId xmlns:a16="http://schemas.microsoft.com/office/drawing/2014/main" id="{BB8326AB-B8CF-B429-ADD4-1C75907945BD}"/>
                  </a:ext>
                </a:extLst>
              </p:cNvPr>
              <p:cNvPicPr/>
              <p:nvPr/>
            </p:nvPicPr>
            <p:blipFill>
              <a:blip r:embed="rId3"/>
              <a:stretch>
                <a:fillRect/>
              </a:stretch>
            </p:blipFill>
            <p:spPr>
              <a:xfrm>
                <a:off x="8650914"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32E58344-3277-620E-5A01-0E6D88E6C1CD}"/>
                  </a:ext>
                </a:extLst>
              </p14:cNvPr>
              <p14:cNvContentPartPr/>
              <p14:nvPr/>
            </p14:nvContentPartPr>
            <p14:xfrm>
              <a:off x="8768165" y="6516095"/>
              <a:ext cx="576" cy="576"/>
            </p14:xfrm>
          </p:contentPart>
        </mc:Choice>
        <mc:Fallback>
          <p:pic>
            <p:nvPicPr>
              <p:cNvPr id="80" name="Ink 79">
                <a:extLst>
                  <a:ext uri="{FF2B5EF4-FFF2-40B4-BE49-F238E27FC236}">
                    <a16:creationId xmlns:a16="http://schemas.microsoft.com/office/drawing/2014/main" id="{32E58344-3277-620E-5A01-0E6D88E6C1CD}"/>
                  </a:ext>
                </a:extLst>
              </p:cNvPr>
              <p:cNvPicPr/>
              <p:nvPr/>
            </p:nvPicPr>
            <p:blipFill>
              <a:blip r:embed="rId3"/>
              <a:stretch>
                <a:fillRect/>
              </a:stretch>
            </p:blipFill>
            <p:spPr>
              <a:xfrm>
                <a:off x="8753765"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1" name="Ink 80">
                <a:extLst>
                  <a:ext uri="{FF2B5EF4-FFF2-40B4-BE49-F238E27FC236}">
                    <a16:creationId xmlns:a16="http://schemas.microsoft.com/office/drawing/2014/main" id="{3DAACD70-D689-A9ED-F2DD-867744A8E9C2}"/>
                  </a:ext>
                </a:extLst>
              </p14:cNvPr>
              <p14:cNvContentPartPr/>
              <p14:nvPr/>
            </p14:nvContentPartPr>
            <p14:xfrm>
              <a:off x="8857503" y="6516095"/>
              <a:ext cx="576" cy="576"/>
            </p14:xfrm>
          </p:contentPart>
        </mc:Choice>
        <mc:Fallback>
          <p:pic>
            <p:nvPicPr>
              <p:cNvPr id="81" name="Ink 80">
                <a:extLst>
                  <a:ext uri="{FF2B5EF4-FFF2-40B4-BE49-F238E27FC236}">
                    <a16:creationId xmlns:a16="http://schemas.microsoft.com/office/drawing/2014/main" id="{3DAACD70-D689-A9ED-F2DD-867744A8E9C2}"/>
                  </a:ext>
                </a:extLst>
              </p:cNvPr>
              <p:cNvPicPr/>
              <p:nvPr/>
            </p:nvPicPr>
            <p:blipFill>
              <a:blip r:embed="rId3"/>
              <a:stretch>
                <a:fillRect/>
              </a:stretch>
            </p:blipFill>
            <p:spPr>
              <a:xfrm>
                <a:off x="884310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a:extLst>
                  <a:ext uri="{FF2B5EF4-FFF2-40B4-BE49-F238E27FC236}">
                    <a16:creationId xmlns:a16="http://schemas.microsoft.com/office/drawing/2014/main" id="{684BBF6A-1122-57D5-92E2-C063D0C33D5A}"/>
                  </a:ext>
                </a:extLst>
              </p14:cNvPr>
              <p14:cNvContentPartPr/>
              <p14:nvPr/>
            </p14:nvContentPartPr>
            <p14:xfrm>
              <a:off x="8969363" y="6516095"/>
              <a:ext cx="576" cy="576"/>
            </p14:xfrm>
          </p:contentPart>
        </mc:Choice>
        <mc:Fallback>
          <p:pic>
            <p:nvPicPr>
              <p:cNvPr id="82" name="Ink 81">
                <a:extLst>
                  <a:ext uri="{FF2B5EF4-FFF2-40B4-BE49-F238E27FC236}">
                    <a16:creationId xmlns:a16="http://schemas.microsoft.com/office/drawing/2014/main" id="{684BBF6A-1122-57D5-92E2-C063D0C33D5A}"/>
                  </a:ext>
                </a:extLst>
              </p:cNvPr>
              <p:cNvPicPr/>
              <p:nvPr/>
            </p:nvPicPr>
            <p:blipFill>
              <a:blip r:embed="rId3"/>
              <a:stretch>
                <a:fillRect/>
              </a:stretch>
            </p:blipFill>
            <p:spPr>
              <a:xfrm>
                <a:off x="895496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3" name="Ink 82">
                <a:extLst>
                  <a:ext uri="{FF2B5EF4-FFF2-40B4-BE49-F238E27FC236}">
                    <a16:creationId xmlns:a16="http://schemas.microsoft.com/office/drawing/2014/main" id="{D92E0C0D-F4DF-9C90-EEFE-70C083528A31}"/>
                  </a:ext>
                </a:extLst>
              </p14:cNvPr>
              <p14:cNvContentPartPr/>
              <p14:nvPr/>
            </p14:nvContentPartPr>
            <p14:xfrm>
              <a:off x="10074451" y="5157258"/>
              <a:ext cx="576" cy="576"/>
            </p14:xfrm>
          </p:contentPart>
        </mc:Choice>
        <mc:Fallback>
          <p:pic>
            <p:nvPicPr>
              <p:cNvPr id="83" name="Ink 82">
                <a:extLst>
                  <a:ext uri="{FF2B5EF4-FFF2-40B4-BE49-F238E27FC236}">
                    <a16:creationId xmlns:a16="http://schemas.microsoft.com/office/drawing/2014/main" id="{D92E0C0D-F4DF-9C90-EEFE-70C083528A31}"/>
                  </a:ext>
                </a:extLst>
              </p:cNvPr>
              <p:cNvPicPr/>
              <p:nvPr/>
            </p:nvPicPr>
            <p:blipFill>
              <a:blip r:embed="rId3"/>
              <a:stretch>
                <a:fillRect/>
              </a:stretch>
            </p:blipFill>
            <p:spPr>
              <a:xfrm>
                <a:off x="1006005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839D8C47-E06E-CBF7-C67F-D875FBE1059B}"/>
                  </a:ext>
                </a:extLst>
              </p14:cNvPr>
              <p14:cNvContentPartPr/>
              <p14:nvPr/>
            </p14:nvContentPartPr>
            <p14:xfrm>
              <a:off x="10177302" y="5157258"/>
              <a:ext cx="576" cy="576"/>
            </p14:xfrm>
          </p:contentPart>
        </mc:Choice>
        <mc:Fallback>
          <p:pic>
            <p:nvPicPr>
              <p:cNvPr id="84" name="Ink 83">
                <a:extLst>
                  <a:ext uri="{FF2B5EF4-FFF2-40B4-BE49-F238E27FC236}">
                    <a16:creationId xmlns:a16="http://schemas.microsoft.com/office/drawing/2014/main" id="{839D8C47-E06E-CBF7-C67F-D875FBE1059B}"/>
                  </a:ext>
                </a:extLst>
              </p:cNvPr>
              <p:cNvPicPr/>
              <p:nvPr/>
            </p:nvPicPr>
            <p:blipFill>
              <a:blip r:embed="rId3"/>
              <a:stretch>
                <a:fillRect/>
              </a:stretch>
            </p:blipFill>
            <p:spPr>
              <a:xfrm>
                <a:off x="1016290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85" name="Ink 84">
                <a:extLst>
                  <a:ext uri="{FF2B5EF4-FFF2-40B4-BE49-F238E27FC236}">
                    <a16:creationId xmlns:a16="http://schemas.microsoft.com/office/drawing/2014/main" id="{025532D7-4C7C-D9D2-FF01-13E7060C57A7}"/>
                  </a:ext>
                </a:extLst>
              </p14:cNvPr>
              <p14:cNvContentPartPr/>
              <p14:nvPr/>
            </p14:nvContentPartPr>
            <p14:xfrm>
              <a:off x="10266640" y="5157258"/>
              <a:ext cx="576" cy="576"/>
            </p14:xfrm>
          </p:contentPart>
        </mc:Choice>
        <mc:Fallback>
          <p:pic>
            <p:nvPicPr>
              <p:cNvPr id="85" name="Ink 84">
                <a:extLst>
                  <a:ext uri="{FF2B5EF4-FFF2-40B4-BE49-F238E27FC236}">
                    <a16:creationId xmlns:a16="http://schemas.microsoft.com/office/drawing/2014/main" id="{025532D7-4C7C-D9D2-FF01-13E7060C57A7}"/>
                  </a:ext>
                </a:extLst>
              </p:cNvPr>
              <p:cNvPicPr/>
              <p:nvPr/>
            </p:nvPicPr>
            <p:blipFill>
              <a:blip r:embed="rId3"/>
              <a:stretch>
                <a:fillRect/>
              </a:stretch>
            </p:blipFill>
            <p:spPr>
              <a:xfrm>
                <a:off x="1025224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6" name="Ink 85">
                <a:extLst>
                  <a:ext uri="{FF2B5EF4-FFF2-40B4-BE49-F238E27FC236}">
                    <a16:creationId xmlns:a16="http://schemas.microsoft.com/office/drawing/2014/main" id="{C6097595-B6C4-C8C3-5429-6C8903A97AFD}"/>
                  </a:ext>
                </a:extLst>
              </p14:cNvPr>
              <p14:cNvContentPartPr/>
              <p14:nvPr/>
            </p14:nvContentPartPr>
            <p14:xfrm>
              <a:off x="10378500" y="5157258"/>
              <a:ext cx="576" cy="576"/>
            </p14:xfrm>
          </p:contentPart>
        </mc:Choice>
        <mc:Fallback>
          <p:pic>
            <p:nvPicPr>
              <p:cNvPr id="86" name="Ink 85">
                <a:extLst>
                  <a:ext uri="{FF2B5EF4-FFF2-40B4-BE49-F238E27FC236}">
                    <a16:creationId xmlns:a16="http://schemas.microsoft.com/office/drawing/2014/main" id="{C6097595-B6C4-C8C3-5429-6C8903A97AFD}"/>
                  </a:ext>
                </a:extLst>
              </p:cNvPr>
              <p:cNvPicPr/>
              <p:nvPr/>
            </p:nvPicPr>
            <p:blipFill>
              <a:blip r:embed="rId3"/>
              <a:stretch>
                <a:fillRect/>
              </a:stretch>
            </p:blipFill>
            <p:spPr>
              <a:xfrm>
                <a:off x="1036410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7" name="Ink 86">
                <a:extLst>
                  <a:ext uri="{FF2B5EF4-FFF2-40B4-BE49-F238E27FC236}">
                    <a16:creationId xmlns:a16="http://schemas.microsoft.com/office/drawing/2014/main" id="{11CC2CA0-21A9-7103-D765-4B7C44DF0AE7}"/>
                  </a:ext>
                </a:extLst>
              </p14:cNvPr>
              <p14:cNvContentPartPr/>
              <p14:nvPr/>
            </p14:nvContentPartPr>
            <p14:xfrm>
              <a:off x="10010638" y="5157258"/>
              <a:ext cx="576" cy="576"/>
            </p14:xfrm>
          </p:contentPart>
        </mc:Choice>
        <mc:Fallback>
          <p:pic>
            <p:nvPicPr>
              <p:cNvPr id="87" name="Ink 86">
                <a:extLst>
                  <a:ext uri="{FF2B5EF4-FFF2-40B4-BE49-F238E27FC236}">
                    <a16:creationId xmlns:a16="http://schemas.microsoft.com/office/drawing/2014/main" id="{11CC2CA0-21A9-7103-D765-4B7C44DF0AE7}"/>
                  </a:ext>
                </a:extLst>
              </p:cNvPr>
              <p:cNvPicPr/>
              <p:nvPr/>
            </p:nvPicPr>
            <p:blipFill>
              <a:blip r:embed="rId3"/>
              <a:stretch>
                <a:fillRect/>
              </a:stretch>
            </p:blipFill>
            <p:spPr>
              <a:xfrm>
                <a:off x="9996238"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8" name="Ink 87">
                <a:extLst>
                  <a:ext uri="{FF2B5EF4-FFF2-40B4-BE49-F238E27FC236}">
                    <a16:creationId xmlns:a16="http://schemas.microsoft.com/office/drawing/2014/main" id="{72F6CD61-813C-9F12-A3EA-3D858792F058}"/>
                  </a:ext>
                </a:extLst>
              </p14:cNvPr>
              <p14:cNvContentPartPr/>
              <p14:nvPr/>
            </p14:nvContentPartPr>
            <p14:xfrm>
              <a:off x="10113489" y="5157258"/>
              <a:ext cx="576" cy="576"/>
            </p14:xfrm>
          </p:contentPart>
        </mc:Choice>
        <mc:Fallback>
          <p:pic>
            <p:nvPicPr>
              <p:cNvPr id="88" name="Ink 87">
                <a:extLst>
                  <a:ext uri="{FF2B5EF4-FFF2-40B4-BE49-F238E27FC236}">
                    <a16:creationId xmlns:a16="http://schemas.microsoft.com/office/drawing/2014/main" id="{72F6CD61-813C-9F12-A3EA-3D858792F058}"/>
                  </a:ext>
                </a:extLst>
              </p:cNvPr>
              <p:cNvPicPr/>
              <p:nvPr/>
            </p:nvPicPr>
            <p:blipFill>
              <a:blip r:embed="rId3"/>
              <a:stretch>
                <a:fillRect/>
              </a:stretch>
            </p:blipFill>
            <p:spPr>
              <a:xfrm>
                <a:off x="10099089"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9" name="Ink 88">
                <a:extLst>
                  <a:ext uri="{FF2B5EF4-FFF2-40B4-BE49-F238E27FC236}">
                    <a16:creationId xmlns:a16="http://schemas.microsoft.com/office/drawing/2014/main" id="{EA5A42F6-1FB4-83B8-93FF-EF5198D72C41}"/>
                  </a:ext>
                </a:extLst>
              </p14:cNvPr>
              <p14:cNvContentPartPr/>
              <p14:nvPr/>
            </p14:nvContentPartPr>
            <p14:xfrm>
              <a:off x="10202827" y="5157258"/>
              <a:ext cx="576" cy="576"/>
            </p14:xfrm>
          </p:contentPart>
        </mc:Choice>
        <mc:Fallback>
          <p:pic>
            <p:nvPicPr>
              <p:cNvPr id="89" name="Ink 88">
                <a:extLst>
                  <a:ext uri="{FF2B5EF4-FFF2-40B4-BE49-F238E27FC236}">
                    <a16:creationId xmlns:a16="http://schemas.microsoft.com/office/drawing/2014/main" id="{EA5A42F6-1FB4-83B8-93FF-EF5198D72C41}"/>
                  </a:ext>
                </a:extLst>
              </p:cNvPr>
              <p:cNvPicPr/>
              <p:nvPr/>
            </p:nvPicPr>
            <p:blipFill>
              <a:blip r:embed="rId3"/>
              <a:stretch>
                <a:fillRect/>
              </a:stretch>
            </p:blipFill>
            <p:spPr>
              <a:xfrm>
                <a:off x="1018842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73606035-4D21-132F-58F7-5121356271B9}"/>
                  </a:ext>
                </a:extLst>
              </p14:cNvPr>
              <p14:cNvContentPartPr/>
              <p14:nvPr/>
            </p14:nvContentPartPr>
            <p14:xfrm>
              <a:off x="10314687" y="5157258"/>
              <a:ext cx="576" cy="576"/>
            </p14:xfrm>
          </p:contentPart>
        </mc:Choice>
        <mc:Fallback>
          <p:pic>
            <p:nvPicPr>
              <p:cNvPr id="90" name="Ink 89">
                <a:extLst>
                  <a:ext uri="{FF2B5EF4-FFF2-40B4-BE49-F238E27FC236}">
                    <a16:creationId xmlns:a16="http://schemas.microsoft.com/office/drawing/2014/main" id="{73606035-4D21-132F-58F7-5121356271B9}"/>
                  </a:ext>
                </a:extLst>
              </p:cNvPr>
              <p:cNvPicPr/>
              <p:nvPr/>
            </p:nvPicPr>
            <p:blipFill>
              <a:blip r:embed="rId3"/>
              <a:stretch>
                <a:fillRect/>
              </a:stretch>
            </p:blipFill>
            <p:spPr>
              <a:xfrm>
                <a:off x="1030028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91" name="Ink 90">
                <a:extLst>
                  <a:ext uri="{FF2B5EF4-FFF2-40B4-BE49-F238E27FC236}">
                    <a16:creationId xmlns:a16="http://schemas.microsoft.com/office/drawing/2014/main" id="{396073E3-0246-A3BE-E675-825C74FC12D8}"/>
                  </a:ext>
                </a:extLst>
              </p14:cNvPr>
              <p14:cNvContentPartPr/>
              <p14:nvPr/>
            </p14:nvContentPartPr>
            <p14:xfrm>
              <a:off x="9780161" y="5157258"/>
              <a:ext cx="576" cy="576"/>
            </p14:xfrm>
          </p:contentPart>
        </mc:Choice>
        <mc:Fallback>
          <p:pic>
            <p:nvPicPr>
              <p:cNvPr id="91" name="Ink 90">
                <a:extLst>
                  <a:ext uri="{FF2B5EF4-FFF2-40B4-BE49-F238E27FC236}">
                    <a16:creationId xmlns:a16="http://schemas.microsoft.com/office/drawing/2014/main" id="{396073E3-0246-A3BE-E675-825C74FC12D8}"/>
                  </a:ext>
                </a:extLst>
              </p:cNvPr>
              <p:cNvPicPr/>
              <p:nvPr/>
            </p:nvPicPr>
            <p:blipFill>
              <a:blip r:embed="rId3"/>
              <a:stretch>
                <a:fillRect/>
              </a:stretch>
            </p:blipFill>
            <p:spPr>
              <a:xfrm>
                <a:off x="976576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2" name="Ink 91">
                <a:extLst>
                  <a:ext uri="{FF2B5EF4-FFF2-40B4-BE49-F238E27FC236}">
                    <a16:creationId xmlns:a16="http://schemas.microsoft.com/office/drawing/2014/main" id="{0D0A32CE-4863-ED61-EB09-3032BF0EE1AE}"/>
                  </a:ext>
                </a:extLst>
              </p14:cNvPr>
              <p14:cNvContentPartPr/>
              <p14:nvPr/>
            </p14:nvContentPartPr>
            <p14:xfrm>
              <a:off x="9883012" y="5157258"/>
              <a:ext cx="576" cy="576"/>
            </p14:xfrm>
          </p:contentPart>
        </mc:Choice>
        <mc:Fallback>
          <p:pic>
            <p:nvPicPr>
              <p:cNvPr id="92" name="Ink 91">
                <a:extLst>
                  <a:ext uri="{FF2B5EF4-FFF2-40B4-BE49-F238E27FC236}">
                    <a16:creationId xmlns:a16="http://schemas.microsoft.com/office/drawing/2014/main" id="{0D0A32CE-4863-ED61-EB09-3032BF0EE1AE}"/>
                  </a:ext>
                </a:extLst>
              </p:cNvPr>
              <p:cNvPicPr/>
              <p:nvPr/>
            </p:nvPicPr>
            <p:blipFill>
              <a:blip r:embed="rId3"/>
              <a:stretch>
                <a:fillRect/>
              </a:stretch>
            </p:blipFill>
            <p:spPr>
              <a:xfrm>
                <a:off x="986861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3" name="Ink 92">
                <a:extLst>
                  <a:ext uri="{FF2B5EF4-FFF2-40B4-BE49-F238E27FC236}">
                    <a16:creationId xmlns:a16="http://schemas.microsoft.com/office/drawing/2014/main" id="{7DE9D8EA-F11D-C7FF-2D6B-96747155E8B6}"/>
                  </a:ext>
                </a:extLst>
              </p14:cNvPr>
              <p14:cNvContentPartPr/>
              <p14:nvPr/>
            </p14:nvContentPartPr>
            <p14:xfrm>
              <a:off x="9972350" y="5157258"/>
              <a:ext cx="576" cy="576"/>
            </p14:xfrm>
          </p:contentPart>
        </mc:Choice>
        <mc:Fallback>
          <p:pic>
            <p:nvPicPr>
              <p:cNvPr id="93" name="Ink 92">
                <a:extLst>
                  <a:ext uri="{FF2B5EF4-FFF2-40B4-BE49-F238E27FC236}">
                    <a16:creationId xmlns:a16="http://schemas.microsoft.com/office/drawing/2014/main" id="{7DE9D8EA-F11D-C7FF-2D6B-96747155E8B6}"/>
                  </a:ext>
                </a:extLst>
              </p:cNvPr>
              <p:cNvPicPr/>
              <p:nvPr/>
            </p:nvPicPr>
            <p:blipFill>
              <a:blip r:embed="rId3"/>
              <a:stretch>
                <a:fillRect/>
              </a:stretch>
            </p:blipFill>
            <p:spPr>
              <a:xfrm>
                <a:off x="995795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4" name="Ink 93">
                <a:extLst>
                  <a:ext uri="{FF2B5EF4-FFF2-40B4-BE49-F238E27FC236}">
                    <a16:creationId xmlns:a16="http://schemas.microsoft.com/office/drawing/2014/main" id="{28CFADB8-AF45-2C96-3840-3AA671500EF4}"/>
                  </a:ext>
                </a:extLst>
              </p14:cNvPr>
              <p14:cNvContentPartPr/>
              <p14:nvPr/>
            </p14:nvContentPartPr>
            <p14:xfrm>
              <a:off x="10084210" y="5157258"/>
              <a:ext cx="576" cy="576"/>
            </p14:xfrm>
          </p:contentPart>
        </mc:Choice>
        <mc:Fallback>
          <p:pic>
            <p:nvPicPr>
              <p:cNvPr id="94" name="Ink 93">
                <a:extLst>
                  <a:ext uri="{FF2B5EF4-FFF2-40B4-BE49-F238E27FC236}">
                    <a16:creationId xmlns:a16="http://schemas.microsoft.com/office/drawing/2014/main" id="{28CFADB8-AF45-2C96-3840-3AA671500EF4}"/>
                  </a:ext>
                </a:extLst>
              </p:cNvPr>
              <p:cNvPicPr/>
              <p:nvPr/>
            </p:nvPicPr>
            <p:blipFill>
              <a:blip r:embed="rId3"/>
              <a:stretch>
                <a:fillRect/>
              </a:stretch>
            </p:blipFill>
            <p:spPr>
              <a:xfrm>
                <a:off x="1006981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5" name="Ink 94">
                <a:extLst>
                  <a:ext uri="{FF2B5EF4-FFF2-40B4-BE49-F238E27FC236}">
                    <a16:creationId xmlns:a16="http://schemas.microsoft.com/office/drawing/2014/main" id="{036672E5-FF2B-5224-35B0-44735889FFA5}"/>
                  </a:ext>
                </a:extLst>
              </p14:cNvPr>
              <p14:cNvContentPartPr/>
              <p14:nvPr/>
            </p14:nvContentPartPr>
            <p14:xfrm>
              <a:off x="9374012" y="6516095"/>
              <a:ext cx="576" cy="576"/>
            </p14:xfrm>
          </p:contentPart>
        </mc:Choice>
        <mc:Fallback>
          <p:pic>
            <p:nvPicPr>
              <p:cNvPr id="95" name="Ink 94">
                <a:extLst>
                  <a:ext uri="{FF2B5EF4-FFF2-40B4-BE49-F238E27FC236}">
                    <a16:creationId xmlns:a16="http://schemas.microsoft.com/office/drawing/2014/main" id="{036672E5-FF2B-5224-35B0-44735889FFA5}"/>
                  </a:ext>
                </a:extLst>
              </p:cNvPr>
              <p:cNvPicPr/>
              <p:nvPr/>
            </p:nvPicPr>
            <p:blipFill>
              <a:blip r:embed="rId3"/>
              <a:stretch>
                <a:fillRect/>
              </a:stretch>
            </p:blipFill>
            <p:spPr>
              <a:xfrm>
                <a:off x="9359612"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6" name="Ink 95">
                <a:extLst>
                  <a:ext uri="{FF2B5EF4-FFF2-40B4-BE49-F238E27FC236}">
                    <a16:creationId xmlns:a16="http://schemas.microsoft.com/office/drawing/2014/main" id="{46F11970-65D7-2809-22C8-ECE37D147931}"/>
                  </a:ext>
                </a:extLst>
              </p14:cNvPr>
              <p14:cNvContentPartPr/>
              <p14:nvPr/>
            </p14:nvContentPartPr>
            <p14:xfrm>
              <a:off x="9936316" y="6516095"/>
              <a:ext cx="576" cy="576"/>
            </p14:xfrm>
          </p:contentPart>
        </mc:Choice>
        <mc:Fallback>
          <p:pic>
            <p:nvPicPr>
              <p:cNvPr id="96" name="Ink 95">
                <a:extLst>
                  <a:ext uri="{FF2B5EF4-FFF2-40B4-BE49-F238E27FC236}">
                    <a16:creationId xmlns:a16="http://schemas.microsoft.com/office/drawing/2014/main" id="{46F11970-65D7-2809-22C8-ECE37D147931}"/>
                  </a:ext>
                </a:extLst>
              </p:cNvPr>
              <p:cNvPicPr/>
              <p:nvPr/>
            </p:nvPicPr>
            <p:blipFill>
              <a:blip r:embed="rId3"/>
              <a:stretch>
                <a:fillRect/>
              </a:stretch>
            </p:blipFill>
            <p:spPr>
              <a:xfrm>
                <a:off x="9921916"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97" name="Ink 96">
                <a:extLst>
                  <a:ext uri="{FF2B5EF4-FFF2-40B4-BE49-F238E27FC236}">
                    <a16:creationId xmlns:a16="http://schemas.microsoft.com/office/drawing/2014/main" id="{F11AD248-9F27-7F24-4765-6C358C99EA8A}"/>
                  </a:ext>
                </a:extLst>
              </p14:cNvPr>
              <p14:cNvContentPartPr/>
              <p14:nvPr/>
            </p14:nvContentPartPr>
            <p14:xfrm>
              <a:off x="9273413" y="5157258"/>
              <a:ext cx="576" cy="576"/>
            </p14:xfrm>
          </p:contentPart>
        </mc:Choice>
        <mc:Fallback>
          <p:pic>
            <p:nvPicPr>
              <p:cNvPr id="97" name="Ink 96">
                <a:extLst>
                  <a:ext uri="{FF2B5EF4-FFF2-40B4-BE49-F238E27FC236}">
                    <a16:creationId xmlns:a16="http://schemas.microsoft.com/office/drawing/2014/main" id="{F11AD248-9F27-7F24-4765-6C358C99EA8A}"/>
                  </a:ext>
                </a:extLst>
              </p:cNvPr>
              <p:cNvPicPr/>
              <p:nvPr/>
            </p:nvPicPr>
            <p:blipFill>
              <a:blip r:embed="rId3"/>
              <a:stretch>
                <a:fillRect/>
              </a:stretch>
            </p:blipFill>
            <p:spPr>
              <a:xfrm>
                <a:off x="9259013"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8" name="Ink 97">
                <a:extLst>
                  <a:ext uri="{FF2B5EF4-FFF2-40B4-BE49-F238E27FC236}">
                    <a16:creationId xmlns:a16="http://schemas.microsoft.com/office/drawing/2014/main" id="{C8CDAEA3-0A8A-C363-DBB7-FEA0C1FD292E}"/>
                  </a:ext>
                </a:extLst>
              </p14:cNvPr>
              <p14:cNvContentPartPr/>
              <p14:nvPr/>
            </p14:nvContentPartPr>
            <p14:xfrm>
              <a:off x="8817714" y="5157258"/>
              <a:ext cx="576" cy="576"/>
            </p14:xfrm>
          </p:contentPart>
        </mc:Choice>
        <mc:Fallback>
          <p:pic>
            <p:nvPicPr>
              <p:cNvPr id="98" name="Ink 97">
                <a:extLst>
                  <a:ext uri="{FF2B5EF4-FFF2-40B4-BE49-F238E27FC236}">
                    <a16:creationId xmlns:a16="http://schemas.microsoft.com/office/drawing/2014/main" id="{C8CDAEA3-0A8A-C363-DBB7-FEA0C1FD292E}"/>
                  </a:ext>
                </a:extLst>
              </p:cNvPr>
              <p:cNvPicPr/>
              <p:nvPr/>
            </p:nvPicPr>
            <p:blipFill>
              <a:blip r:embed="rId3"/>
              <a:stretch>
                <a:fillRect/>
              </a:stretch>
            </p:blipFill>
            <p:spPr>
              <a:xfrm>
                <a:off x="8803314"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99" name="Ink 98">
                <a:extLst>
                  <a:ext uri="{FF2B5EF4-FFF2-40B4-BE49-F238E27FC236}">
                    <a16:creationId xmlns:a16="http://schemas.microsoft.com/office/drawing/2014/main" id="{E52080B7-DE91-13FB-35C6-34700E3D9D0C}"/>
                  </a:ext>
                </a:extLst>
              </p14:cNvPr>
              <p14:cNvContentPartPr/>
              <p14:nvPr/>
            </p14:nvContentPartPr>
            <p14:xfrm>
              <a:off x="9654788" y="5156508"/>
              <a:ext cx="576" cy="576"/>
            </p14:xfrm>
          </p:contentPart>
        </mc:Choice>
        <mc:Fallback>
          <p:pic>
            <p:nvPicPr>
              <p:cNvPr id="99" name="Ink 98">
                <a:extLst>
                  <a:ext uri="{FF2B5EF4-FFF2-40B4-BE49-F238E27FC236}">
                    <a16:creationId xmlns:a16="http://schemas.microsoft.com/office/drawing/2014/main" id="{E52080B7-DE91-13FB-35C6-34700E3D9D0C}"/>
                  </a:ext>
                </a:extLst>
              </p:cNvPr>
              <p:cNvPicPr/>
              <p:nvPr/>
            </p:nvPicPr>
            <p:blipFill>
              <a:blip r:embed="rId3"/>
              <a:stretch>
                <a:fillRect/>
              </a:stretch>
            </p:blipFill>
            <p:spPr>
              <a:xfrm>
                <a:off x="9640388"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0" name="Ink 99">
                <a:extLst>
                  <a:ext uri="{FF2B5EF4-FFF2-40B4-BE49-F238E27FC236}">
                    <a16:creationId xmlns:a16="http://schemas.microsoft.com/office/drawing/2014/main" id="{36957840-2C53-C0EE-5E60-95402502D9B5}"/>
                  </a:ext>
                </a:extLst>
              </p14:cNvPr>
              <p14:cNvContentPartPr/>
              <p14:nvPr/>
            </p14:nvContentPartPr>
            <p14:xfrm>
              <a:off x="9757639" y="5156508"/>
              <a:ext cx="576" cy="576"/>
            </p14:xfrm>
          </p:contentPart>
        </mc:Choice>
        <mc:Fallback>
          <p:pic>
            <p:nvPicPr>
              <p:cNvPr id="100" name="Ink 99">
                <a:extLst>
                  <a:ext uri="{FF2B5EF4-FFF2-40B4-BE49-F238E27FC236}">
                    <a16:creationId xmlns:a16="http://schemas.microsoft.com/office/drawing/2014/main" id="{36957840-2C53-C0EE-5E60-95402502D9B5}"/>
                  </a:ext>
                </a:extLst>
              </p:cNvPr>
              <p:cNvPicPr/>
              <p:nvPr/>
            </p:nvPicPr>
            <p:blipFill>
              <a:blip r:embed="rId3"/>
              <a:stretch>
                <a:fillRect/>
              </a:stretch>
            </p:blipFill>
            <p:spPr>
              <a:xfrm>
                <a:off x="9743239"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01" name="Ink 100">
                <a:extLst>
                  <a:ext uri="{FF2B5EF4-FFF2-40B4-BE49-F238E27FC236}">
                    <a16:creationId xmlns:a16="http://schemas.microsoft.com/office/drawing/2014/main" id="{B95EBEAF-E7B8-45E5-2CA1-D720718A1E6E}"/>
                  </a:ext>
                </a:extLst>
              </p14:cNvPr>
              <p14:cNvContentPartPr/>
              <p14:nvPr/>
            </p14:nvContentPartPr>
            <p14:xfrm>
              <a:off x="9846977" y="5156508"/>
              <a:ext cx="576" cy="576"/>
            </p14:xfrm>
          </p:contentPart>
        </mc:Choice>
        <mc:Fallback>
          <p:pic>
            <p:nvPicPr>
              <p:cNvPr id="101" name="Ink 100">
                <a:extLst>
                  <a:ext uri="{FF2B5EF4-FFF2-40B4-BE49-F238E27FC236}">
                    <a16:creationId xmlns:a16="http://schemas.microsoft.com/office/drawing/2014/main" id="{B95EBEAF-E7B8-45E5-2CA1-D720718A1E6E}"/>
                  </a:ext>
                </a:extLst>
              </p:cNvPr>
              <p:cNvPicPr/>
              <p:nvPr/>
            </p:nvPicPr>
            <p:blipFill>
              <a:blip r:embed="rId3"/>
              <a:stretch>
                <a:fillRect/>
              </a:stretch>
            </p:blipFill>
            <p:spPr>
              <a:xfrm>
                <a:off x="983257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2" name="Ink 101">
                <a:extLst>
                  <a:ext uri="{FF2B5EF4-FFF2-40B4-BE49-F238E27FC236}">
                    <a16:creationId xmlns:a16="http://schemas.microsoft.com/office/drawing/2014/main" id="{7EA0DB2B-E7BA-D90E-652F-E14A38EAC0A7}"/>
                  </a:ext>
                </a:extLst>
              </p14:cNvPr>
              <p14:cNvContentPartPr/>
              <p14:nvPr/>
            </p14:nvContentPartPr>
            <p14:xfrm>
              <a:off x="9693826" y="5156508"/>
              <a:ext cx="576" cy="576"/>
            </p14:xfrm>
          </p:contentPart>
        </mc:Choice>
        <mc:Fallback>
          <p:pic>
            <p:nvPicPr>
              <p:cNvPr id="102" name="Ink 101">
                <a:extLst>
                  <a:ext uri="{FF2B5EF4-FFF2-40B4-BE49-F238E27FC236}">
                    <a16:creationId xmlns:a16="http://schemas.microsoft.com/office/drawing/2014/main" id="{7EA0DB2B-E7BA-D90E-652F-E14A38EAC0A7}"/>
                  </a:ext>
                </a:extLst>
              </p:cNvPr>
              <p:cNvPicPr/>
              <p:nvPr/>
            </p:nvPicPr>
            <p:blipFill>
              <a:blip r:embed="rId3"/>
              <a:stretch>
                <a:fillRect/>
              </a:stretch>
            </p:blipFill>
            <p:spPr>
              <a:xfrm>
                <a:off x="9679426"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03" name="Ink 102">
                <a:extLst>
                  <a:ext uri="{FF2B5EF4-FFF2-40B4-BE49-F238E27FC236}">
                    <a16:creationId xmlns:a16="http://schemas.microsoft.com/office/drawing/2014/main" id="{504F6115-FE3D-9403-7302-D92A883C6741}"/>
                  </a:ext>
                </a:extLst>
              </p14:cNvPr>
              <p14:cNvContentPartPr/>
              <p14:nvPr/>
            </p14:nvContentPartPr>
            <p14:xfrm>
              <a:off x="9783164" y="5156508"/>
              <a:ext cx="576" cy="576"/>
            </p14:xfrm>
          </p:contentPart>
        </mc:Choice>
        <mc:Fallback>
          <p:pic>
            <p:nvPicPr>
              <p:cNvPr id="103" name="Ink 102">
                <a:extLst>
                  <a:ext uri="{FF2B5EF4-FFF2-40B4-BE49-F238E27FC236}">
                    <a16:creationId xmlns:a16="http://schemas.microsoft.com/office/drawing/2014/main" id="{504F6115-FE3D-9403-7302-D92A883C6741}"/>
                  </a:ext>
                </a:extLst>
              </p:cNvPr>
              <p:cNvPicPr/>
              <p:nvPr/>
            </p:nvPicPr>
            <p:blipFill>
              <a:blip r:embed="rId3"/>
              <a:stretch>
                <a:fillRect/>
              </a:stretch>
            </p:blipFill>
            <p:spPr>
              <a:xfrm>
                <a:off x="9768764"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3C350C26-D2D0-D323-938D-B016A914E028}"/>
                  </a:ext>
                </a:extLst>
              </p14:cNvPr>
              <p14:cNvContentPartPr/>
              <p14:nvPr/>
            </p14:nvContentPartPr>
            <p14:xfrm>
              <a:off x="9664547" y="5156508"/>
              <a:ext cx="576" cy="576"/>
            </p14:xfrm>
          </p:contentPart>
        </mc:Choice>
        <mc:Fallback>
          <p:pic>
            <p:nvPicPr>
              <p:cNvPr id="104" name="Ink 103">
                <a:extLst>
                  <a:ext uri="{FF2B5EF4-FFF2-40B4-BE49-F238E27FC236}">
                    <a16:creationId xmlns:a16="http://schemas.microsoft.com/office/drawing/2014/main" id="{3C350C26-D2D0-D323-938D-B016A914E028}"/>
                  </a:ext>
                </a:extLst>
              </p:cNvPr>
              <p:cNvPicPr/>
              <p:nvPr/>
            </p:nvPicPr>
            <p:blipFill>
              <a:blip r:embed="rId3"/>
              <a:stretch>
                <a:fillRect/>
              </a:stretch>
            </p:blipFill>
            <p:spPr>
              <a:xfrm>
                <a:off x="965014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05" name="Ink 104">
                <a:extLst>
                  <a:ext uri="{FF2B5EF4-FFF2-40B4-BE49-F238E27FC236}">
                    <a16:creationId xmlns:a16="http://schemas.microsoft.com/office/drawing/2014/main" id="{5E852DC3-6905-2C4F-57CF-E78C179AC7EC}"/>
                  </a:ext>
                </a:extLst>
              </p14:cNvPr>
              <p14:cNvContentPartPr/>
              <p14:nvPr/>
            </p14:nvContentPartPr>
            <p14:xfrm>
              <a:off x="8956601" y="6510840"/>
              <a:ext cx="576" cy="576"/>
            </p14:xfrm>
          </p:contentPart>
        </mc:Choice>
        <mc:Fallback>
          <p:pic>
            <p:nvPicPr>
              <p:cNvPr id="105" name="Ink 104">
                <a:extLst>
                  <a:ext uri="{FF2B5EF4-FFF2-40B4-BE49-F238E27FC236}">
                    <a16:creationId xmlns:a16="http://schemas.microsoft.com/office/drawing/2014/main" id="{5E852DC3-6905-2C4F-57CF-E78C179AC7EC}"/>
                  </a:ext>
                </a:extLst>
              </p:cNvPr>
              <p:cNvPicPr/>
              <p:nvPr/>
            </p:nvPicPr>
            <p:blipFill>
              <a:blip r:embed="rId3"/>
              <a:stretch>
                <a:fillRect/>
              </a:stretch>
            </p:blipFill>
            <p:spPr>
              <a:xfrm>
                <a:off x="8942201"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1524D108-4041-249C-2430-DE2FAA580770}"/>
                  </a:ext>
                </a:extLst>
              </p14:cNvPr>
              <p14:cNvContentPartPr/>
              <p14:nvPr/>
            </p14:nvContentPartPr>
            <p14:xfrm>
              <a:off x="9018912" y="6510840"/>
              <a:ext cx="576" cy="576"/>
            </p14:xfrm>
          </p:contentPart>
        </mc:Choice>
        <mc:Fallback>
          <p:pic>
            <p:nvPicPr>
              <p:cNvPr id="106" name="Ink 105">
                <a:extLst>
                  <a:ext uri="{FF2B5EF4-FFF2-40B4-BE49-F238E27FC236}">
                    <a16:creationId xmlns:a16="http://schemas.microsoft.com/office/drawing/2014/main" id="{1524D108-4041-249C-2430-DE2FAA580770}"/>
                  </a:ext>
                </a:extLst>
              </p:cNvPr>
              <p:cNvPicPr/>
              <p:nvPr/>
            </p:nvPicPr>
            <p:blipFill>
              <a:blip r:embed="rId3"/>
              <a:stretch>
                <a:fillRect/>
              </a:stretch>
            </p:blipFill>
            <p:spPr>
              <a:xfrm>
                <a:off x="9004512"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07" name="Ink 106">
                <a:extLst>
                  <a:ext uri="{FF2B5EF4-FFF2-40B4-BE49-F238E27FC236}">
                    <a16:creationId xmlns:a16="http://schemas.microsoft.com/office/drawing/2014/main" id="{03692BA3-73FD-5972-C7B0-AC24E21BAFD7}"/>
                  </a:ext>
                </a:extLst>
              </p14:cNvPr>
              <p14:cNvContentPartPr/>
              <p14:nvPr/>
            </p14:nvContentPartPr>
            <p14:xfrm>
              <a:off x="9065458" y="6510840"/>
              <a:ext cx="576" cy="576"/>
            </p14:xfrm>
          </p:contentPart>
        </mc:Choice>
        <mc:Fallback>
          <p:pic>
            <p:nvPicPr>
              <p:cNvPr id="107" name="Ink 106">
                <a:extLst>
                  <a:ext uri="{FF2B5EF4-FFF2-40B4-BE49-F238E27FC236}">
                    <a16:creationId xmlns:a16="http://schemas.microsoft.com/office/drawing/2014/main" id="{03692BA3-73FD-5972-C7B0-AC24E21BAFD7}"/>
                  </a:ext>
                </a:extLst>
              </p:cNvPr>
              <p:cNvPicPr/>
              <p:nvPr/>
            </p:nvPicPr>
            <p:blipFill>
              <a:blip r:embed="rId3"/>
              <a:stretch>
                <a:fillRect/>
              </a:stretch>
            </p:blipFill>
            <p:spPr>
              <a:xfrm>
                <a:off x="9051058"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09EA8773-0A6A-6392-92F4-13CF2B05B204}"/>
                  </a:ext>
                </a:extLst>
              </p14:cNvPr>
              <p14:cNvContentPartPr/>
              <p14:nvPr/>
            </p14:nvContentPartPr>
            <p14:xfrm>
              <a:off x="9168309" y="6510840"/>
              <a:ext cx="576" cy="576"/>
            </p14:xfrm>
          </p:contentPart>
        </mc:Choice>
        <mc:Fallback>
          <p:pic>
            <p:nvPicPr>
              <p:cNvPr id="108" name="Ink 107">
                <a:extLst>
                  <a:ext uri="{FF2B5EF4-FFF2-40B4-BE49-F238E27FC236}">
                    <a16:creationId xmlns:a16="http://schemas.microsoft.com/office/drawing/2014/main" id="{09EA8773-0A6A-6392-92F4-13CF2B05B204}"/>
                  </a:ext>
                </a:extLst>
              </p:cNvPr>
              <p:cNvPicPr/>
              <p:nvPr/>
            </p:nvPicPr>
            <p:blipFill>
              <a:blip r:embed="rId3"/>
              <a:stretch>
                <a:fillRect/>
              </a:stretch>
            </p:blipFill>
            <p:spPr>
              <a:xfrm>
                <a:off x="9153909" y="6496440"/>
                <a:ext cx="28800" cy="28800"/>
              </a:xfrm>
              <a:prstGeom prst="rect">
                <a:avLst/>
              </a:prstGeom>
            </p:spPr>
          </p:pic>
        </mc:Fallback>
      </mc:AlternateContent>
      <p:sp>
        <p:nvSpPr>
          <p:cNvPr id="6" name="Freeform 5">
            <a:extLst>
              <a:ext uri="{FF2B5EF4-FFF2-40B4-BE49-F238E27FC236}">
                <a16:creationId xmlns:a16="http://schemas.microsoft.com/office/drawing/2014/main" id="{CE3C0A92-BE4D-7CE5-AEB9-C63630E1C9B3}"/>
              </a:ext>
            </a:extLst>
          </p:cNvPr>
          <p:cNvSpPr/>
          <p:nvPr/>
        </p:nvSpPr>
        <p:spPr>
          <a:xfrm>
            <a:off x="8216348" y="5181600"/>
            <a:ext cx="2173355" cy="1314025"/>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42B80CD9-FD62-05E3-CF10-FCD4D4E0B471}"/>
              </a:ext>
            </a:extLst>
          </p:cNvPr>
          <p:cNvSpPr txBox="1"/>
          <p:nvPr/>
        </p:nvSpPr>
        <p:spPr>
          <a:xfrm>
            <a:off x="10884086" y="4607253"/>
            <a:ext cx="1307914" cy="1015663"/>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(We fit a probability of passing line)</a:t>
            </a:r>
          </a:p>
        </p:txBody>
      </p:sp>
    </p:spTree>
    <p:extLst>
      <p:ext uri="{BB962C8B-B14F-4D97-AF65-F5344CB8AC3E}">
        <p14:creationId xmlns:p14="http://schemas.microsoft.com/office/powerpoint/2010/main" val="963408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C0C46-750F-2C9D-9097-EDBD9EEA9AD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3AFDDBA-083E-2312-46AD-AC62F06DAB9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89519F7E-5270-84E9-8855-D389E76AAECA}"/>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F3B4B928-ECF8-7D67-CBC2-032EC505482E}"/>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5" name="TextBox 34">
            <a:extLst>
              <a:ext uri="{FF2B5EF4-FFF2-40B4-BE49-F238E27FC236}">
                <a16:creationId xmlns:a16="http://schemas.microsoft.com/office/drawing/2014/main" id="{90AE86E6-024B-A9CA-264B-577CAB2BFA80}"/>
              </a:ext>
            </a:extLst>
          </p:cNvPr>
          <p:cNvSpPr txBox="1"/>
          <p:nvPr/>
        </p:nvSpPr>
        <p:spPr>
          <a:xfrm rot="16200000">
            <a:off x="6983098" y="5393715"/>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Passed exam?</a:t>
            </a:r>
          </a:p>
        </p:txBody>
      </p:sp>
      <p:cxnSp>
        <p:nvCxnSpPr>
          <p:cNvPr id="36" name="Straight Connector 35">
            <a:extLst>
              <a:ext uri="{FF2B5EF4-FFF2-40B4-BE49-F238E27FC236}">
                <a16:creationId xmlns:a16="http://schemas.microsoft.com/office/drawing/2014/main" id="{00791841-4EFB-DDAE-F8A6-BA326CE26069}"/>
              </a:ext>
            </a:extLst>
          </p:cNvPr>
          <p:cNvCxnSpPr>
            <a:cxnSpLocks/>
          </p:cNvCxnSpPr>
          <p:nvPr/>
        </p:nvCxnSpPr>
        <p:spPr>
          <a:xfrm>
            <a:off x="8158365" y="5154454"/>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755CA75-2FB9-76CF-67AF-DFA54CD4E257}"/>
              </a:ext>
            </a:extLst>
          </p:cNvPr>
          <p:cNvCxnSpPr>
            <a:cxnSpLocks/>
          </p:cNvCxnSpPr>
          <p:nvPr/>
        </p:nvCxnSpPr>
        <p:spPr>
          <a:xfrm flipH="1">
            <a:off x="8150465" y="6601544"/>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8906F48-205A-2B82-22A8-E433F1CFD67A}"/>
              </a:ext>
            </a:extLst>
          </p:cNvPr>
          <p:cNvSpPr txBox="1"/>
          <p:nvPr/>
        </p:nvSpPr>
        <p:spPr>
          <a:xfrm>
            <a:off x="8883054" y="6611780"/>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69" name="TextBox 68">
            <a:extLst>
              <a:ext uri="{FF2B5EF4-FFF2-40B4-BE49-F238E27FC236}">
                <a16:creationId xmlns:a16="http://schemas.microsoft.com/office/drawing/2014/main" id="{D7F6B706-E245-1577-3807-C69825E67D86}"/>
              </a:ext>
            </a:extLst>
          </p:cNvPr>
          <p:cNvSpPr txBox="1"/>
          <p:nvPr/>
        </p:nvSpPr>
        <p:spPr>
          <a:xfrm>
            <a:off x="7818078" y="5056717"/>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Yes</a:t>
            </a:r>
          </a:p>
        </p:txBody>
      </p:sp>
      <p:sp>
        <p:nvSpPr>
          <p:cNvPr id="70" name="TextBox 69">
            <a:extLst>
              <a:ext uri="{FF2B5EF4-FFF2-40B4-BE49-F238E27FC236}">
                <a16:creationId xmlns:a16="http://schemas.microsoft.com/office/drawing/2014/main" id="{C87CD36A-1609-2C0E-A827-EAD46E8F38DF}"/>
              </a:ext>
            </a:extLst>
          </p:cNvPr>
          <p:cNvSpPr txBox="1"/>
          <p:nvPr/>
        </p:nvSpPr>
        <p:spPr>
          <a:xfrm>
            <a:off x="7828810" y="6406853"/>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No</a:t>
            </a:r>
          </a:p>
        </p:txBody>
      </p:sp>
      <mc:AlternateContent xmlns:mc="http://schemas.openxmlformats.org/markup-compatibility/2006">
        <mc:Choice xmlns:p14="http://schemas.microsoft.com/office/powerpoint/2010/main" Requires="p14">
          <p:contentPart p14:bwMode="auto" r:id="rId2">
            <p14:nvContentPartPr>
              <p14:cNvPr id="71" name="Ink 70">
                <a:extLst>
                  <a:ext uri="{FF2B5EF4-FFF2-40B4-BE49-F238E27FC236}">
                    <a16:creationId xmlns:a16="http://schemas.microsoft.com/office/drawing/2014/main" id="{04C812AD-8894-A653-FEF8-4E4FEE7A9C72}"/>
                  </a:ext>
                </a:extLst>
              </p14:cNvPr>
              <p14:cNvContentPartPr/>
              <p14:nvPr/>
            </p14:nvContentPartPr>
            <p14:xfrm>
              <a:off x="8252408" y="6516095"/>
              <a:ext cx="576" cy="576"/>
            </p14:xfrm>
          </p:contentPart>
        </mc:Choice>
        <mc:Fallback>
          <p:pic>
            <p:nvPicPr>
              <p:cNvPr id="71" name="Ink 70">
                <a:extLst>
                  <a:ext uri="{FF2B5EF4-FFF2-40B4-BE49-F238E27FC236}">
                    <a16:creationId xmlns:a16="http://schemas.microsoft.com/office/drawing/2014/main" id="{04C812AD-8894-A653-FEF8-4E4FEE7A9C72}"/>
                  </a:ext>
                </a:extLst>
              </p:cNvPr>
              <p:cNvPicPr/>
              <p:nvPr/>
            </p:nvPicPr>
            <p:blipFill>
              <a:blip r:embed="rId3"/>
              <a:stretch>
                <a:fillRect/>
              </a:stretch>
            </p:blipFill>
            <p:spPr>
              <a:xfrm>
                <a:off x="82380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2" name="Ink 71">
                <a:extLst>
                  <a:ext uri="{FF2B5EF4-FFF2-40B4-BE49-F238E27FC236}">
                    <a16:creationId xmlns:a16="http://schemas.microsoft.com/office/drawing/2014/main" id="{94687E91-AAD3-7908-B0DF-5F83DE977102}"/>
                  </a:ext>
                </a:extLst>
              </p14:cNvPr>
              <p14:cNvContentPartPr/>
              <p14:nvPr/>
            </p14:nvContentPartPr>
            <p14:xfrm>
              <a:off x="8355259" y="6516095"/>
              <a:ext cx="576" cy="576"/>
            </p14:xfrm>
          </p:contentPart>
        </mc:Choice>
        <mc:Fallback>
          <p:pic>
            <p:nvPicPr>
              <p:cNvPr id="72" name="Ink 71">
                <a:extLst>
                  <a:ext uri="{FF2B5EF4-FFF2-40B4-BE49-F238E27FC236}">
                    <a16:creationId xmlns:a16="http://schemas.microsoft.com/office/drawing/2014/main" id="{94687E91-AAD3-7908-B0DF-5F83DE977102}"/>
                  </a:ext>
                </a:extLst>
              </p:cNvPr>
              <p:cNvPicPr/>
              <p:nvPr/>
            </p:nvPicPr>
            <p:blipFill>
              <a:blip r:embed="rId3"/>
              <a:stretch>
                <a:fillRect/>
              </a:stretch>
            </p:blipFill>
            <p:spPr>
              <a:xfrm>
                <a:off x="834085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3" name="Ink 72">
                <a:extLst>
                  <a:ext uri="{FF2B5EF4-FFF2-40B4-BE49-F238E27FC236}">
                    <a16:creationId xmlns:a16="http://schemas.microsoft.com/office/drawing/2014/main" id="{D28997EC-5129-C330-FCAB-9E6EA62A70BF}"/>
                  </a:ext>
                </a:extLst>
              </p14:cNvPr>
              <p14:cNvContentPartPr/>
              <p14:nvPr/>
            </p14:nvContentPartPr>
            <p14:xfrm>
              <a:off x="8444597" y="6516095"/>
              <a:ext cx="576" cy="576"/>
            </p14:xfrm>
          </p:contentPart>
        </mc:Choice>
        <mc:Fallback>
          <p:pic>
            <p:nvPicPr>
              <p:cNvPr id="73" name="Ink 72">
                <a:extLst>
                  <a:ext uri="{FF2B5EF4-FFF2-40B4-BE49-F238E27FC236}">
                    <a16:creationId xmlns:a16="http://schemas.microsoft.com/office/drawing/2014/main" id="{D28997EC-5129-C330-FCAB-9E6EA62A70BF}"/>
                  </a:ext>
                </a:extLst>
              </p:cNvPr>
              <p:cNvPicPr/>
              <p:nvPr/>
            </p:nvPicPr>
            <p:blipFill>
              <a:blip r:embed="rId3"/>
              <a:stretch>
                <a:fillRect/>
              </a:stretch>
            </p:blipFill>
            <p:spPr>
              <a:xfrm>
                <a:off x="843019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4" name="Ink 73">
                <a:extLst>
                  <a:ext uri="{FF2B5EF4-FFF2-40B4-BE49-F238E27FC236}">
                    <a16:creationId xmlns:a16="http://schemas.microsoft.com/office/drawing/2014/main" id="{4BC16C4B-A164-9627-841A-274AE42D5FBD}"/>
                  </a:ext>
                </a:extLst>
              </p14:cNvPr>
              <p14:cNvContentPartPr/>
              <p14:nvPr/>
            </p14:nvContentPartPr>
            <p14:xfrm>
              <a:off x="8556457" y="6516095"/>
              <a:ext cx="576" cy="576"/>
            </p14:xfrm>
          </p:contentPart>
        </mc:Choice>
        <mc:Fallback>
          <p:pic>
            <p:nvPicPr>
              <p:cNvPr id="74" name="Ink 73">
                <a:extLst>
                  <a:ext uri="{FF2B5EF4-FFF2-40B4-BE49-F238E27FC236}">
                    <a16:creationId xmlns:a16="http://schemas.microsoft.com/office/drawing/2014/main" id="{4BC16C4B-A164-9627-841A-274AE42D5FBD}"/>
                  </a:ext>
                </a:extLst>
              </p:cNvPr>
              <p:cNvPicPr/>
              <p:nvPr/>
            </p:nvPicPr>
            <p:blipFill>
              <a:blip r:embed="rId3"/>
              <a:stretch>
                <a:fillRect/>
              </a:stretch>
            </p:blipFill>
            <p:spPr>
              <a:xfrm>
                <a:off x="854205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5" name="Ink 74">
                <a:extLst>
                  <a:ext uri="{FF2B5EF4-FFF2-40B4-BE49-F238E27FC236}">
                    <a16:creationId xmlns:a16="http://schemas.microsoft.com/office/drawing/2014/main" id="{BA98CBB8-18B9-7BEE-98D4-25B7FBEF80DE}"/>
                  </a:ext>
                </a:extLst>
              </p14:cNvPr>
              <p14:cNvContentPartPr/>
              <p14:nvPr/>
            </p14:nvContentPartPr>
            <p14:xfrm>
              <a:off x="8314719" y="6516095"/>
              <a:ext cx="576" cy="576"/>
            </p14:xfrm>
          </p:contentPart>
        </mc:Choice>
        <mc:Fallback>
          <p:pic>
            <p:nvPicPr>
              <p:cNvPr id="75" name="Ink 74">
                <a:extLst>
                  <a:ext uri="{FF2B5EF4-FFF2-40B4-BE49-F238E27FC236}">
                    <a16:creationId xmlns:a16="http://schemas.microsoft.com/office/drawing/2014/main" id="{BA98CBB8-18B9-7BEE-98D4-25B7FBEF80DE}"/>
                  </a:ext>
                </a:extLst>
              </p:cNvPr>
              <p:cNvPicPr/>
              <p:nvPr/>
            </p:nvPicPr>
            <p:blipFill>
              <a:blip r:embed="rId3"/>
              <a:stretch>
                <a:fillRect/>
              </a:stretch>
            </p:blipFill>
            <p:spPr>
              <a:xfrm>
                <a:off x="830031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6" name="Ink 75">
                <a:extLst>
                  <a:ext uri="{FF2B5EF4-FFF2-40B4-BE49-F238E27FC236}">
                    <a16:creationId xmlns:a16="http://schemas.microsoft.com/office/drawing/2014/main" id="{8BA73A93-1121-3320-A38C-216F14F1F4B3}"/>
                  </a:ext>
                </a:extLst>
              </p14:cNvPr>
              <p14:cNvContentPartPr/>
              <p14:nvPr/>
            </p14:nvContentPartPr>
            <p14:xfrm>
              <a:off x="8417570" y="6516095"/>
              <a:ext cx="576" cy="576"/>
            </p14:xfrm>
          </p:contentPart>
        </mc:Choice>
        <mc:Fallback>
          <p:pic>
            <p:nvPicPr>
              <p:cNvPr id="76" name="Ink 75">
                <a:extLst>
                  <a:ext uri="{FF2B5EF4-FFF2-40B4-BE49-F238E27FC236}">
                    <a16:creationId xmlns:a16="http://schemas.microsoft.com/office/drawing/2014/main" id="{8BA73A93-1121-3320-A38C-216F14F1F4B3}"/>
                  </a:ext>
                </a:extLst>
              </p:cNvPr>
              <p:cNvPicPr/>
              <p:nvPr/>
            </p:nvPicPr>
            <p:blipFill>
              <a:blip r:embed="rId3"/>
              <a:stretch>
                <a:fillRect/>
              </a:stretch>
            </p:blipFill>
            <p:spPr>
              <a:xfrm>
                <a:off x="8403170"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7" name="Ink 76">
                <a:extLst>
                  <a:ext uri="{FF2B5EF4-FFF2-40B4-BE49-F238E27FC236}">
                    <a16:creationId xmlns:a16="http://schemas.microsoft.com/office/drawing/2014/main" id="{8578E08A-E5E6-C3A8-EDF0-AD02F4E52700}"/>
                  </a:ext>
                </a:extLst>
              </p14:cNvPr>
              <p14:cNvContentPartPr/>
              <p14:nvPr/>
            </p14:nvContentPartPr>
            <p14:xfrm>
              <a:off x="8506908" y="6516095"/>
              <a:ext cx="576" cy="576"/>
            </p14:xfrm>
          </p:contentPart>
        </mc:Choice>
        <mc:Fallback>
          <p:pic>
            <p:nvPicPr>
              <p:cNvPr id="77" name="Ink 76">
                <a:extLst>
                  <a:ext uri="{FF2B5EF4-FFF2-40B4-BE49-F238E27FC236}">
                    <a16:creationId xmlns:a16="http://schemas.microsoft.com/office/drawing/2014/main" id="{8578E08A-E5E6-C3A8-EDF0-AD02F4E52700}"/>
                  </a:ext>
                </a:extLst>
              </p:cNvPr>
              <p:cNvPicPr/>
              <p:nvPr/>
            </p:nvPicPr>
            <p:blipFill>
              <a:blip r:embed="rId3"/>
              <a:stretch>
                <a:fillRect/>
              </a:stretch>
            </p:blipFill>
            <p:spPr>
              <a:xfrm>
                <a:off x="84925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F22AF180-D2C5-458C-82CF-6A863B64E45A}"/>
                  </a:ext>
                </a:extLst>
              </p14:cNvPr>
              <p14:cNvContentPartPr/>
              <p14:nvPr/>
            </p14:nvContentPartPr>
            <p14:xfrm>
              <a:off x="8618768" y="6516095"/>
              <a:ext cx="576" cy="576"/>
            </p14:xfrm>
          </p:contentPart>
        </mc:Choice>
        <mc:Fallback>
          <p:pic>
            <p:nvPicPr>
              <p:cNvPr id="78" name="Ink 77">
                <a:extLst>
                  <a:ext uri="{FF2B5EF4-FFF2-40B4-BE49-F238E27FC236}">
                    <a16:creationId xmlns:a16="http://schemas.microsoft.com/office/drawing/2014/main" id="{F22AF180-D2C5-458C-82CF-6A863B64E45A}"/>
                  </a:ext>
                </a:extLst>
              </p:cNvPr>
              <p:cNvPicPr/>
              <p:nvPr/>
            </p:nvPicPr>
            <p:blipFill>
              <a:blip r:embed="rId3"/>
              <a:stretch>
                <a:fillRect/>
              </a:stretch>
            </p:blipFill>
            <p:spPr>
              <a:xfrm>
                <a:off x="860436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9" name="Ink 78">
                <a:extLst>
                  <a:ext uri="{FF2B5EF4-FFF2-40B4-BE49-F238E27FC236}">
                    <a16:creationId xmlns:a16="http://schemas.microsoft.com/office/drawing/2014/main" id="{7414CF3B-D085-CACD-5252-6965282586A9}"/>
                  </a:ext>
                </a:extLst>
              </p14:cNvPr>
              <p14:cNvContentPartPr/>
              <p14:nvPr/>
            </p14:nvContentPartPr>
            <p14:xfrm>
              <a:off x="8665314" y="6516095"/>
              <a:ext cx="576" cy="576"/>
            </p14:xfrm>
          </p:contentPart>
        </mc:Choice>
        <mc:Fallback>
          <p:pic>
            <p:nvPicPr>
              <p:cNvPr id="79" name="Ink 78">
                <a:extLst>
                  <a:ext uri="{FF2B5EF4-FFF2-40B4-BE49-F238E27FC236}">
                    <a16:creationId xmlns:a16="http://schemas.microsoft.com/office/drawing/2014/main" id="{7414CF3B-D085-CACD-5252-6965282586A9}"/>
                  </a:ext>
                </a:extLst>
              </p:cNvPr>
              <p:cNvPicPr/>
              <p:nvPr/>
            </p:nvPicPr>
            <p:blipFill>
              <a:blip r:embed="rId3"/>
              <a:stretch>
                <a:fillRect/>
              </a:stretch>
            </p:blipFill>
            <p:spPr>
              <a:xfrm>
                <a:off x="8650914"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B5CE193F-9A58-363E-AB63-499C7EE27A4A}"/>
                  </a:ext>
                </a:extLst>
              </p14:cNvPr>
              <p14:cNvContentPartPr/>
              <p14:nvPr/>
            </p14:nvContentPartPr>
            <p14:xfrm>
              <a:off x="8768165" y="6516095"/>
              <a:ext cx="576" cy="576"/>
            </p14:xfrm>
          </p:contentPart>
        </mc:Choice>
        <mc:Fallback>
          <p:pic>
            <p:nvPicPr>
              <p:cNvPr id="80" name="Ink 79">
                <a:extLst>
                  <a:ext uri="{FF2B5EF4-FFF2-40B4-BE49-F238E27FC236}">
                    <a16:creationId xmlns:a16="http://schemas.microsoft.com/office/drawing/2014/main" id="{B5CE193F-9A58-363E-AB63-499C7EE27A4A}"/>
                  </a:ext>
                </a:extLst>
              </p:cNvPr>
              <p:cNvPicPr/>
              <p:nvPr/>
            </p:nvPicPr>
            <p:blipFill>
              <a:blip r:embed="rId3"/>
              <a:stretch>
                <a:fillRect/>
              </a:stretch>
            </p:blipFill>
            <p:spPr>
              <a:xfrm>
                <a:off x="8753765"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1" name="Ink 80">
                <a:extLst>
                  <a:ext uri="{FF2B5EF4-FFF2-40B4-BE49-F238E27FC236}">
                    <a16:creationId xmlns:a16="http://schemas.microsoft.com/office/drawing/2014/main" id="{68D84588-E2DC-5DBE-3DA2-C6570058DB1E}"/>
                  </a:ext>
                </a:extLst>
              </p14:cNvPr>
              <p14:cNvContentPartPr/>
              <p14:nvPr/>
            </p14:nvContentPartPr>
            <p14:xfrm>
              <a:off x="8857503" y="6516095"/>
              <a:ext cx="576" cy="576"/>
            </p14:xfrm>
          </p:contentPart>
        </mc:Choice>
        <mc:Fallback>
          <p:pic>
            <p:nvPicPr>
              <p:cNvPr id="81" name="Ink 80">
                <a:extLst>
                  <a:ext uri="{FF2B5EF4-FFF2-40B4-BE49-F238E27FC236}">
                    <a16:creationId xmlns:a16="http://schemas.microsoft.com/office/drawing/2014/main" id="{68D84588-E2DC-5DBE-3DA2-C6570058DB1E}"/>
                  </a:ext>
                </a:extLst>
              </p:cNvPr>
              <p:cNvPicPr/>
              <p:nvPr/>
            </p:nvPicPr>
            <p:blipFill>
              <a:blip r:embed="rId3"/>
              <a:stretch>
                <a:fillRect/>
              </a:stretch>
            </p:blipFill>
            <p:spPr>
              <a:xfrm>
                <a:off x="884310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a:extLst>
                  <a:ext uri="{FF2B5EF4-FFF2-40B4-BE49-F238E27FC236}">
                    <a16:creationId xmlns:a16="http://schemas.microsoft.com/office/drawing/2014/main" id="{F54C961D-75B0-8799-0296-C7072610D60E}"/>
                  </a:ext>
                </a:extLst>
              </p14:cNvPr>
              <p14:cNvContentPartPr/>
              <p14:nvPr/>
            </p14:nvContentPartPr>
            <p14:xfrm>
              <a:off x="8969363" y="6516095"/>
              <a:ext cx="576" cy="576"/>
            </p14:xfrm>
          </p:contentPart>
        </mc:Choice>
        <mc:Fallback>
          <p:pic>
            <p:nvPicPr>
              <p:cNvPr id="82" name="Ink 81">
                <a:extLst>
                  <a:ext uri="{FF2B5EF4-FFF2-40B4-BE49-F238E27FC236}">
                    <a16:creationId xmlns:a16="http://schemas.microsoft.com/office/drawing/2014/main" id="{F54C961D-75B0-8799-0296-C7072610D60E}"/>
                  </a:ext>
                </a:extLst>
              </p:cNvPr>
              <p:cNvPicPr/>
              <p:nvPr/>
            </p:nvPicPr>
            <p:blipFill>
              <a:blip r:embed="rId3"/>
              <a:stretch>
                <a:fillRect/>
              </a:stretch>
            </p:blipFill>
            <p:spPr>
              <a:xfrm>
                <a:off x="895496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3" name="Ink 82">
                <a:extLst>
                  <a:ext uri="{FF2B5EF4-FFF2-40B4-BE49-F238E27FC236}">
                    <a16:creationId xmlns:a16="http://schemas.microsoft.com/office/drawing/2014/main" id="{995845FA-5EE3-6C97-E980-C3C33939701B}"/>
                  </a:ext>
                </a:extLst>
              </p14:cNvPr>
              <p14:cNvContentPartPr/>
              <p14:nvPr/>
            </p14:nvContentPartPr>
            <p14:xfrm>
              <a:off x="10074451" y="5157258"/>
              <a:ext cx="576" cy="576"/>
            </p14:xfrm>
          </p:contentPart>
        </mc:Choice>
        <mc:Fallback>
          <p:pic>
            <p:nvPicPr>
              <p:cNvPr id="83" name="Ink 82">
                <a:extLst>
                  <a:ext uri="{FF2B5EF4-FFF2-40B4-BE49-F238E27FC236}">
                    <a16:creationId xmlns:a16="http://schemas.microsoft.com/office/drawing/2014/main" id="{995845FA-5EE3-6C97-E980-C3C33939701B}"/>
                  </a:ext>
                </a:extLst>
              </p:cNvPr>
              <p:cNvPicPr/>
              <p:nvPr/>
            </p:nvPicPr>
            <p:blipFill>
              <a:blip r:embed="rId3"/>
              <a:stretch>
                <a:fillRect/>
              </a:stretch>
            </p:blipFill>
            <p:spPr>
              <a:xfrm>
                <a:off x="1006005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3A8EF4FC-4761-632A-209F-DBB4867CC544}"/>
                  </a:ext>
                </a:extLst>
              </p14:cNvPr>
              <p14:cNvContentPartPr/>
              <p14:nvPr/>
            </p14:nvContentPartPr>
            <p14:xfrm>
              <a:off x="10177302" y="5157258"/>
              <a:ext cx="576" cy="576"/>
            </p14:xfrm>
          </p:contentPart>
        </mc:Choice>
        <mc:Fallback>
          <p:pic>
            <p:nvPicPr>
              <p:cNvPr id="84" name="Ink 83">
                <a:extLst>
                  <a:ext uri="{FF2B5EF4-FFF2-40B4-BE49-F238E27FC236}">
                    <a16:creationId xmlns:a16="http://schemas.microsoft.com/office/drawing/2014/main" id="{3A8EF4FC-4761-632A-209F-DBB4867CC544}"/>
                  </a:ext>
                </a:extLst>
              </p:cNvPr>
              <p:cNvPicPr/>
              <p:nvPr/>
            </p:nvPicPr>
            <p:blipFill>
              <a:blip r:embed="rId3"/>
              <a:stretch>
                <a:fillRect/>
              </a:stretch>
            </p:blipFill>
            <p:spPr>
              <a:xfrm>
                <a:off x="1016290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85" name="Ink 84">
                <a:extLst>
                  <a:ext uri="{FF2B5EF4-FFF2-40B4-BE49-F238E27FC236}">
                    <a16:creationId xmlns:a16="http://schemas.microsoft.com/office/drawing/2014/main" id="{5AC232FB-30CE-1B5C-0709-95164EDA799E}"/>
                  </a:ext>
                </a:extLst>
              </p14:cNvPr>
              <p14:cNvContentPartPr/>
              <p14:nvPr/>
            </p14:nvContentPartPr>
            <p14:xfrm>
              <a:off x="10266640" y="5157258"/>
              <a:ext cx="576" cy="576"/>
            </p14:xfrm>
          </p:contentPart>
        </mc:Choice>
        <mc:Fallback>
          <p:pic>
            <p:nvPicPr>
              <p:cNvPr id="85" name="Ink 84">
                <a:extLst>
                  <a:ext uri="{FF2B5EF4-FFF2-40B4-BE49-F238E27FC236}">
                    <a16:creationId xmlns:a16="http://schemas.microsoft.com/office/drawing/2014/main" id="{5AC232FB-30CE-1B5C-0709-95164EDA799E}"/>
                  </a:ext>
                </a:extLst>
              </p:cNvPr>
              <p:cNvPicPr/>
              <p:nvPr/>
            </p:nvPicPr>
            <p:blipFill>
              <a:blip r:embed="rId3"/>
              <a:stretch>
                <a:fillRect/>
              </a:stretch>
            </p:blipFill>
            <p:spPr>
              <a:xfrm>
                <a:off x="1025224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6" name="Ink 85">
                <a:extLst>
                  <a:ext uri="{FF2B5EF4-FFF2-40B4-BE49-F238E27FC236}">
                    <a16:creationId xmlns:a16="http://schemas.microsoft.com/office/drawing/2014/main" id="{16B37D02-ABA0-696B-AB3D-3396D4E16C5D}"/>
                  </a:ext>
                </a:extLst>
              </p14:cNvPr>
              <p14:cNvContentPartPr/>
              <p14:nvPr/>
            </p14:nvContentPartPr>
            <p14:xfrm>
              <a:off x="10378500" y="5157258"/>
              <a:ext cx="576" cy="576"/>
            </p14:xfrm>
          </p:contentPart>
        </mc:Choice>
        <mc:Fallback>
          <p:pic>
            <p:nvPicPr>
              <p:cNvPr id="86" name="Ink 85">
                <a:extLst>
                  <a:ext uri="{FF2B5EF4-FFF2-40B4-BE49-F238E27FC236}">
                    <a16:creationId xmlns:a16="http://schemas.microsoft.com/office/drawing/2014/main" id="{16B37D02-ABA0-696B-AB3D-3396D4E16C5D}"/>
                  </a:ext>
                </a:extLst>
              </p:cNvPr>
              <p:cNvPicPr/>
              <p:nvPr/>
            </p:nvPicPr>
            <p:blipFill>
              <a:blip r:embed="rId3"/>
              <a:stretch>
                <a:fillRect/>
              </a:stretch>
            </p:blipFill>
            <p:spPr>
              <a:xfrm>
                <a:off x="1036410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7" name="Ink 86">
                <a:extLst>
                  <a:ext uri="{FF2B5EF4-FFF2-40B4-BE49-F238E27FC236}">
                    <a16:creationId xmlns:a16="http://schemas.microsoft.com/office/drawing/2014/main" id="{A05AA184-D8E4-7567-E90C-DAA555BDF005}"/>
                  </a:ext>
                </a:extLst>
              </p14:cNvPr>
              <p14:cNvContentPartPr/>
              <p14:nvPr/>
            </p14:nvContentPartPr>
            <p14:xfrm>
              <a:off x="10010638" y="5157258"/>
              <a:ext cx="576" cy="576"/>
            </p14:xfrm>
          </p:contentPart>
        </mc:Choice>
        <mc:Fallback>
          <p:pic>
            <p:nvPicPr>
              <p:cNvPr id="87" name="Ink 86">
                <a:extLst>
                  <a:ext uri="{FF2B5EF4-FFF2-40B4-BE49-F238E27FC236}">
                    <a16:creationId xmlns:a16="http://schemas.microsoft.com/office/drawing/2014/main" id="{A05AA184-D8E4-7567-E90C-DAA555BDF005}"/>
                  </a:ext>
                </a:extLst>
              </p:cNvPr>
              <p:cNvPicPr/>
              <p:nvPr/>
            </p:nvPicPr>
            <p:blipFill>
              <a:blip r:embed="rId3"/>
              <a:stretch>
                <a:fillRect/>
              </a:stretch>
            </p:blipFill>
            <p:spPr>
              <a:xfrm>
                <a:off x="9996238"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8" name="Ink 87">
                <a:extLst>
                  <a:ext uri="{FF2B5EF4-FFF2-40B4-BE49-F238E27FC236}">
                    <a16:creationId xmlns:a16="http://schemas.microsoft.com/office/drawing/2014/main" id="{D240C3DB-B787-E5D2-2ACD-5DD5D9851AC9}"/>
                  </a:ext>
                </a:extLst>
              </p14:cNvPr>
              <p14:cNvContentPartPr/>
              <p14:nvPr/>
            </p14:nvContentPartPr>
            <p14:xfrm>
              <a:off x="10113489" y="5157258"/>
              <a:ext cx="576" cy="576"/>
            </p14:xfrm>
          </p:contentPart>
        </mc:Choice>
        <mc:Fallback>
          <p:pic>
            <p:nvPicPr>
              <p:cNvPr id="88" name="Ink 87">
                <a:extLst>
                  <a:ext uri="{FF2B5EF4-FFF2-40B4-BE49-F238E27FC236}">
                    <a16:creationId xmlns:a16="http://schemas.microsoft.com/office/drawing/2014/main" id="{D240C3DB-B787-E5D2-2ACD-5DD5D9851AC9}"/>
                  </a:ext>
                </a:extLst>
              </p:cNvPr>
              <p:cNvPicPr/>
              <p:nvPr/>
            </p:nvPicPr>
            <p:blipFill>
              <a:blip r:embed="rId3"/>
              <a:stretch>
                <a:fillRect/>
              </a:stretch>
            </p:blipFill>
            <p:spPr>
              <a:xfrm>
                <a:off x="10099089"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9" name="Ink 88">
                <a:extLst>
                  <a:ext uri="{FF2B5EF4-FFF2-40B4-BE49-F238E27FC236}">
                    <a16:creationId xmlns:a16="http://schemas.microsoft.com/office/drawing/2014/main" id="{E3D16144-F11A-3B94-E171-228C84E8A600}"/>
                  </a:ext>
                </a:extLst>
              </p14:cNvPr>
              <p14:cNvContentPartPr/>
              <p14:nvPr/>
            </p14:nvContentPartPr>
            <p14:xfrm>
              <a:off x="10202827" y="5157258"/>
              <a:ext cx="576" cy="576"/>
            </p14:xfrm>
          </p:contentPart>
        </mc:Choice>
        <mc:Fallback>
          <p:pic>
            <p:nvPicPr>
              <p:cNvPr id="89" name="Ink 88">
                <a:extLst>
                  <a:ext uri="{FF2B5EF4-FFF2-40B4-BE49-F238E27FC236}">
                    <a16:creationId xmlns:a16="http://schemas.microsoft.com/office/drawing/2014/main" id="{E3D16144-F11A-3B94-E171-228C84E8A600}"/>
                  </a:ext>
                </a:extLst>
              </p:cNvPr>
              <p:cNvPicPr/>
              <p:nvPr/>
            </p:nvPicPr>
            <p:blipFill>
              <a:blip r:embed="rId3"/>
              <a:stretch>
                <a:fillRect/>
              </a:stretch>
            </p:blipFill>
            <p:spPr>
              <a:xfrm>
                <a:off x="1018842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C747B413-AE2E-5E9E-A55B-EF43186DCE89}"/>
                  </a:ext>
                </a:extLst>
              </p14:cNvPr>
              <p14:cNvContentPartPr/>
              <p14:nvPr/>
            </p14:nvContentPartPr>
            <p14:xfrm>
              <a:off x="10314687" y="5157258"/>
              <a:ext cx="576" cy="576"/>
            </p14:xfrm>
          </p:contentPart>
        </mc:Choice>
        <mc:Fallback>
          <p:pic>
            <p:nvPicPr>
              <p:cNvPr id="90" name="Ink 89">
                <a:extLst>
                  <a:ext uri="{FF2B5EF4-FFF2-40B4-BE49-F238E27FC236}">
                    <a16:creationId xmlns:a16="http://schemas.microsoft.com/office/drawing/2014/main" id="{C747B413-AE2E-5E9E-A55B-EF43186DCE89}"/>
                  </a:ext>
                </a:extLst>
              </p:cNvPr>
              <p:cNvPicPr/>
              <p:nvPr/>
            </p:nvPicPr>
            <p:blipFill>
              <a:blip r:embed="rId3"/>
              <a:stretch>
                <a:fillRect/>
              </a:stretch>
            </p:blipFill>
            <p:spPr>
              <a:xfrm>
                <a:off x="1030028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91" name="Ink 90">
                <a:extLst>
                  <a:ext uri="{FF2B5EF4-FFF2-40B4-BE49-F238E27FC236}">
                    <a16:creationId xmlns:a16="http://schemas.microsoft.com/office/drawing/2014/main" id="{7F42A253-38D6-E5D7-D07D-0D46DFB1BB23}"/>
                  </a:ext>
                </a:extLst>
              </p14:cNvPr>
              <p14:cNvContentPartPr/>
              <p14:nvPr/>
            </p14:nvContentPartPr>
            <p14:xfrm>
              <a:off x="9780161" y="5157258"/>
              <a:ext cx="576" cy="576"/>
            </p14:xfrm>
          </p:contentPart>
        </mc:Choice>
        <mc:Fallback>
          <p:pic>
            <p:nvPicPr>
              <p:cNvPr id="91" name="Ink 90">
                <a:extLst>
                  <a:ext uri="{FF2B5EF4-FFF2-40B4-BE49-F238E27FC236}">
                    <a16:creationId xmlns:a16="http://schemas.microsoft.com/office/drawing/2014/main" id="{7F42A253-38D6-E5D7-D07D-0D46DFB1BB23}"/>
                  </a:ext>
                </a:extLst>
              </p:cNvPr>
              <p:cNvPicPr/>
              <p:nvPr/>
            </p:nvPicPr>
            <p:blipFill>
              <a:blip r:embed="rId3"/>
              <a:stretch>
                <a:fillRect/>
              </a:stretch>
            </p:blipFill>
            <p:spPr>
              <a:xfrm>
                <a:off x="976576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2" name="Ink 91">
                <a:extLst>
                  <a:ext uri="{FF2B5EF4-FFF2-40B4-BE49-F238E27FC236}">
                    <a16:creationId xmlns:a16="http://schemas.microsoft.com/office/drawing/2014/main" id="{460304F4-A685-0F46-3040-20D35BA39760}"/>
                  </a:ext>
                </a:extLst>
              </p14:cNvPr>
              <p14:cNvContentPartPr/>
              <p14:nvPr/>
            </p14:nvContentPartPr>
            <p14:xfrm>
              <a:off x="9883012" y="5157258"/>
              <a:ext cx="576" cy="576"/>
            </p14:xfrm>
          </p:contentPart>
        </mc:Choice>
        <mc:Fallback>
          <p:pic>
            <p:nvPicPr>
              <p:cNvPr id="92" name="Ink 91">
                <a:extLst>
                  <a:ext uri="{FF2B5EF4-FFF2-40B4-BE49-F238E27FC236}">
                    <a16:creationId xmlns:a16="http://schemas.microsoft.com/office/drawing/2014/main" id="{460304F4-A685-0F46-3040-20D35BA39760}"/>
                  </a:ext>
                </a:extLst>
              </p:cNvPr>
              <p:cNvPicPr/>
              <p:nvPr/>
            </p:nvPicPr>
            <p:blipFill>
              <a:blip r:embed="rId3"/>
              <a:stretch>
                <a:fillRect/>
              </a:stretch>
            </p:blipFill>
            <p:spPr>
              <a:xfrm>
                <a:off x="986861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3" name="Ink 92">
                <a:extLst>
                  <a:ext uri="{FF2B5EF4-FFF2-40B4-BE49-F238E27FC236}">
                    <a16:creationId xmlns:a16="http://schemas.microsoft.com/office/drawing/2014/main" id="{F8C6C1A4-25C0-27C2-02D4-EE86DD7386AC}"/>
                  </a:ext>
                </a:extLst>
              </p14:cNvPr>
              <p14:cNvContentPartPr/>
              <p14:nvPr/>
            </p14:nvContentPartPr>
            <p14:xfrm>
              <a:off x="9972350" y="5157258"/>
              <a:ext cx="576" cy="576"/>
            </p14:xfrm>
          </p:contentPart>
        </mc:Choice>
        <mc:Fallback>
          <p:pic>
            <p:nvPicPr>
              <p:cNvPr id="93" name="Ink 92">
                <a:extLst>
                  <a:ext uri="{FF2B5EF4-FFF2-40B4-BE49-F238E27FC236}">
                    <a16:creationId xmlns:a16="http://schemas.microsoft.com/office/drawing/2014/main" id="{F8C6C1A4-25C0-27C2-02D4-EE86DD7386AC}"/>
                  </a:ext>
                </a:extLst>
              </p:cNvPr>
              <p:cNvPicPr/>
              <p:nvPr/>
            </p:nvPicPr>
            <p:blipFill>
              <a:blip r:embed="rId3"/>
              <a:stretch>
                <a:fillRect/>
              </a:stretch>
            </p:blipFill>
            <p:spPr>
              <a:xfrm>
                <a:off x="995795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4" name="Ink 93">
                <a:extLst>
                  <a:ext uri="{FF2B5EF4-FFF2-40B4-BE49-F238E27FC236}">
                    <a16:creationId xmlns:a16="http://schemas.microsoft.com/office/drawing/2014/main" id="{CCA8DEFD-38E0-0B49-FCC2-221A496D9938}"/>
                  </a:ext>
                </a:extLst>
              </p14:cNvPr>
              <p14:cNvContentPartPr/>
              <p14:nvPr/>
            </p14:nvContentPartPr>
            <p14:xfrm>
              <a:off x="10084210" y="5157258"/>
              <a:ext cx="576" cy="576"/>
            </p14:xfrm>
          </p:contentPart>
        </mc:Choice>
        <mc:Fallback>
          <p:pic>
            <p:nvPicPr>
              <p:cNvPr id="94" name="Ink 93">
                <a:extLst>
                  <a:ext uri="{FF2B5EF4-FFF2-40B4-BE49-F238E27FC236}">
                    <a16:creationId xmlns:a16="http://schemas.microsoft.com/office/drawing/2014/main" id="{CCA8DEFD-38E0-0B49-FCC2-221A496D9938}"/>
                  </a:ext>
                </a:extLst>
              </p:cNvPr>
              <p:cNvPicPr/>
              <p:nvPr/>
            </p:nvPicPr>
            <p:blipFill>
              <a:blip r:embed="rId3"/>
              <a:stretch>
                <a:fillRect/>
              </a:stretch>
            </p:blipFill>
            <p:spPr>
              <a:xfrm>
                <a:off x="1006981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5" name="Ink 94">
                <a:extLst>
                  <a:ext uri="{FF2B5EF4-FFF2-40B4-BE49-F238E27FC236}">
                    <a16:creationId xmlns:a16="http://schemas.microsoft.com/office/drawing/2014/main" id="{489355BC-0792-1E28-F79A-B9AA95565D21}"/>
                  </a:ext>
                </a:extLst>
              </p14:cNvPr>
              <p14:cNvContentPartPr/>
              <p14:nvPr/>
            </p14:nvContentPartPr>
            <p14:xfrm>
              <a:off x="9374012" y="6516095"/>
              <a:ext cx="576" cy="576"/>
            </p14:xfrm>
          </p:contentPart>
        </mc:Choice>
        <mc:Fallback>
          <p:pic>
            <p:nvPicPr>
              <p:cNvPr id="95" name="Ink 94">
                <a:extLst>
                  <a:ext uri="{FF2B5EF4-FFF2-40B4-BE49-F238E27FC236}">
                    <a16:creationId xmlns:a16="http://schemas.microsoft.com/office/drawing/2014/main" id="{489355BC-0792-1E28-F79A-B9AA95565D21}"/>
                  </a:ext>
                </a:extLst>
              </p:cNvPr>
              <p:cNvPicPr/>
              <p:nvPr/>
            </p:nvPicPr>
            <p:blipFill>
              <a:blip r:embed="rId3"/>
              <a:stretch>
                <a:fillRect/>
              </a:stretch>
            </p:blipFill>
            <p:spPr>
              <a:xfrm>
                <a:off x="9359612"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6" name="Ink 95">
                <a:extLst>
                  <a:ext uri="{FF2B5EF4-FFF2-40B4-BE49-F238E27FC236}">
                    <a16:creationId xmlns:a16="http://schemas.microsoft.com/office/drawing/2014/main" id="{B0F28357-C3D7-D0A2-0D0A-6C6A3CDAB566}"/>
                  </a:ext>
                </a:extLst>
              </p14:cNvPr>
              <p14:cNvContentPartPr/>
              <p14:nvPr/>
            </p14:nvContentPartPr>
            <p14:xfrm>
              <a:off x="9936316" y="6516095"/>
              <a:ext cx="576" cy="576"/>
            </p14:xfrm>
          </p:contentPart>
        </mc:Choice>
        <mc:Fallback>
          <p:pic>
            <p:nvPicPr>
              <p:cNvPr id="96" name="Ink 95">
                <a:extLst>
                  <a:ext uri="{FF2B5EF4-FFF2-40B4-BE49-F238E27FC236}">
                    <a16:creationId xmlns:a16="http://schemas.microsoft.com/office/drawing/2014/main" id="{B0F28357-C3D7-D0A2-0D0A-6C6A3CDAB566}"/>
                  </a:ext>
                </a:extLst>
              </p:cNvPr>
              <p:cNvPicPr/>
              <p:nvPr/>
            </p:nvPicPr>
            <p:blipFill>
              <a:blip r:embed="rId3"/>
              <a:stretch>
                <a:fillRect/>
              </a:stretch>
            </p:blipFill>
            <p:spPr>
              <a:xfrm>
                <a:off x="9921916"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97" name="Ink 96">
                <a:extLst>
                  <a:ext uri="{FF2B5EF4-FFF2-40B4-BE49-F238E27FC236}">
                    <a16:creationId xmlns:a16="http://schemas.microsoft.com/office/drawing/2014/main" id="{B29211E3-C269-2D10-25A2-D9DCDEC8252A}"/>
                  </a:ext>
                </a:extLst>
              </p14:cNvPr>
              <p14:cNvContentPartPr/>
              <p14:nvPr/>
            </p14:nvContentPartPr>
            <p14:xfrm>
              <a:off x="9273413" y="5157258"/>
              <a:ext cx="576" cy="576"/>
            </p14:xfrm>
          </p:contentPart>
        </mc:Choice>
        <mc:Fallback>
          <p:pic>
            <p:nvPicPr>
              <p:cNvPr id="97" name="Ink 96">
                <a:extLst>
                  <a:ext uri="{FF2B5EF4-FFF2-40B4-BE49-F238E27FC236}">
                    <a16:creationId xmlns:a16="http://schemas.microsoft.com/office/drawing/2014/main" id="{B29211E3-C269-2D10-25A2-D9DCDEC8252A}"/>
                  </a:ext>
                </a:extLst>
              </p:cNvPr>
              <p:cNvPicPr/>
              <p:nvPr/>
            </p:nvPicPr>
            <p:blipFill>
              <a:blip r:embed="rId3"/>
              <a:stretch>
                <a:fillRect/>
              </a:stretch>
            </p:blipFill>
            <p:spPr>
              <a:xfrm>
                <a:off x="9259013"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8" name="Ink 97">
                <a:extLst>
                  <a:ext uri="{FF2B5EF4-FFF2-40B4-BE49-F238E27FC236}">
                    <a16:creationId xmlns:a16="http://schemas.microsoft.com/office/drawing/2014/main" id="{13AE8B00-9131-F175-729C-2A9FF9901D24}"/>
                  </a:ext>
                </a:extLst>
              </p14:cNvPr>
              <p14:cNvContentPartPr/>
              <p14:nvPr/>
            </p14:nvContentPartPr>
            <p14:xfrm>
              <a:off x="8817714" y="5157258"/>
              <a:ext cx="576" cy="576"/>
            </p14:xfrm>
          </p:contentPart>
        </mc:Choice>
        <mc:Fallback>
          <p:pic>
            <p:nvPicPr>
              <p:cNvPr id="98" name="Ink 97">
                <a:extLst>
                  <a:ext uri="{FF2B5EF4-FFF2-40B4-BE49-F238E27FC236}">
                    <a16:creationId xmlns:a16="http://schemas.microsoft.com/office/drawing/2014/main" id="{13AE8B00-9131-F175-729C-2A9FF9901D24}"/>
                  </a:ext>
                </a:extLst>
              </p:cNvPr>
              <p:cNvPicPr/>
              <p:nvPr/>
            </p:nvPicPr>
            <p:blipFill>
              <a:blip r:embed="rId3"/>
              <a:stretch>
                <a:fillRect/>
              </a:stretch>
            </p:blipFill>
            <p:spPr>
              <a:xfrm>
                <a:off x="8803314"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99" name="Ink 98">
                <a:extLst>
                  <a:ext uri="{FF2B5EF4-FFF2-40B4-BE49-F238E27FC236}">
                    <a16:creationId xmlns:a16="http://schemas.microsoft.com/office/drawing/2014/main" id="{23B22253-F55D-6FC9-85E8-6788B0378B77}"/>
                  </a:ext>
                </a:extLst>
              </p14:cNvPr>
              <p14:cNvContentPartPr/>
              <p14:nvPr/>
            </p14:nvContentPartPr>
            <p14:xfrm>
              <a:off x="9654788" y="5156508"/>
              <a:ext cx="576" cy="576"/>
            </p14:xfrm>
          </p:contentPart>
        </mc:Choice>
        <mc:Fallback>
          <p:pic>
            <p:nvPicPr>
              <p:cNvPr id="99" name="Ink 98">
                <a:extLst>
                  <a:ext uri="{FF2B5EF4-FFF2-40B4-BE49-F238E27FC236}">
                    <a16:creationId xmlns:a16="http://schemas.microsoft.com/office/drawing/2014/main" id="{23B22253-F55D-6FC9-85E8-6788B0378B77}"/>
                  </a:ext>
                </a:extLst>
              </p:cNvPr>
              <p:cNvPicPr/>
              <p:nvPr/>
            </p:nvPicPr>
            <p:blipFill>
              <a:blip r:embed="rId3"/>
              <a:stretch>
                <a:fillRect/>
              </a:stretch>
            </p:blipFill>
            <p:spPr>
              <a:xfrm>
                <a:off x="9640388"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0" name="Ink 99">
                <a:extLst>
                  <a:ext uri="{FF2B5EF4-FFF2-40B4-BE49-F238E27FC236}">
                    <a16:creationId xmlns:a16="http://schemas.microsoft.com/office/drawing/2014/main" id="{701F5152-3F38-FEC9-2804-A1F310A82CF2}"/>
                  </a:ext>
                </a:extLst>
              </p14:cNvPr>
              <p14:cNvContentPartPr/>
              <p14:nvPr/>
            </p14:nvContentPartPr>
            <p14:xfrm>
              <a:off x="9757639" y="5156508"/>
              <a:ext cx="576" cy="576"/>
            </p14:xfrm>
          </p:contentPart>
        </mc:Choice>
        <mc:Fallback>
          <p:pic>
            <p:nvPicPr>
              <p:cNvPr id="100" name="Ink 99">
                <a:extLst>
                  <a:ext uri="{FF2B5EF4-FFF2-40B4-BE49-F238E27FC236}">
                    <a16:creationId xmlns:a16="http://schemas.microsoft.com/office/drawing/2014/main" id="{701F5152-3F38-FEC9-2804-A1F310A82CF2}"/>
                  </a:ext>
                </a:extLst>
              </p:cNvPr>
              <p:cNvPicPr/>
              <p:nvPr/>
            </p:nvPicPr>
            <p:blipFill>
              <a:blip r:embed="rId3"/>
              <a:stretch>
                <a:fillRect/>
              </a:stretch>
            </p:blipFill>
            <p:spPr>
              <a:xfrm>
                <a:off x="9743239"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01" name="Ink 100">
                <a:extLst>
                  <a:ext uri="{FF2B5EF4-FFF2-40B4-BE49-F238E27FC236}">
                    <a16:creationId xmlns:a16="http://schemas.microsoft.com/office/drawing/2014/main" id="{88E7CDEE-BC18-351B-2F6C-B46BBAE757D1}"/>
                  </a:ext>
                </a:extLst>
              </p14:cNvPr>
              <p14:cNvContentPartPr/>
              <p14:nvPr/>
            </p14:nvContentPartPr>
            <p14:xfrm>
              <a:off x="9846977" y="5156508"/>
              <a:ext cx="576" cy="576"/>
            </p14:xfrm>
          </p:contentPart>
        </mc:Choice>
        <mc:Fallback>
          <p:pic>
            <p:nvPicPr>
              <p:cNvPr id="101" name="Ink 100">
                <a:extLst>
                  <a:ext uri="{FF2B5EF4-FFF2-40B4-BE49-F238E27FC236}">
                    <a16:creationId xmlns:a16="http://schemas.microsoft.com/office/drawing/2014/main" id="{88E7CDEE-BC18-351B-2F6C-B46BBAE757D1}"/>
                  </a:ext>
                </a:extLst>
              </p:cNvPr>
              <p:cNvPicPr/>
              <p:nvPr/>
            </p:nvPicPr>
            <p:blipFill>
              <a:blip r:embed="rId3"/>
              <a:stretch>
                <a:fillRect/>
              </a:stretch>
            </p:blipFill>
            <p:spPr>
              <a:xfrm>
                <a:off x="983257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2" name="Ink 101">
                <a:extLst>
                  <a:ext uri="{FF2B5EF4-FFF2-40B4-BE49-F238E27FC236}">
                    <a16:creationId xmlns:a16="http://schemas.microsoft.com/office/drawing/2014/main" id="{3886D6A9-E8F3-054A-41FA-2908BE829F8E}"/>
                  </a:ext>
                </a:extLst>
              </p14:cNvPr>
              <p14:cNvContentPartPr/>
              <p14:nvPr/>
            </p14:nvContentPartPr>
            <p14:xfrm>
              <a:off x="9693826" y="5156508"/>
              <a:ext cx="576" cy="576"/>
            </p14:xfrm>
          </p:contentPart>
        </mc:Choice>
        <mc:Fallback>
          <p:pic>
            <p:nvPicPr>
              <p:cNvPr id="102" name="Ink 101">
                <a:extLst>
                  <a:ext uri="{FF2B5EF4-FFF2-40B4-BE49-F238E27FC236}">
                    <a16:creationId xmlns:a16="http://schemas.microsoft.com/office/drawing/2014/main" id="{3886D6A9-E8F3-054A-41FA-2908BE829F8E}"/>
                  </a:ext>
                </a:extLst>
              </p:cNvPr>
              <p:cNvPicPr/>
              <p:nvPr/>
            </p:nvPicPr>
            <p:blipFill>
              <a:blip r:embed="rId3"/>
              <a:stretch>
                <a:fillRect/>
              </a:stretch>
            </p:blipFill>
            <p:spPr>
              <a:xfrm>
                <a:off x="9679426"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03" name="Ink 102">
                <a:extLst>
                  <a:ext uri="{FF2B5EF4-FFF2-40B4-BE49-F238E27FC236}">
                    <a16:creationId xmlns:a16="http://schemas.microsoft.com/office/drawing/2014/main" id="{A9E409F9-7460-8AE4-FF71-017027A39036}"/>
                  </a:ext>
                </a:extLst>
              </p14:cNvPr>
              <p14:cNvContentPartPr/>
              <p14:nvPr/>
            </p14:nvContentPartPr>
            <p14:xfrm>
              <a:off x="9783164" y="5156508"/>
              <a:ext cx="576" cy="576"/>
            </p14:xfrm>
          </p:contentPart>
        </mc:Choice>
        <mc:Fallback>
          <p:pic>
            <p:nvPicPr>
              <p:cNvPr id="103" name="Ink 102">
                <a:extLst>
                  <a:ext uri="{FF2B5EF4-FFF2-40B4-BE49-F238E27FC236}">
                    <a16:creationId xmlns:a16="http://schemas.microsoft.com/office/drawing/2014/main" id="{A9E409F9-7460-8AE4-FF71-017027A39036}"/>
                  </a:ext>
                </a:extLst>
              </p:cNvPr>
              <p:cNvPicPr/>
              <p:nvPr/>
            </p:nvPicPr>
            <p:blipFill>
              <a:blip r:embed="rId3"/>
              <a:stretch>
                <a:fillRect/>
              </a:stretch>
            </p:blipFill>
            <p:spPr>
              <a:xfrm>
                <a:off x="9768764"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1AE955B3-7C16-BF01-CF77-62895F9BB700}"/>
                  </a:ext>
                </a:extLst>
              </p14:cNvPr>
              <p14:cNvContentPartPr/>
              <p14:nvPr/>
            </p14:nvContentPartPr>
            <p14:xfrm>
              <a:off x="9664547" y="5156508"/>
              <a:ext cx="576" cy="576"/>
            </p14:xfrm>
          </p:contentPart>
        </mc:Choice>
        <mc:Fallback>
          <p:pic>
            <p:nvPicPr>
              <p:cNvPr id="104" name="Ink 103">
                <a:extLst>
                  <a:ext uri="{FF2B5EF4-FFF2-40B4-BE49-F238E27FC236}">
                    <a16:creationId xmlns:a16="http://schemas.microsoft.com/office/drawing/2014/main" id="{1AE955B3-7C16-BF01-CF77-62895F9BB700}"/>
                  </a:ext>
                </a:extLst>
              </p:cNvPr>
              <p:cNvPicPr/>
              <p:nvPr/>
            </p:nvPicPr>
            <p:blipFill>
              <a:blip r:embed="rId3"/>
              <a:stretch>
                <a:fillRect/>
              </a:stretch>
            </p:blipFill>
            <p:spPr>
              <a:xfrm>
                <a:off x="965014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05" name="Ink 104">
                <a:extLst>
                  <a:ext uri="{FF2B5EF4-FFF2-40B4-BE49-F238E27FC236}">
                    <a16:creationId xmlns:a16="http://schemas.microsoft.com/office/drawing/2014/main" id="{76EBBB08-5C69-5BD0-660A-13B7793D0865}"/>
                  </a:ext>
                </a:extLst>
              </p14:cNvPr>
              <p14:cNvContentPartPr/>
              <p14:nvPr/>
            </p14:nvContentPartPr>
            <p14:xfrm>
              <a:off x="8956601" y="6510840"/>
              <a:ext cx="576" cy="576"/>
            </p14:xfrm>
          </p:contentPart>
        </mc:Choice>
        <mc:Fallback>
          <p:pic>
            <p:nvPicPr>
              <p:cNvPr id="105" name="Ink 104">
                <a:extLst>
                  <a:ext uri="{FF2B5EF4-FFF2-40B4-BE49-F238E27FC236}">
                    <a16:creationId xmlns:a16="http://schemas.microsoft.com/office/drawing/2014/main" id="{76EBBB08-5C69-5BD0-660A-13B7793D0865}"/>
                  </a:ext>
                </a:extLst>
              </p:cNvPr>
              <p:cNvPicPr/>
              <p:nvPr/>
            </p:nvPicPr>
            <p:blipFill>
              <a:blip r:embed="rId3"/>
              <a:stretch>
                <a:fillRect/>
              </a:stretch>
            </p:blipFill>
            <p:spPr>
              <a:xfrm>
                <a:off x="8942201"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EEA1982F-7AB2-D512-B4B4-9D0EDC12460D}"/>
                  </a:ext>
                </a:extLst>
              </p14:cNvPr>
              <p14:cNvContentPartPr/>
              <p14:nvPr/>
            </p14:nvContentPartPr>
            <p14:xfrm>
              <a:off x="9018912" y="6510840"/>
              <a:ext cx="576" cy="576"/>
            </p14:xfrm>
          </p:contentPart>
        </mc:Choice>
        <mc:Fallback>
          <p:pic>
            <p:nvPicPr>
              <p:cNvPr id="106" name="Ink 105">
                <a:extLst>
                  <a:ext uri="{FF2B5EF4-FFF2-40B4-BE49-F238E27FC236}">
                    <a16:creationId xmlns:a16="http://schemas.microsoft.com/office/drawing/2014/main" id="{EEA1982F-7AB2-D512-B4B4-9D0EDC12460D}"/>
                  </a:ext>
                </a:extLst>
              </p:cNvPr>
              <p:cNvPicPr/>
              <p:nvPr/>
            </p:nvPicPr>
            <p:blipFill>
              <a:blip r:embed="rId3"/>
              <a:stretch>
                <a:fillRect/>
              </a:stretch>
            </p:blipFill>
            <p:spPr>
              <a:xfrm>
                <a:off x="9004512"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07" name="Ink 106">
                <a:extLst>
                  <a:ext uri="{FF2B5EF4-FFF2-40B4-BE49-F238E27FC236}">
                    <a16:creationId xmlns:a16="http://schemas.microsoft.com/office/drawing/2014/main" id="{F4378487-A8C5-3C84-7B6B-8327DC62C097}"/>
                  </a:ext>
                </a:extLst>
              </p14:cNvPr>
              <p14:cNvContentPartPr/>
              <p14:nvPr/>
            </p14:nvContentPartPr>
            <p14:xfrm>
              <a:off x="9065458" y="6510840"/>
              <a:ext cx="576" cy="576"/>
            </p14:xfrm>
          </p:contentPart>
        </mc:Choice>
        <mc:Fallback>
          <p:pic>
            <p:nvPicPr>
              <p:cNvPr id="107" name="Ink 106">
                <a:extLst>
                  <a:ext uri="{FF2B5EF4-FFF2-40B4-BE49-F238E27FC236}">
                    <a16:creationId xmlns:a16="http://schemas.microsoft.com/office/drawing/2014/main" id="{F4378487-A8C5-3C84-7B6B-8327DC62C097}"/>
                  </a:ext>
                </a:extLst>
              </p:cNvPr>
              <p:cNvPicPr/>
              <p:nvPr/>
            </p:nvPicPr>
            <p:blipFill>
              <a:blip r:embed="rId3"/>
              <a:stretch>
                <a:fillRect/>
              </a:stretch>
            </p:blipFill>
            <p:spPr>
              <a:xfrm>
                <a:off x="9051058"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96613D74-C723-2355-958C-392831F54790}"/>
                  </a:ext>
                </a:extLst>
              </p14:cNvPr>
              <p14:cNvContentPartPr/>
              <p14:nvPr/>
            </p14:nvContentPartPr>
            <p14:xfrm>
              <a:off x="9168309" y="6510840"/>
              <a:ext cx="576" cy="576"/>
            </p14:xfrm>
          </p:contentPart>
        </mc:Choice>
        <mc:Fallback>
          <p:pic>
            <p:nvPicPr>
              <p:cNvPr id="108" name="Ink 107">
                <a:extLst>
                  <a:ext uri="{FF2B5EF4-FFF2-40B4-BE49-F238E27FC236}">
                    <a16:creationId xmlns:a16="http://schemas.microsoft.com/office/drawing/2014/main" id="{96613D74-C723-2355-958C-392831F54790}"/>
                  </a:ext>
                </a:extLst>
              </p:cNvPr>
              <p:cNvPicPr/>
              <p:nvPr/>
            </p:nvPicPr>
            <p:blipFill>
              <a:blip r:embed="rId3"/>
              <a:stretch>
                <a:fillRect/>
              </a:stretch>
            </p:blipFill>
            <p:spPr>
              <a:xfrm>
                <a:off x="9153909" y="6496440"/>
                <a:ext cx="28800" cy="28800"/>
              </a:xfrm>
              <a:prstGeom prst="rect">
                <a:avLst/>
              </a:prstGeom>
            </p:spPr>
          </p:pic>
        </mc:Fallback>
      </mc:AlternateContent>
      <p:sp>
        <p:nvSpPr>
          <p:cNvPr id="6" name="Freeform 5">
            <a:extLst>
              <a:ext uri="{FF2B5EF4-FFF2-40B4-BE49-F238E27FC236}">
                <a16:creationId xmlns:a16="http://schemas.microsoft.com/office/drawing/2014/main" id="{9195AA56-0048-033E-3084-15540D193C6E}"/>
              </a:ext>
            </a:extLst>
          </p:cNvPr>
          <p:cNvSpPr/>
          <p:nvPr/>
        </p:nvSpPr>
        <p:spPr>
          <a:xfrm>
            <a:off x="8216348" y="5181600"/>
            <a:ext cx="2173355" cy="1314025"/>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89F5F8E4-0BD8-92EC-0155-31C5F433B185}"/>
              </a:ext>
            </a:extLst>
          </p:cNvPr>
          <p:cNvSpPr txBox="1"/>
          <p:nvPr/>
        </p:nvSpPr>
        <p:spPr>
          <a:xfrm>
            <a:off x="10884086" y="4607253"/>
            <a:ext cx="1307914"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Line not at all linear</a:t>
            </a:r>
          </a:p>
        </p:txBody>
      </p:sp>
      <p:sp>
        <p:nvSpPr>
          <p:cNvPr id="4" name="Freeform 3">
            <a:extLst>
              <a:ext uri="{FF2B5EF4-FFF2-40B4-BE49-F238E27FC236}">
                <a16:creationId xmlns:a16="http://schemas.microsoft.com/office/drawing/2014/main" id="{16282F69-1E7A-F7F1-914E-9317CC65655C}"/>
              </a:ext>
            </a:extLst>
          </p:cNvPr>
          <p:cNvSpPr/>
          <p:nvPr/>
        </p:nvSpPr>
        <p:spPr>
          <a:xfrm rot="20785217">
            <a:off x="9102155" y="5392762"/>
            <a:ext cx="2062566"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headEnd type="stealth" w="lg" len="lg"/>
            <a:tailEnd type="non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32113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F416-A4AB-54BF-9694-95F247A8D50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FA38056-D397-5327-EDA4-6B29E86D861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9140F27B-0BD2-48B1-7951-D391EAF21D55}"/>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ECAC5A1C-A52A-908D-398A-1A5B1796EFEB}"/>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5" name="TextBox 34">
            <a:extLst>
              <a:ext uri="{FF2B5EF4-FFF2-40B4-BE49-F238E27FC236}">
                <a16:creationId xmlns:a16="http://schemas.microsoft.com/office/drawing/2014/main" id="{CB78FC71-CF31-C1FE-FAD9-331507EB986D}"/>
              </a:ext>
            </a:extLst>
          </p:cNvPr>
          <p:cNvSpPr txBox="1"/>
          <p:nvPr/>
        </p:nvSpPr>
        <p:spPr>
          <a:xfrm rot="16200000">
            <a:off x="6983098" y="5393715"/>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Passed exam?</a:t>
            </a:r>
          </a:p>
        </p:txBody>
      </p:sp>
      <p:cxnSp>
        <p:nvCxnSpPr>
          <p:cNvPr id="36" name="Straight Connector 35">
            <a:extLst>
              <a:ext uri="{FF2B5EF4-FFF2-40B4-BE49-F238E27FC236}">
                <a16:creationId xmlns:a16="http://schemas.microsoft.com/office/drawing/2014/main" id="{4580784E-A9ED-3ADD-D013-2FF376D0B287}"/>
              </a:ext>
            </a:extLst>
          </p:cNvPr>
          <p:cNvCxnSpPr>
            <a:cxnSpLocks/>
          </p:cNvCxnSpPr>
          <p:nvPr/>
        </p:nvCxnSpPr>
        <p:spPr>
          <a:xfrm>
            <a:off x="8158365" y="5154454"/>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1CF4D9A-D14E-B053-F7C1-8E7A5048D0A6}"/>
              </a:ext>
            </a:extLst>
          </p:cNvPr>
          <p:cNvCxnSpPr>
            <a:cxnSpLocks/>
          </p:cNvCxnSpPr>
          <p:nvPr/>
        </p:nvCxnSpPr>
        <p:spPr>
          <a:xfrm flipH="1">
            <a:off x="8150465" y="6601544"/>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B4C5DF11-FE36-6597-B7C9-0A4B0638913A}"/>
              </a:ext>
            </a:extLst>
          </p:cNvPr>
          <p:cNvSpPr txBox="1"/>
          <p:nvPr/>
        </p:nvSpPr>
        <p:spPr>
          <a:xfrm>
            <a:off x="8883054" y="6611780"/>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69" name="TextBox 68">
            <a:extLst>
              <a:ext uri="{FF2B5EF4-FFF2-40B4-BE49-F238E27FC236}">
                <a16:creationId xmlns:a16="http://schemas.microsoft.com/office/drawing/2014/main" id="{D9118866-C441-3FE2-8CDB-A5BBAF74E7A4}"/>
              </a:ext>
            </a:extLst>
          </p:cNvPr>
          <p:cNvSpPr txBox="1"/>
          <p:nvPr/>
        </p:nvSpPr>
        <p:spPr>
          <a:xfrm>
            <a:off x="7818078" y="5056717"/>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Yes</a:t>
            </a:r>
          </a:p>
        </p:txBody>
      </p:sp>
      <p:sp>
        <p:nvSpPr>
          <p:cNvPr id="70" name="TextBox 69">
            <a:extLst>
              <a:ext uri="{FF2B5EF4-FFF2-40B4-BE49-F238E27FC236}">
                <a16:creationId xmlns:a16="http://schemas.microsoft.com/office/drawing/2014/main" id="{2ACC2C14-2AC2-A9B6-4AAE-2EF7CFDBA0F2}"/>
              </a:ext>
            </a:extLst>
          </p:cNvPr>
          <p:cNvSpPr txBox="1"/>
          <p:nvPr/>
        </p:nvSpPr>
        <p:spPr>
          <a:xfrm>
            <a:off x="7828810" y="6406853"/>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No</a:t>
            </a:r>
          </a:p>
        </p:txBody>
      </p:sp>
      <mc:AlternateContent xmlns:mc="http://schemas.openxmlformats.org/markup-compatibility/2006">
        <mc:Choice xmlns:p14="http://schemas.microsoft.com/office/powerpoint/2010/main" Requires="p14">
          <p:contentPart p14:bwMode="auto" r:id="rId2">
            <p14:nvContentPartPr>
              <p14:cNvPr id="71" name="Ink 70">
                <a:extLst>
                  <a:ext uri="{FF2B5EF4-FFF2-40B4-BE49-F238E27FC236}">
                    <a16:creationId xmlns:a16="http://schemas.microsoft.com/office/drawing/2014/main" id="{4424038B-D1FD-832F-82AF-8FC26C178EF0}"/>
                  </a:ext>
                </a:extLst>
              </p14:cNvPr>
              <p14:cNvContentPartPr/>
              <p14:nvPr/>
            </p14:nvContentPartPr>
            <p14:xfrm>
              <a:off x="8252408" y="6516095"/>
              <a:ext cx="576" cy="576"/>
            </p14:xfrm>
          </p:contentPart>
        </mc:Choice>
        <mc:Fallback>
          <p:pic>
            <p:nvPicPr>
              <p:cNvPr id="71" name="Ink 70">
                <a:extLst>
                  <a:ext uri="{FF2B5EF4-FFF2-40B4-BE49-F238E27FC236}">
                    <a16:creationId xmlns:a16="http://schemas.microsoft.com/office/drawing/2014/main" id="{4424038B-D1FD-832F-82AF-8FC26C178EF0}"/>
                  </a:ext>
                </a:extLst>
              </p:cNvPr>
              <p:cNvPicPr/>
              <p:nvPr/>
            </p:nvPicPr>
            <p:blipFill>
              <a:blip r:embed="rId3"/>
              <a:stretch>
                <a:fillRect/>
              </a:stretch>
            </p:blipFill>
            <p:spPr>
              <a:xfrm>
                <a:off x="82380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2" name="Ink 71">
                <a:extLst>
                  <a:ext uri="{FF2B5EF4-FFF2-40B4-BE49-F238E27FC236}">
                    <a16:creationId xmlns:a16="http://schemas.microsoft.com/office/drawing/2014/main" id="{964D2B32-4207-CBD6-E6E1-25D1C88D0756}"/>
                  </a:ext>
                </a:extLst>
              </p14:cNvPr>
              <p14:cNvContentPartPr/>
              <p14:nvPr/>
            </p14:nvContentPartPr>
            <p14:xfrm>
              <a:off x="8355259" y="6516095"/>
              <a:ext cx="576" cy="576"/>
            </p14:xfrm>
          </p:contentPart>
        </mc:Choice>
        <mc:Fallback>
          <p:pic>
            <p:nvPicPr>
              <p:cNvPr id="72" name="Ink 71">
                <a:extLst>
                  <a:ext uri="{FF2B5EF4-FFF2-40B4-BE49-F238E27FC236}">
                    <a16:creationId xmlns:a16="http://schemas.microsoft.com/office/drawing/2014/main" id="{964D2B32-4207-CBD6-E6E1-25D1C88D0756}"/>
                  </a:ext>
                </a:extLst>
              </p:cNvPr>
              <p:cNvPicPr/>
              <p:nvPr/>
            </p:nvPicPr>
            <p:blipFill>
              <a:blip r:embed="rId3"/>
              <a:stretch>
                <a:fillRect/>
              </a:stretch>
            </p:blipFill>
            <p:spPr>
              <a:xfrm>
                <a:off x="834085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3" name="Ink 72">
                <a:extLst>
                  <a:ext uri="{FF2B5EF4-FFF2-40B4-BE49-F238E27FC236}">
                    <a16:creationId xmlns:a16="http://schemas.microsoft.com/office/drawing/2014/main" id="{0958A505-7192-3889-6257-C2170B536A50}"/>
                  </a:ext>
                </a:extLst>
              </p14:cNvPr>
              <p14:cNvContentPartPr/>
              <p14:nvPr/>
            </p14:nvContentPartPr>
            <p14:xfrm>
              <a:off x="8444597" y="6516095"/>
              <a:ext cx="576" cy="576"/>
            </p14:xfrm>
          </p:contentPart>
        </mc:Choice>
        <mc:Fallback>
          <p:pic>
            <p:nvPicPr>
              <p:cNvPr id="73" name="Ink 72">
                <a:extLst>
                  <a:ext uri="{FF2B5EF4-FFF2-40B4-BE49-F238E27FC236}">
                    <a16:creationId xmlns:a16="http://schemas.microsoft.com/office/drawing/2014/main" id="{0958A505-7192-3889-6257-C2170B536A50}"/>
                  </a:ext>
                </a:extLst>
              </p:cNvPr>
              <p:cNvPicPr/>
              <p:nvPr/>
            </p:nvPicPr>
            <p:blipFill>
              <a:blip r:embed="rId3"/>
              <a:stretch>
                <a:fillRect/>
              </a:stretch>
            </p:blipFill>
            <p:spPr>
              <a:xfrm>
                <a:off x="843019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4" name="Ink 73">
                <a:extLst>
                  <a:ext uri="{FF2B5EF4-FFF2-40B4-BE49-F238E27FC236}">
                    <a16:creationId xmlns:a16="http://schemas.microsoft.com/office/drawing/2014/main" id="{ABBF26F1-62E3-EC31-6EDD-E4EC6DEFC646}"/>
                  </a:ext>
                </a:extLst>
              </p14:cNvPr>
              <p14:cNvContentPartPr/>
              <p14:nvPr/>
            </p14:nvContentPartPr>
            <p14:xfrm>
              <a:off x="8556457" y="6516095"/>
              <a:ext cx="576" cy="576"/>
            </p14:xfrm>
          </p:contentPart>
        </mc:Choice>
        <mc:Fallback>
          <p:pic>
            <p:nvPicPr>
              <p:cNvPr id="74" name="Ink 73">
                <a:extLst>
                  <a:ext uri="{FF2B5EF4-FFF2-40B4-BE49-F238E27FC236}">
                    <a16:creationId xmlns:a16="http://schemas.microsoft.com/office/drawing/2014/main" id="{ABBF26F1-62E3-EC31-6EDD-E4EC6DEFC646}"/>
                  </a:ext>
                </a:extLst>
              </p:cNvPr>
              <p:cNvPicPr/>
              <p:nvPr/>
            </p:nvPicPr>
            <p:blipFill>
              <a:blip r:embed="rId3"/>
              <a:stretch>
                <a:fillRect/>
              </a:stretch>
            </p:blipFill>
            <p:spPr>
              <a:xfrm>
                <a:off x="854205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5" name="Ink 74">
                <a:extLst>
                  <a:ext uri="{FF2B5EF4-FFF2-40B4-BE49-F238E27FC236}">
                    <a16:creationId xmlns:a16="http://schemas.microsoft.com/office/drawing/2014/main" id="{C107BDC7-7FEE-AFCD-CFEA-05533B33E2DF}"/>
                  </a:ext>
                </a:extLst>
              </p14:cNvPr>
              <p14:cNvContentPartPr/>
              <p14:nvPr/>
            </p14:nvContentPartPr>
            <p14:xfrm>
              <a:off x="8314719" y="6516095"/>
              <a:ext cx="576" cy="576"/>
            </p14:xfrm>
          </p:contentPart>
        </mc:Choice>
        <mc:Fallback>
          <p:pic>
            <p:nvPicPr>
              <p:cNvPr id="75" name="Ink 74">
                <a:extLst>
                  <a:ext uri="{FF2B5EF4-FFF2-40B4-BE49-F238E27FC236}">
                    <a16:creationId xmlns:a16="http://schemas.microsoft.com/office/drawing/2014/main" id="{C107BDC7-7FEE-AFCD-CFEA-05533B33E2DF}"/>
                  </a:ext>
                </a:extLst>
              </p:cNvPr>
              <p:cNvPicPr/>
              <p:nvPr/>
            </p:nvPicPr>
            <p:blipFill>
              <a:blip r:embed="rId3"/>
              <a:stretch>
                <a:fillRect/>
              </a:stretch>
            </p:blipFill>
            <p:spPr>
              <a:xfrm>
                <a:off x="830031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6" name="Ink 75">
                <a:extLst>
                  <a:ext uri="{FF2B5EF4-FFF2-40B4-BE49-F238E27FC236}">
                    <a16:creationId xmlns:a16="http://schemas.microsoft.com/office/drawing/2014/main" id="{7841D87F-C390-83B3-6D7A-D09F3158F66E}"/>
                  </a:ext>
                </a:extLst>
              </p14:cNvPr>
              <p14:cNvContentPartPr/>
              <p14:nvPr/>
            </p14:nvContentPartPr>
            <p14:xfrm>
              <a:off x="8417570" y="6516095"/>
              <a:ext cx="576" cy="576"/>
            </p14:xfrm>
          </p:contentPart>
        </mc:Choice>
        <mc:Fallback>
          <p:pic>
            <p:nvPicPr>
              <p:cNvPr id="76" name="Ink 75">
                <a:extLst>
                  <a:ext uri="{FF2B5EF4-FFF2-40B4-BE49-F238E27FC236}">
                    <a16:creationId xmlns:a16="http://schemas.microsoft.com/office/drawing/2014/main" id="{7841D87F-C390-83B3-6D7A-D09F3158F66E}"/>
                  </a:ext>
                </a:extLst>
              </p:cNvPr>
              <p:cNvPicPr/>
              <p:nvPr/>
            </p:nvPicPr>
            <p:blipFill>
              <a:blip r:embed="rId3"/>
              <a:stretch>
                <a:fillRect/>
              </a:stretch>
            </p:blipFill>
            <p:spPr>
              <a:xfrm>
                <a:off x="8403170"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7" name="Ink 76">
                <a:extLst>
                  <a:ext uri="{FF2B5EF4-FFF2-40B4-BE49-F238E27FC236}">
                    <a16:creationId xmlns:a16="http://schemas.microsoft.com/office/drawing/2014/main" id="{CE7CC233-CF92-6E50-4CB4-8801B7D0555D}"/>
                  </a:ext>
                </a:extLst>
              </p14:cNvPr>
              <p14:cNvContentPartPr/>
              <p14:nvPr/>
            </p14:nvContentPartPr>
            <p14:xfrm>
              <a:off x="8506908" y="6516095"/>
              <a:ext cx="576" cy="576"/>
            </p14:xfrm>
          </p:contentPart>
        </mc:Choice>
        <mc:Fallback>
          <p:pic>
            <p:nvPicPr>
              <p:cNvPr id="77" name="Ink 76">
                <a:extLst>
                  <a:ext uri="{FF2B5EF4-FFF2-40B4-BE49-F238E27FC236}">
                    <a16:creationId xmlns:a16="http://schemas.microsoft.com/office/drawing/2014/main" id="{CE7CC233-CF92-6E50-4CB4-8801B7D0555D}"/>
                  </a:ext>
                </a:extLst>
              </p:cNvPr>
              <p:cNvPicPr/>
              <p:nvPr/>
            </p:nvPicPr>
            <p:blipFill>
              <a:blip r:embed="rId3"/>
              <a:stretch>
                <a:fillRect/>
              </a:stretch>
            </p:blipFill>
            <p:spPr>
              <a:xfrm>
                <a:off x="84925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9BC9EA55-1010-2B0D-ACC1-6E73CD93F371}"/>
                  </a:ext>
                </a:extLst>
              </p14:cNvPr>
              <p14:cNvContentPartPr/>
              <p14:nvPr/>
            </p14:nvContentPartPr>
            <p14:xfrm>
              <a:off x="8618768" y="6516095"/>
              <a:ext cx="576" cy="576"/>
            </p14:xfrm>
          </p:contentPart>
        </mc:Choice>
        <mc:Fallback>
          <p:pic>
            <p:nvPicPr>
              <p:cNvPr id="78" name="Ink 77">
                <a:extLst>
                  <a:ext uri="{FF2B5EF4-FFF2-40B4-BE49-F238E27FC236}">
                    <a16:creationId xmlns:a16="http://schemas.microsoft.com/office/drawing/2014/main" id="{9BC9EA55-1010-2B0D-ACC1-6E73CD93F371}"/>
                  </a:ext>
                </a:extLst>
              </p:cNvPr>
              <p:cNvPicPr/>
              <p:nvPr/>
            </p:nvPicPr>
            <p:blipFill>
              <a:blip r:embed="rId3"/>
              <a:stretch>
                <a:fillRect/>
              </a:stretch>
            </p:blipFill>
            <p:spPr>
              <a:xfrm>
                <a:off x="860436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9" name="Ink 78">
                <a:extLst>
                  <a:ext uri="{FF2B5EF4-FFF2-40B4-BE49-F238E27FC236}">
                    <a16:creationId xmlns:a16="http://schemas.microsoft.com/office/drawing/2014/main" id="{E4A44945-F9C6-2E21-292C-319194C36441}"/>
                  </a:ext>
                </a:extLst>
              </p14:cNvPr>
              <p14:cNvContentPartPr/>
              <p14:nvPr/>
            </p14:nvContentPartPr>
            <p14:xfrm>
              <a:off x="8665314" y="6516095"/>
              <a:ext cx="576" cy="576"/>
            </p14:xfrm>
          </p:contentPart>
        </mc:Choice>
        <mc:Fallback>
          <p:pic>
            <p:nvPicPr>
              <p:cNvPr id="79" name="Ink 78">
                <a:extLst>
                  <a:ext uri="{FF2B5EF4-FFF2-40B4-BE49-F238E27FC236}">
                    <a16:creationId xmlns:a16="http://schemas.microsoft.com/office/drawing/2014/main" id="{E4A44945-F9C6-2E21-292C-319194C36441}"/>
                  </a:ext>
                </a:extLst>
              </p:cNvPr>
              <p:cNvPicPr/>
              <p:nvPr/>
            </p:nvPicPr>
            <p:blipFill>
              <a:blip r:embed="rId3"/>
              <a:stretch>
                <a:fillRect/>
              </a:stretch>
            </p:blipFill>
            <p:spPr>
              <a:xfrm>
                <a:off x="8650914"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D4505EE5-72D7-E330-0964-8FAF9B747D44}"/>
                  </a:ext>
                </a:extLst>
              </p14:cNvPr>
              <p14:cNvContentPartPr/>
              <p14:nvPr/>
            </p14:nvContentPartPr>
            <p14:xfrm>
              <a:off x="8768165" y="6516095"/>
              <a:ext cx="576" cy="576"/>
            </p14:xfrm>
          </p:contentPart>
        </mc:Choice>
        <mc:Fallback>
          <p:pic>
            <p:nvPicPr>
              <p:cNvPr id="80" name="Ink 79">
                <a:extLst>
                  <a:ext uri="{FF2B5EF4-FFF2-40B4-BE49-F238E27FC236}">
                    <a16:creationId xmlns:a16="http://schemas.microsoft.com/office/drawing/2014/main" id="{D4505EE5-72D7-E330-0964-8FAF9B747D44}"/>
                  </a:ext>
                </a:extLst>
              </p:cNvPr>
              <p:cNvPicPr/>
              <p:nvPr/>
            </p:nvPicPr>
            <p:blipFill>
              <a:blip r:embed="rId3"/>
              <a:stretch>
                <a:fillRect/>
              </a:stretch>
            </p:blipFill>
            <p:spPr>
              <a:xfrm>
                <a:off x="8753765"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1" name="Ink 80">
                <a:extLst>
                  <a:ext uri="{FF2B5EF4-FFF2-40B4-BE49-F238E27FC236}">
                    <a16:creationId xmlns:a16="http://schemas.microsoft.com/office/drawing/2014/main" id="{3EB11384-E557-FA07-899E-07B38909A025}"/>
                  </a:ext>
                </a:extLst>
              </p14:cNvPr>
              <p14:cNvContentPartPr/>
              <p14:nvPr/>
            </p14:nvContentPartPr>
            <p14:xfrm>
              <a:off x="8857503" y="6516095"/>
              <a:ext cx="576" cy="576"/>
            </p14:xfrm>
          </p:contentPart>
        </mc:Choice>
        <mc:Fallback>
          <p:pic>
            <p:nvPicPr>
              <p:cNvPr id="81" name="Ink 80">
                <a:extLst>
                  <a:ext uri="{FF2B5EF4-FFF2-40B4-BE49-F238E27FC236}">
                    <a16:creationId xmlns:a16="http://schemas.microsoft.com/office/drawing/2014/main" id="{3EB11384-E557-FA07-899E-07B38909A025}"/>
                  </a:ext>
                </a:extLst>
              </p:cNvPr>
              <p:cNvPicPr/>
              <p:nvPr/>
            </p:nvPicPr>
            <p:blipFill>
              <a:blip r:embed="rId3"/>
              <a:stretch>
                <a:fillRect/>
              </a:stretch>
            </p:blipFill>
            <p:spPr>
              <a:xfrm>
                <a:off x="884310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a:extLst>
                  <a:ext uri="{FF2B5EF4-FFF2-40B4-BE49-F238E27FC236}">
                    <a16:creationId xmlns:a16="http://schemas.microsoft.com/office/drawing/2014/main" id="{20FED5DA-5EFC-B5C4-88F1-3F619B7FC9C6}"/>
                  </a:ext>
                </a:extLst>
              </p14:cNvPr>
              <p14:cNvContentPartPr/>
              <p14:nvPr/>
            </p14:nvContentPartPr>
            <p14:xfrm>
              <a:off x="8969363" y="6516095"/>
              <a:ext cx="576" cy="576"/>
            </p14:xfrm>
          </p:contentPart>
        </mc:Choice>
        <mc:Fallback>
          <p:pic>
            <p:nvPicPr>
              <p:cNvPr id="82" name="Ink 81">
                <a:extLst>
                  <a:ext uri="{FF2B5EF4-FFF2-40B4-BE49-F238E27FC236}">
                    <a16:creationId xmlns:a16="http://schemas.microsoft.com/office/drawing/2014/main" id="{20FED5DA-5EFC-B5C4-88F1-3F619B7FC9C6}"/>
                  </a:ext>
                </a:extLst>
              </p:cNvPr>
              <p:cNvPicPr/>
              <p:nvPr/>
            </p:nvPicPr>
            <p:blipFill>
              <a:blip r:embed="rId3"/>
              <a:stretch>
                <a:fillRect/>
              </a:stretch>
            </p:blipFill>
            <p:spPr>
              <a:xfrm>
                <a:off x="895496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3" name="Ink 82">
                <a:extLst>
                  <a:ext uri="{FF2B5EF4-FFF2-40B4-BE49-F238E27FC236}">
                    <a16:creationId xmlns:a16="http://schemas.microsoft.com/office/drawing/2014/main" id="{0FD64E66-0154-EB2C-D343-0F5B7B990057}"/>
                  </a:ext>
                </a:extLst>
              </p14:cNvPr>
              <p14:cNvContentPartPr/>
              <p14:nvPr/>
            </p14:nvContentPartPr>
            <p14:xfrm>
              <a:off x="10074451" y="5157258"/>
              <a:ext cx="576" cy="576"/>
            </p14:xfrm>
          </p:contentPart>
        </mc:Choice>
        <mc:Fallback>
          <p:pic>
            <p:nvPicPr>
              <p:cNvPr id="83" name="Ink 82">
                <a:extLst>
                  <a:ext uri="{FF2B5EF4-FFF2-40B4-BE49-F238E27FC236}">
                    <a16:creationId xmlns:a16="http://schemas.microsoft.com/office/drawing/2014/main" id="{0FD64E66-0154-EB2C-D343-0F5B7B990057}"/>
                  </a:ext>
                </a:extLst>
              </p:cNvPr>
              <p:cNvPicPr/>
              <p:nvPr/>
            </p:nvPicPr>
            <p:blipFill>
              <a:blip r:embed="rId3"/>
              <a:stretch>
                <a:fillRect/>
              </a:stretch>
            </p:blipFill>
            <p:spPr>
              <a:xfrm>
                <a:off x="1006005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1FED17C9-1CE0-E27C-A6C8-724281913580}"/>
                  </a:ext>
                </a:extLst>
              </p14:cNvPr>
              <p14:cNvContentPartPr/>
              <p14:nvPr/>
            </p14:nvContentPartPr>
            <p14:xfrm>
              <a:off x="10177302" y="5157258"/>
              <a:ext cx="576" cy="576"/>
            </p14:xfrm>
          </p:contentPart>
        </mc:Choice>
        <mc:Fallback>
          <p:pic>
            <p:nvPicPr>
              <p:cNvPr id="84" name="Ink 83">
                <a:extLst>
                  <a:ext uri="{FF2B5EF4-FFF2-40B4-BE49-F238E27FC236}">
                    <a16:creationId xmlns:a16="http://schemas.microsoft.com/office/drawing/2014/main" id="{1FED17C9-1CE0-E27C-A6C8-724281913580}"/>
                  </a:ext>
                </a:extLst>
              </p:cNvPr>
              <p:cNvPicPr/>
              <p:nvPr/>
            </p:nvPicPr>
            <p:blipFill>
              <a:blip r:embed="rId3"/>
              <a:stretch>
                <a:fillRect/>
              </a:stretch>
            </p:blipFill>
            <p:spPr>
              <a:xfrm>
                <a:off x="1016290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85" name="Ink 84">
                <a:extLst>
                  <a:ext uri="{FF2B5EF4-FFF2-40B4-BE49-F238E27FC236}">
                    <a16:creationId xmlns:a16="http://schemas.microsoft.com/office/drawing/2014/main" id="{017BBCF9-0B8E-6E48-C965-01D217B589C0}"/>
                  </a:ext>
                </a:extLst>
              </p14:cNvPr>
              <p14:cNvContentPartPr/>
              <p14:nvPr/>
            </p14:nvContentPartPr>
            <p14:xfrm>
              <a:off x="10266640" y="5157258"/>
              <a:ext cx="576" cy="576"/>
            </p14:xfrm>
          </p:contentPart>
        </mc:Choice>
        <mc:Fallback>
          <p:pic>
            <p:nvPicPr>
              <p:cNvPr id="85" name="Ink 84">
                <a:extLst>
                  <a:ext uri="{FF2B5EF4-FFF2-40B4-BE49-F238E27FC236}">
                    <a16:creationId xmlns:a16="http://schemas.microsoft.com/office/drawing/2014/main" id="{017BBCF9-0B8E-6E48-C965-01D217B589C0}"/>
                  </a:ext>
                </a:extLst>
              </p:cNvPr>
              <p:cNvPicPr/>
              <p:nvPr/>
            </p:nvPicPr>
            <p:blipFill>
              <a:blip r:embed="rId3"/>
              <a:stretch>
                <a:fillRect/>
              </a:stretch>
            </p:blipFill>
            <p:spPr>
              <a:xfrm>
                <a:off x="1025224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6" name="Ink 85">
                <a:extLst>
                  <a:ext uri="{FF2B5EF4-FFF2-40B4-BE49-F238E27FC236}">
                    <a16:creationId xmlns:a16="http://schemas.microsoft.com/office/drawing/2014/main" id="{A0FC5170-1CB0-CE29-B53C-934719594C2B}"/>
                  </a:ext>
                </a:extLst>
              </p14:cNvPr>
              <p14:cNvContentPartPr/>
              <p14:nvPr/>
            </p14:nvContentPartPr>
            <p14:xfrm>
              <a:off x="10378500" y="5157258"/>
              <a:ext cx="576" cy="576"/>
            </p14:xfrm>
          </p:contentPart>
        </mc:Choice>
        <mc:Fallback>
          <p:pic>
            <p:nvPicPr>
              <p:cNvPr id="86" name="Ink 85">
                <a:extLst>
                  <a:ext uri="{FF2B5EF4-FFF2-40B4-BE49-F238E27FC236}">
                    <a16:creationId xmlns:a16="http://schemas.microsoft.com/office/drawing/2014/main" id="{A0FC5170-1CB0-CE29-B53C-934719594C2B}"/>
                  </a:ext>
                </a:extLst>
              </p:cNvPr>
              <p:cNvPicPr/>
              <p:nvPr/>
            </p:nvPicPr>
            <p:blipFill>
              <a:blip r:embed="rId3"/>
              <a:stretch>
                <a:fillRect/>
              </a:stretch>
            </p:blipFill>
            <p:spPr>
              <a:xfrm>
                <a:off x="1036410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7" name="Ink 86">
                <a:extLst>
                  <a:ext uri="{FF2B5EF4-FFF2-40B4-BE49-F238E27FC236}">
                    <a16:creationId xmlns:a16="http://schemas.microsoft.com/office/drawing/2014/main" id="{3E30B99B-ACDC-342C-5E9A-CFDDE5834A7B}"/>
                  </a:ext>
                </a:extLst>
              </p14:cNvPr>
              <p14:cNvContentPartPr/>
              <p14:nvPr/>
            </p14:nvContentPartPr>
            <p14:xfrm>
              <a:off x="10010638" y="5157258"/>
              <a:ext cx="576" cy="576"/>
            </p14:xfrm>
          </p:contentPart>
        </mc:Choice>
        <mc:Fallback>
          <p:pic>
            <p:nvPicPr>
              <p:cNvPr id="87" name="Ink 86">
                <a:extLst>
                  <a:ext uri="{FF2B5EF4-FFF2-40B4-BE49-F238E27FC236}">
                    <a16:creationId xmlns:a16="http://schemas.microsoft.com/office/drawing/2014/main" id="{3E30B99B-ACDC-342C-5E9A-CFDDE5834A7B}"/>
                  </a:ext>
                </a:extLst>
              </p:cNvPr>
              <p:cNvPicPr/>
              <p:nvPr/>
            </p:nvPicPr>
            <p:blipFill>
              <a:blip r:embed="rId3"/>
              <a:stretch>
                <a:fillRect/>
              </a:stretch>
            </p:blipFill>
            <p:spPr>
              <a:xfrm>
                <a:off x="9996238"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8" name="Ink 87">
                <a:extLst>
                  <a:ext uri="{FF2B5EF4-FFF2-40B4-BE49-F238E27FC236}">
                    <a16:creationId xmlns:a16="http://schemas.microsoft.com/office/drawing/2014/main" id="{3314EECD-6999-A43C-C98E-C08C9B511F31}"/>
                  </a:ext>
                </a:extLst>
              </p14:cNvPr>
              <p14:cNvContentPartPr/>
              <p14:nvPr/>
            </p14:nvContentPartPr>
            <p14:xfrm>
              <a:off x="10113489" y="5157258"/>
              <a:ext cx="576" cy="576"/>
            </p14:xfrm>
          </p:contentPart>
        </mc:Choice>
        <mc:Fallback>
          <p:pic>
            <p:nvPicPr>
              <p:cNvPr id="88" name="Ink 87">
                <a:extLst>
                  <a:ext uri="{FF2B5EF4-FFF2-40B4-BE49-F238E27FC236}">
                    <a16:creationId xmlns:a16="http://schemas.microsoft.com/office/drawing/2014/main" id="{3314EECD-6999-A43C-C98E-C08C9B511F31}"/>
                  </a:ext>
                </a:extLst>
              </p:cNvPr>
              <p:cNvPicPr/>
              <p:nvPr/>
            </p:nvPicPr>
            <p:blipFill>
              <a:blip r:embed="rId3"/>
              <a:stretch>
                <a:fillRect/>
              </a:stretch>
            </p:blipFill>
            <p:spPr>
              <a:xfrm>
                <a:off x="10099089"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9" name="Ink 88">
                <a:extLst>
                  <a:ext uri="{FF2B5EF4-FFF2-40B4-BE49-F238E27FC236}">
                    <a16:creationId xmlns:a16="http://schemas.microsoft.com/office/drawing/2014/main" id="{096FEF7A-BFA1-BC4D-7A23-19048A27AECD}"/>
                  </a:ext>
                </a:extLst>
              </p14:cNvPr>
              <p14:cNvContentPartPr/>
              <p14:nvPr/>
            </p14:nvContentPartPr>
            <p14:xfrm>
              <a:off x="10202827" y="5157258"/>
              <a:ext cx="576" cy="576"/>
            </p14:xfrm>
          </p:contentPart>
        </mc:Choice>
        <mc:Fallback>
          <p:pic>
            <p:nvPicPr>
              <p:cNvPr id="89" name="Ink 88">
                <a:extLst>
                  <a:ext uri="{FF2B5EF4-FFF2-40B4-BE49-F238E27FC236}">
                    <a16:creationId xmlns:a16="http://schemas.microsoft.com/office/drawing/2014/main" id="{096FEF7A-BFA1-BC4D-7A23-19048A27AECD}"/>
                  </a:ext>
                </a:extLst>
              </p:cNvPr>
              <p:cNvPicPr/>
              <p:nvPr/>
            </p:nvPicPr>
            <p:blipFill>
              <a:blip r:embed="rId3"/>
              <a:stretch>
                <a:fillRect/>
              </a:stretch>
            </p:blipFill>
            <p:spPr>
              <a:xfrm>
                <a:off x="1018842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A6C2A77D-A90B-2A8C-F41B-48ED40F7F989}"/>
                  </a:ext>
                </a:extLst>
              </p14:cNvPr>
              <p14:cNvContentPartPr/>
              <p14:nvPr/>
            </p14:nvContentPartPr>
            <p14:xfrm>
              <a:off x="10314687" y="5157258"/>
              <a:ext cx="576" cy="576"/>
            </p14:xfrm>
          </p:contentPart>
        </mc:Choice>
        <mc:Fallback>
          <p:pic>
            <p:nvPicPr>
              <p:cNvPr id="90" name="Ink 89">
                <a:extLst>
                  <a:ext uri="{FF2B5EF4-FFF2-40B4-BE49-F238E27FC236}">
                    <a16:creationId xmlns:a16="http://schemas.microsoft.com/office/drawing/2014/main" id="{A6C2A77D-A90B-2A8C-F41B-48ED40F7F989}"/>
                  </a:ext>
                </a:extLst>
              </p:cNvPr>
              <p:cNvPicPr/>
              <p:nvPr/>
            </p:nvPicPr>
            <p:blipFill>
              <a:blip r:embed="rId3"/>
              <a:stretch>
                <a:fillRect/>
              </a:stretch>
            </p:blipFill>
            <p:spPr>
              <a:xfrm>
                <a:off x="1030028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91" name="Ink 90">
                <a:extLst>
                  <a:ext uri="{FF2B5EF4-FFF2-40B4-BE49-F238E27FC236}">
                    <a16:creationId xmlns:a16="http://schemas.microsoft.com/office/drawing/2014/main" id="{6B2B8DED-0B52-ACAB-8192-CCE9FBA8F7FE}"/>
                  </a:ext>
                </a:extLst>
              </p14:cNvPr>
              <p14:cNvContentPartPr/>
              <p14:nvPr/>
            </p14:nvContentPartPr>
            <p14:xfrm>
              <a:off x="9780161" y="5157258"/>
              <a:ext cx="576" cy="576"/>
            </p14:xfrm>
          </p:contentPart>
        </mc:Choice>
        <mc:Fallback>
          <p:pic>
            <p:nvPicPr>
              <p:cNvPr id="91" name="Ink 90">
                <a:extLst>
                  <a:ext uri="{FF2B5EF4-FFF2-40B4-BE49-F238E27FC236}">
                    <a16:creationId xmlns:a16="http://schemas.microsoft.com/office/drawing/2014/main" id="{6B2B8DED-0B52-ACAB-8192-CCE9FBA8F7FE}"/>
                  </a:ext>
                </a:extLst>
              </p:cNvPr>
              <p:cNvPicPr/>
              <p:nvPr/>
            </p:nvPicPr>
            <p:blipFill>
              <a:blip r:embed="rId3"/>
              <a:stretch>
                <a:fillRect/>
              </a:stretch>
            </p:blipFill>
            <p:spPr>
              <a:xfrm>
                <a:off x="976576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2" name="Ink 91">
                <a:extLst>
                  <a:ext uri="{FF2B5EF4-FFF2-40B4-BE49-F238E27FC236}">
                    <a16:creationId xmlns:a16="http://schemas.microsoft.com/office/drawing/2014/main" id="{08C7781F-00D8-52FA-A402-A55EF81FA45D}"/>
                  </a:ext>
                </a:extLst>
              </p14:cNvPr>
              <p14:cNvContentPartPr/>
              <p14:nvPr/>
            </p14:nvContentPartPr>
            <p14:xfrm>
              <a:off x="9883012" y="5157258"/>
              <a:ext cx="576" cy="576"/>
            </p14:xfrm>
          </p:contentPart>
        </mc:Choice>
        <mc:Fallback>
          <p:pic>
            <p:nvPicPr>
              <p:cNvPr id="92" name="Ink 91">
                <a:extLst>
                  <a:ext uri="{FF2B5EF4-FFF2-40B4-BE49-F238E27FC236}">
                    <a16:creationId xmlns:a16="http://schemas.microsoft.com/office/drawing/2014/main" id="{08C7781F-00D8-52FA-A402-A55EF81FA45D}"/>
                  </a:ext>
                </a:extLst>
              </p:cNvPr>
              <p:cNvPicPr/>
              <p:nvPr/>
            </p:nvPicPr>
            <p:blipFill>
              <a:blip r:embed="rId3"/>
              <a:stretch>
                <a:fillRect/>
              </a:stretch>
            </p:blipFill>
            <p:spPr>
              <a:xfrm>
                <a:off x="986861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3" name="Ink 92">
                <a:extLst>
                  <a:ext uri="{FF2B5EF4-FFF2-40B4-BE49-F238E27FC236}">
                    <a16:creationId xmlns:a16="http://schemas.microsoft.com/office/drawing/2014/main" id="{7AE3EDB0-1BAB-38C8-4F0F-4C1A7776A91C}"/>
                  </a:ext>
                </a:extLst>
              </p14:cNvPr>
              <p14:cNvContentPartPr/>
              <p14:nvPr/>
            </p14:nvContentPartPr>
            <p14:xfrm>
              <a:off x="9972350" y="5157258"/>
              <a:ext cx="576" cy="576"/>
            </p14:xfrm>
          </p:contentPart>
        </mc:Choice>
        <mc:Fallback>
          <p:pic>
            <p:nvPicPr>
              <p:cNvPr id="93" name="Ink 92">
                <a:extLst>
                  <a:ext uri="{FF2B5EF4-FFF2-40B4-BE49-F238E27FC236}">
                    <a16:creationId xmlns:a16="http://schemas.microsoft.com/office/drawing/2014/main" id="{7AE3EDB0-1BAB-38C8-4F0F-4C1A7776A91C}"/>
                  </a:ext>
                </a:extLst>
              </p:cNvPr>
              <p:cNvPicPr/>
              <p:nvPr/>
            </p:nvPicPr>
            <p:blipFill>
              <a:blip r:embed="rId3"/>
              <a:stretch>
                <a:fillRect/>
              </a:stretch>
            </p:blipFill>
            <p:spPr>
              <a:xfrm>
                <a:off x="995795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4" name="Ink 93">
                <a:extLst>
                  <a:ext uri="{FF2B5EF4-FFF2-40B4-BE49-F238E27FC236}">
                    <a16:creationId xmlns:a16="http://schemas.microsoft.com/office/drawing/2014/main" id="{1C97057F-1593-9FA6-C021-B85A4CA0B72D}"/>
                  </a:ext>
                </a:extLst>
              </p14:cNvPr>
              <p14:cNvContentPartPr/>
              <p14:nvPr/>
            </p14:nvContentPartPr>
            <p14:xfrm>
              <a:off x="10084210" y="5157258"/>
              <a:ext cx="576" cy="576"/>
            </p14:xfrm>
          </p:contentPart>
        </mc:Choice>
        <mc:Fallback>
          <p:pic>
            <p:nvPicPr>
              <p:cNvPr id="94" name="Ink 93">
                <a:extLst>
                  <a:ext uri="{FF2B5EF4-FFF2-40B4-BE49-F238E27FC236}">
                    <a16:creationId xmlns:a16="http://schemas.microsoft.com/office/drawing/2014/main" id="{1C97057F-1593-9FA6-C021-B85A4CA0B72D}"/>
                  </a:ext>
                </a:extLst>
              </p:cNvPr>
              <p:cNvPicPr/>
              <p:nvPr/>
            </p:nvPicPr>
            <p:blipFill>
              <a:blip r:embed="rId3"/>
              <a:stretch>
                <a:fillRect/>
              </a:stretch>
            </p:blipFill>
            <p:spPr>
              <a:xfrm>
                <a:off x="1006981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5" name="Ink 94">
                <a:extLst>
                  <a:ext uri="{FF2B5EF4-FFF2-40B4-BE49-F238E27FC236}">
                    <a16:creationId xmlns:a16="http://schemas.microsoft.com/office/drawing/2014/main" id="{11CEE006-5BFB-327A-7A30-09C38D5FFFDA}"/>
                  </a:ext>
                </a:extLst>
              </p14:cNvPr>
              <p14:cNvContentPartPr/>
              <p14:nvPr/>
            </p14:nvContentPartPr>
            <p14:xfrm>
              <a:off x="9374012" y="6516095"/>
              <a:ext cx="576" cy="576"/>
            </p14:xfrm>
          </p:contentPart>
        </mc:Choice>
        <mc:Fallback>
          <p:pic>
            <p:nvPicPr>
              <p:cNvPr id="95" name="Ink 94">
                <a:extLst>
                  <a:ext uri="{FF2B5EF4-FFF2-40B4-BE49-F238E27FC236}">
                    <a16:creationId xmlns:a16="http://schemas.microsoft.com/office/drawing/2014/main" id="{11CEE006-5BFB-327A-7A30-09C38D5FFFDA}"/>
                  </a:ext>
                </a:extLst>
              </p:cNvPr>
              <p:cNvPicPr/>
              <p:nvPr/>
            </p:nvPicPr>
            <p:blipFill>
              <a:blip r:embed="rId3"/>
              <a:stretch>
                <a:fillRect/>
              </a:stretch>
            </p:blipFill>
            <p:spPr>
              <a:xfrm>
                <a:off x="9359612"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6" name="Ink 95">
                <a:extLst>
                  <a:ext uri="{FF2B5EF4-FFF2-40B4-BE49-F238E27FC236}">
                    <a16:creationId xmlns:a16="http://schemas.microsoft.com/office/drawing/2014/main" id="{9EE01785-6EEF-456D-CC24-6FA2030EBA24}"/>
                  </a:ext>
                </a:extLst>
              </p14:cNvPr>
              <p14:cNvContentPartPr/>
              <p14:nvPr/>
            </p14:nvContentPartPr>
            <p14:xfrm>
              <a:off x="9936316" y="6516095"/>
              <a:ext cx="576" cy="576"/>
            </p14:xfrm>
          </p:contentPart>
        </mc:Choice>
        <mc:Fallback>
          <p:pic>
            <p:nvPicPr>
              <p:cNvPr id="96" name="Ink 95">
                <a:extLst>
                  <a:ext uri="{FF2B5EF4-FFF2-40B4-BE49-F238E27FC236}">
                    <a16:creationId xmlns:a16="http://schemas.microsoft.com/office/drawing/2014/main" id="{9EE01785-6EEF-456D-CC24-6FA2030EBA24}"/>
                  </a:ext>
                </a:extLst>
              </p:cNvPr>
              <p:cNvPicPr/>
              <p:nvPr/>
            </p:nvPicPr>
            <p:blipFill>
              <a:blip r:embed="rId3"/>
              <a:stretch>
                <a:fillRect/>
              </a:stretch>
            </p:blipFill>
            <p:spPr>
              <a:xfrm>
                <a:off x="9921916"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97" name="Ink 96">
                <a:extLst>
                  <a:ext uri="{FF2B5EF4-FFF2-40B4-BE49-F238E27FC236}">
                    <a16:creationId xmlns:a16="http://schemas.microsoft.com/office/drawing/2014/main" id="{3A258B57-1955-9D63-1D31-7CB75FB8B827}"/>
                  </a:ext>
                </a:extLst>
              </p14:cNvPr>
              <p14:cNvContentPartPr/>
              <p14:nvPr/>
            </p14:nvContentPartPr>
            <p14:xfrm>
              <a:off x="9273413" y="5157258"/>
              <a:ext cx="576" cy="576"/>
            </p14:xfrm>
          </p:contentPart>
        </mc:Choice>
        <mc:Fallback>
          <p:pic>
            <p:nvPicPr>
              <p:cNvPr id="97" name="Ink 96">
                <a:extLst>
                  <a:ext uri="{FF2B5EF4-FFF2-40B4-BE49-F238E27FC236}">
                    <a16:creationId xmlns:a16="http://schemas.microsoft.com/office/drawing/2014/main" id="{3A258B57-1955-9D63-1D31-7CB75FB8B827}"/>
                  </a:ext>
                </a:extLst>
              </p:cNvPr>
              <p:cNvPicPr/>
              <p:nvPr/>
            </p:nvPicPr>
            <p:blipFill>
              <a:blip r:embed="rId3"/>
              <a:stretch>
                <a:fillRect/>
              </a:stretch>
            </p:blipFill>
            <p:spPr>
              <a:xfrm>
                <a:off x="9259013"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8" name="Ink 97">
                <a:extLst>
                  <a:ext uri="{FF2B5EF4-FFF2-40B4-BE49-F238E27FC236}">
                    <a16:creationId xmlns:a16="http://schemas.microsoft.com/office/drawing/2014/main" id="{FB7004BD-13C9-0865-C931-CAFAC529BDC4}"/>
                  </a:ext>
                </a:extLst>
              </p14:cNvPr>
              <p14:cNvContentPartPr/>
              <p14:nvPr/>
            </p14:nvContentPartPr>
            <p14:xfrm>
              <a:off x="8817714" y="5157258"/>
              <a:ext cx="576" cy="576"/>
            </p14:xfrm>
          </p:contentPart>
        </mc:Choice>
        <mc:Fallback>
          <p:pic>
            <p:nvPicPr>
              <p:cNvPr id="98" name="Ink 97">
                <a:extLst>
                  <a:ext uri="{FF2B5EF4-FFF2-40B4-BE49-F238E27FC236}">
                    <a16:creationId xmlns:a16="http://schemas.microsoft.com/office/drawing/2014/main" id="{FB7004BD-13C9-0865-C931-CAFAC529BDC4}"/>
                  </a:ext>
                </a:extLst>
              </p:cNvPr>
              <p:cNvPicPr/>
              <p:nvPr/>
            </p:nvPicPr>
            <p:blipFill>
              <a:blip r:embed="rId3"/>
              <a:stretch>
                <a:fillRect/>
              </a:stretch>
            </p:blipFill>
            <p:spPr>
              <a:xfrm>
                <a:off x="8803314"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99" name="Ink 98">
                <a:extLst>
                  <a:ext uri="{FF2B5EF4-FFF2-40B4-BE49-F238E27FC236}">
                    <a16:creationId xmlns:a16="http://schemas.microsoft.com/office/drawing/2014/main" id="{417B916A-3376-210E-2B22-95E0E19EE639}"/>
                  </a:ext>
                </a:extLst>
              </p14:cNvPr>
              <p14:cNvContentPartPr/>
              <p14:nvPr/>
            </p14:nvContentPartPr>
            <p14:xfrm>
              <a:off x="9654788" y="5156508"/>
              <a:ext cx="576" cy="576"/>
            </p14:xfrm>
          </p:contentPart>
        </mc:Choice>
        <mc:Fallback>
          <p:pic>
            <p:nvPicPr>
              <p:cNvPr id="99" name="Ink 98">
                <a:extLst>
                  <a:ext uri="{FF2B5EF4-FFF2-40B4-BE49-F238E27FC236}">
                    <a16:creationId xmlns:a16="http://schemas.microsoft.com/office/drawing/2014/main" id="{417B916A-3376-210E-2B22-95E0E19EE639}"/>
                  </a:ext>
                </a:extLst>
              </p:cNvPr>
              <p:cNvPicPr/>
              <p:nvPr/>
            </p:nvPicPr>
            <p:blipFill>
              <a:blip r:embed="rId3"/>
              <a:stretch>
                <a:fillRect/>
              </a:stretch>
            </p:blipFill>
            <p:spPr>
              <a:xfrm>
                <a:off x="9640388"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0" name="Ink 99">
                <a:extLst>
                  <a:ext uri="{FF2B5EF4-FFF2-40B4-BE49-F238E27FC236}">
                    <a16:creationId xmlns:a16="http://schemas.microsoft.com/office/drawing/2014/main" id="{049560C5-7D7F-D9F1-28DE-89F9DA036E2A}"/>
                  </a:ext>
                </a:extLst>
              </p14:cNvPr>
              <p14:cNvContentPartPr/>
              <p14:nvPr/>
            </p14:nvContentPartPr>
            <p14:xfrm>
              <a:off x="9757639" y="5156508"/>
              <a:ext cx="576" cy="576"/>
            </p14:xfrm>
          </p:contentPart>
        </mc:Choice>
        <mc:Fallback>
          <p:pic>
            <p:nvPicPr>
              <p:cNvPr id="100" name="Ink 99">
                <a:extLst>
                  <a:ext uri="{FF2B5EF4-FFF2-40B4-BE49-F238E27FC236}">
                    <a16:creationId xmlns:a16="http://schemas.microsoft.com/office/drawing/2014/main" id="{049560C5-7D7F-D9F1-28DE-89F9DA036E2A}"/>
                  </a:ext>
                </a:extLst>
              </p:cNvPr>
              <p:cNvPicPr/>
              <p:nvPr/>
            </p:nvPicPr>
            <p:blipFill>
              <a:blip r:embed="rId3"/>
              <a:stretch>
                <a:fillRect/>
              </a:stretch>
            </p:blipFill>
            <p:spPr>
              <a:xfrm>
                <a:off x="9743239"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01" name="Ink 100">
                <a:extLst>
                  <a:ext uri="{FF2B5EF4-FFF2-40B4-BE49-F238E27FC236}">
                    <a16:creationId xmlns:a16="http://schemas.microsoft.com/office/drawing/2014/main" id="{A158B09E-49D6-38A9-B927-47FC3F35F511}"/>
                  </a:ext>
                </a:extLst>
              </p14:cNvPr>
              <p14:cNvContentPartPr/>
              <p14:nvPr/>
            </p14:nvContentPartPr>
            <p14:xfrm>
              <a:off x="9846977" y="5156508"/>
              <a:ext cx="576" cy="576"/>
            </p14:xfrm>
          </p:contentPart>
        </mc:Choice>
        <mc:Fallback>
          <p:pic>
            <p:nvPicPr>
              <p:cNvPr id="101" name="Ink 100">
                <a:extLst>
                  <a:ext uri="{FF2B5EF4-FFF2-40B4-BE49-F238E27FC236}">
                    <a16:creationId xmlns:a16="http://schemas.microsoft.com/office/drawing/2014/main" id="{A158B09E-49D6-38A9-B927-47FC3F35F511}"/>
                  </a:ext>
                </a:extLst>
              </p:cNvPr>
              <p:cNvPicPr/>
              <p:nvPr/>
            </p:nvPicPr>
            <p:blipFill>
              <a:blip r:embed="rId3"/>
              <a:stretch>
                <a:fillRect/>
              </a:stretch>
            </p:blipFill>
            <p:spPr>
              <a:xfrm>
                <a:off x="983257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2" name="Ink 101">
                <a:extLst>
                  <a:ext uri="{FF2B5EF4-FFF2-40B4-BE49-F238E27FC236}">
                    <a16:creationId xmlns:a16="http://schemas.microsoft.com/office/drawing/2014/main" id="{467B8A0D-8E7E-2ABE-6841-2E1B16E0202E}"/>
                  </a:ext>
                </a:extLst>
              </p14:cNvPr>
              <p14:cNvContentPartPr/>
              <p14:nvPr/>
            </p14:nvContentPartPr>
            <p14:xfrm>
              <a:off x="9693826" y="5156508"/>
              <a:ext cx="576" cy="576"/>
            </p14:xfrm>
          </p:contentPart>
        </mc:Choice>
        <mc:Fallback>
          <p:pic>
            <p:nvPicPr>
              <p:cNvPr id="102" name="Ink 101">
                <a:extLst>
                  <a:ext uri="{FF2B5EF4-FFF2-40B4-BE49-F238E27FC236}">
                    <a16:creationId xmlns:a16="http://schemas.microsoft.com/office/drawing/2014/main" id="{467B8A0D-8E7E-2ABE-6841-2E1B16E0202E}"/>
                  </a:ext>
                </a:extLst>
              </p:cNvPr>
              <p:cNvPicPr/>
              <p:nvPr/>
            </p:nvPicPr>
            <p:blipFill>
              <a:blip r:embed="rId3"/>
              <a:stretch>
                <a:fillRect/>
              </a:stretch>
            </p:blipFill>
            <p:spPr>
              <a:xfrm>
                <a:off x="9679426"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03" name="Ink 102">
                <a:extLst>
                  <a:ext uri="{FF2B5EF4-FFF2-40B4-BE49-F238E27FC236}">
                    <a16:creationId xmlns:a16="http://schemas.microsoft.com/office/drawing/2014/main" id="{BEF52AE4-DADF-8DA6-F8BD-66EB8B464251}"/>
                  </a:ext>
                </a:extLst>
              </p14:cNvPr>
              <p14:cNvContentPartPr/>
              <p14:nvPr/>
            </p14:nvContentPartPr>
            <p14:xfrm>
              <a:off x="9783164" y="5156508"/>
              <a:ext cx="576" cy="576"/>
            </p14:xfrm>
          </p:contentPart>
        </mc:Choice>
        <mc:Fallback>
          <p:pic>
            <p:nvPicPr>
              <p:cNvPr id="103" name="Ink 102">
                <a:extLst>
                  <a:ext uri="{FF2B5EF4-FFF2-40B4-BE49-F238E27FC236}">
                    <a16:creationId xmlns:a16="http://schemas.microsoft.com/office/drawing/2014/main" id="{BEF52AE4-DADF-8DA6-F8BD-66EB8B464251}"/>
                  </a:ext>
                </a:extLst>
              </p:cNvPr>
              <p:cNvPicPr/>
              <p:nvPr/>
            </p:nvPicPr>
            <p:blipFill>
              <a:blip r:embed="rId3"/>
              <a:stretch>
                <a:fillRect/>
              </a:stretch>
            </p:blipFill>
            <p:spPr>
              <a:xfrm>
                <a:off x="9768764"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DE863590-C8AC-9FC1-7F50-12B57652F547}"/>
                  </a:ext>
                </a:extLst>
              </p14:cNvPr>
              <p14:cNvContentPartPr/>
              <p14:nvPr/>
            </p14:nvContentPartPr>
            <p14:xfrm>
              <a:off x="9664547" y="5156508"/>
              <a:ext cx="576" cy="576"/>
            </p14:xfrm>
          </p:contentPart>
        </mc:Choice>
        <mc:Fallback>
          <p:pic>
            <p:nvPicPr>
              <p:cNvPr id="104" name="Ink 103">
                <a:extLst>
                  <a:ext uri="{FF2B5EF4-FFF2-40B4-BE49-F238E27FC236}">
                    <a16:creationId xmlns:a16="http://schemas.microsoft.com/office/drawing/2014/main" id="{DE863590-C8AC-9FC1-7F50-12B57652F547}"/>
                  </a:ext>
                </a:extLst>
              </p:cNvPr>
              <p:cNvPicPr/>
              <p:nvPr/>
            </p:nvPicPr>
            <p:blipFill>
              <a:blip r:embed="rId3"/>
              <a:stretch>
                <a:fillRect/>
              </a:stretch>
            </p:blipFill>
            <p:spPr>
              <a:xfrm>
                <a:off x="965014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05" name="Ink 104">
                <a:extLst>
                  <a:ext uri="{FF2B5EF4-FFF2-40B4-BE49-F238E27FC236}">
                    <a16:creationId xmlns:a16="http://schemas.microsoft.com/office/drawing/2014/main" id="{4C20E24A-B754-FF98-AE34-4108B8818D57}"/>
                  </a:ext>
                </a:extLst>
              </p14:cNvPr>
              <p14:cNvContentPartPr/>
              <p14:nvPr/>
            </p14:nvContentPartPr>
            <p14:xfrm>
              <a:off x="8956601" y="6510840"/>
              <a:ext cx="576" cy="576"/>
            </p14:xfrm>
          </p:contentPart>
        </mc:Choice>
        <mc:Fallback>
          <p:pic>
            <p:nvPicPr>
              <p:cNvPr id="105" name="Ink 104">
                <a:extLst>
                  <a:ext uri="{FF2B5EF4-FFF2-40B4-BE49-F238E27FC236}">
                    <a16:creationId xmlns:a16="http://schemas.microsoft.com/office/drawing/2014/main" id="{4C20E24A-B754-FF98-AE34-4108B8818D57}"/>
                  </a:ext>
                </a:extLst>
              </p:cNvPr>
              <p:cNvPicPr/>
              <p:nvPr/>
            </p:nvPicPr>
            <p:blipFill>
              <a:blip r:embed="rId3"/>
              <a:stretch>
                <a:fillRect/>
              </a:stretch>
            </p:blipFill>
            <p:spPr>
              <a:xfrm>
                <a:off x="8942201"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B678A371-573A-C384-1C41-5054A62F84E8}"/>
                  </a:ext>
                </a:extLst>
              </p14:cNvPr>
              <p14:cNvContentPartPr/>
              <p14:nvPr/>
            </p14:nvContentPartPr>
            <p14:xfrm>
              <a:off x="9018912" y="6510840"/>
              <a:ext cx="576" cy="576"/>
            </p14:xfrm>
          </p:contentPart>
        </mc:Choice>
        <mc:Fallback>
          <p:pic>
            <p:nvPicPr>
              <p:cNvPr id="106" name="Ink 105">
                <a:extLst>
                  <a:ext uri="{FF2B5EF4-FFF2-40B4-BE49-F238E27FC236}">
                    <a16:creationId xmlns:a16="http://schemas.microsoft.com/office/drawing/2014/main" id="{B678A371-573A-C384-1C41-5054A62F84E8}"/>
                  </a:ext>
                </a:extLst>
              </p:cNvPr>
              <p:cNvPicPr/>
              <p:nvPr/>
            </p:nvPicPr>
            <p:blipFill>
              <a:blip r:embed="rId3"/>
              <a:stretch>
                <a:fillRect/>
              </a:stretch>
            </p:blipFill>
            <p:spPr>
              <a:xfrm>
                <a:off x="9004512"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07" name="Ink 106">
                <a:extLst>
                  <a:ext uri="{FF2B5EF4-FFF2-40B4-BE49-F238E27FC236}">
                    <a16:creationId xmlns:a16="http://schemas.microsoft.com/office/drawing/2014/main" id="{59C54B71-D59A-DA0D-5476-B5BABC0398B8}"/>
                  </a:ext>
                </a:extLst>
              </p14:cNvPr>
              <p14:cNvContentPartPr/>
              <p14:nvPr/>
            </p14:nvContentPartPr>
            <p14:xfrm>
              <a:off x="9065458" y="6510840"/>
              <a:ext cx="576" cy="576"/>
            </p14:xfrm>
          </p:contentPart>
        </mc:Choice>
        <mc:Fallback>
          <p:pic>
            <p:nvPicPr>
              <p:cNvPr id="107" name="Ink 106">
                <a:extLst>
                  <a:ext uri="{FF2B5EF4-FFF2-40B4-BE49-F238E27FC236}">
                    <a16:creationId xmlns:a16="http://schemas.microsoft.com/office/drawing/2014/main" id="{59C54B71-D59A-DA0D-5476-B5BABC0398B8}"/>
                  </a:ext>
                </a:extLst>
              </p:cNvPr>
              <p:cNvPicPr/>
              <p:nvPr/>
            </p:nvPicPr>
            <p:blipFill>
              <a:blip r:embed="rId3"/>
              <a:stretch>
                <a:fillRect/>
              </a:stretch>
            </p:blipFill>
            <p:spPr>
              <a:xfrm>
                <a:off x="9051058"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0518F29B-BDA6-D6A2-4968-8DE733116E81}"/>
                  </a:ext>
                </a:extLst>
              </p14:cNvPr>
              <p14:cNvContentPartPr/>
              <p14:nvPr/>
            </p14:nvContentPartPr>
            <p14:xfrm>
              <a:off x="9168309" y="6510840"/>
              <a:ext cx="576" cy="576"/>
            </p14:xfrm>
          </p:contentPart>
        </mc:Choice>
        <mc:Fallback>
          <p:pic>
            <p:nvPicPr>
              <p:cNvPr id="108" name="Ink 107">
                <a:extLst>
                  <a:ext uri="{FF2B5EF4-FFF2-40B4-BE49-F238E27FC236}">
                    <a16:creationId xmlns:a16="http://schemas.microsoft.com/office/drawing/2014/main" id="{0518F29B-BDA6-D6A2-4968-8DE733116E81}"/>
                  </a:ext>
                </a:extLst>
              </p:cNvPr>
              <p:cNvPicPr/>
              <p:nvPr/>
            </p:nvPicPr>
            <p:blipFill>
              <a:blip r:embed="rId3"/>
              <a:stretch>
                <a:fillRect/>
              </a:stretch>
            </p:blipFill>
            <p:spPr>
              <a:xfrm>
                <a:off x="9153909" y="6496440"/>
                <a:ext cx="28800" cy="28800"/>
              </a:xfrm>
              <a:prstGeom prst="rect">
                <a:avLst/>
              </a:prstGeom>
            </p:spPr>
          </p:pic>
        </mc:Fallback>
      </mc:AlternateContent>
      <p:sp>
        <p:nvSpPr>
          <p:cNvPr id="6" name="Freeform 5">
            <a:extLst>
              <a:ext uri="{FF2B5EF4-FFF2-40B4-BE49-F238E27FC236}">
                <a16:creationId xmlns:a16="http://schemas.microsoft.com/office/drawing/2014/main" id="{6CBAAD81-23E5-FFFA-0899-684458575AC2}"/>
              </a:ext>
            </a:extLst>
          </p:cNvPr>
          <p:cNvSpPr/>
          <p:nvPr/>
        </p:nvSpPr>
        <p:spPr>
          <a:xfrm>
            <a:off x="8216348" y="5181600"/>
            <a:ext cx="2173355" cy="1314025"/>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167177C-4BBA-7C4B-7446-8D0A1971FCA1}"/>
              </a:ext>
            </a:extLst>
          </p:cNvPr>
          <p:cNvSpPr txBox="1"/>
          <p:nvPr/>
        </p:nvSpPr>
        <p:spPr>
          <a:xfrm>
            <a:off x="11109373" y="5044575"/>
            <a:ext cx="1307914" cy="784830"/>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Residuals very not normal</a:t>
            </a:r>
          </a:p>
        </p:txBody>
      </p:sp>
      <p:cxnSp>
        <p:nvCxnSpPr>
          <p:cNvPr id="5" name="Straight Arrow Connector 4">
            <a:extLst>
              <a:ext uri="{FF2B5EF4-FFF2-40B4-BE49-F238E27FC236}">
                <a16:creationId xmlns:a16="http://schemas.microsoft.com/office/drawing/2014/main" id="{4ED51074-7E39-76B8-F6D3-F0207510ACA8}"/>
              </a:ext>
            </a:extLst>
          </p:cNvPr>
          <p:cNvCxnSpPr>
            <a:cxnSpLocks/>
          </p:cNvCxnSpPr>
          <p:nvPr/>
        </p:nvCxnSpPr>
        <p:spPr>
          <a:xfrm flipV="1">
            <a:off x="9941815" y="5247861"/>
            <a:ext cx="0" cy="119084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F0FB6F3-89C4-331E-1285-DFB560B70359}"/>
              </a:ext>
            </a:extLst>
          </p:cNvPr>
          <p:cNvCxnSpPr>
            <a:cxnSpLocks/>
          </p:cNvCxnSpPr>
          <p:nvPr/>
        </p:nvCxnSpPr>
        <p:spPr>
          <a:xfrm flipV="1">
            <a:off x="8848511" y="6308035"/>
            <a:ext cx="0" cy="177048"/>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8E0534-92AA-E7BA-CAD9-E10D082ED5E0}"/>
              </a:ext>
            </a:extLst>
          </p:cNvPr>
          <p:cNvCxnSpPr>
            <a:cxnSpLocks/>
          </p:cNvCxnSpPr>
          <p:nvPr/>
        </p:nvCxnSpPr>
        <p:spPr>
          <a:xfrm>
            <a:off x="9272580" y="5199623"/>
            <a:ext cx="0" cy="366290"/>
          </a:xfrm>
          <a:prstGeom prst="straightConnector1">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13">
            <a:extLst>
              <a:ext uri="{FF2B5EF4-FFF2-40B4-BE49-F238E27FC236}">
                <a16:creationId xmlns:a16="http://schemas.microsoft.com/office/drawing/2014/main" id="{0CE532F9-5917-CB02-02BF-9077356D35F6}"/>
              </a:ext>
            </a:extLst>
          </p:cNvPr>
          <p:cNvSpPr/>
          <p:nvPr/>
        </p:nvSpPr>
        <p:spPr>
          <a:xfrm rot="671484">
            <a:off x="10371183" y="5705814"/>
            <a:ext cx="1004027"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headEnd type="stealth" w="lg" len="lg"/>
            <a:tailEnd type="non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58436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416A-9962-4372-02A8-EAE7E1C2331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A9F8B3D-9FC1-D9B7-C2E6-E56486E8DF4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AAB4FAE-0771-36F6-1AE4-FEFD3E1B3A0F}"/>
              </a:ext>
            </a:extLst>
          </p:cNvPr>
          <p:cNvSpPr txBox="1"/>
          <p:nvPr/>
        </p:nvSpPr>
        <p:spPr>
          <a:xfrm>
            <a:off x="726294" y="2665810"/>
            <a:ext cx="6002052" cy="455509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r>
              <a:rPr lang="en-US" sz="2000" dirty="0">
                <a:solidFill>
                  <a:schemeClr val="accent6">
                    <a:lumMod val="50000"/>
                  </a:schemeClr>
                </a:solidFill>
                <a:latin typeface="Avenir Book" panose="02000503020000020003" pitchFamily="2" charset="0"/>
              </a:rPr>
              <a:t>How does the size of my bacteria population change with temperature?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r>
              <a:rPr lang="en-US" sz="2000" dirty="0">
                <a:solidFill>
                  <a:schemeClr val="accent6">
                    <a:lumMod val="50000"/>
                  </a:schemeClr>
                </a:solidFill>
                <a:latin typeface="Avenir Book" panose="02000503020000020003" pitchFamily="2" charset="0"/>
              </a:rPr>
              <a:t>How does whether a student passes an exam (yes or no) depend on hours of study?</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2" name="TextBox 1">
            <a:extLst>
              <a:ext uri="{FF2B5EF4-FFF2-40B4-BE49-F238E27FC236}">
                <a16:creationId xmlns:a16="http://schemas.microsoft.com/office/drawing/2014/main" id="{04F442E1-DEC1-745A-D596-57B2836ADC18}"/>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Sometimes we want to ask linear models data with not technically linear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5" name="TextBox 34">
            <a:extLst>
              <a:ext uri="{FF2B5EF4-FFF2-40B4-BE49-F238E27FC236}">
                <a16:creationId xmlns:a16="http://schemas.microsoft.com/office/drawing/2014/main" id="{2E339F29-90BE-9B36-ED82-0235355DCBAC}"/>
              </a:ext>
            </a:extLst>
          </p:cNvPr>
          <p:cNvSpPr txBox="1"/>
          <p:nvPr/>
        </p:nvSpPr>
        <p:spPr>
          <a:xfrm rot="16200000">
            <a:off x="6983098" y="5393715"/>
            <a:ext cx="1391398" cy="246222"/>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Passed exam?</a:t>
            </a:r>
          </a:p>
        </p:txBody>
      </p:sp>
      <p:cxnSp>
        <p:nvCxnSpPr>
          <p:cNvPr id="36" name="Straight Connector 35">
            <a:extLst>
              <a:ext uri="{FF2B5EF4-FFF2-40B4-BE49-F238E27FC236}">
                <a16:creationId xmlns:a16="http://schemas.microsoft.com/office/drawing/2014/main" id="{25DD210F-38A5-83BB-18A0-5049016DAFA5}"/>
              </a:ext>
            </a:extLst>
          </p:cNvPr>
          <p:cNvCxnSpPr>
            <a:cxnSpLocks/>
          </p:cNvCxnSpPr>
          <p:nvPr/>
        </p:nvCxnSpPr>
        <p:spPr>
          <a:xfrm>
            <a:off x="8158365" y="5154454"/>
            <a:ext cx="0" cy="1455107"/>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7467B97-2938-7F18-6E9A-F1277747DCA3}"/>
              </a:ext>
            </a:extLst>
          </p:cNvPr>
          <p:cNvCxnSpPr>
            <a:cxnSpLocks/>
          </p:cNvCxnSpPr>
          <p:nvPr/>
        </p:nvCxnSpPr>
        <p:spPr>
          <a:xfrm flipH="1">
            <a:off x="8150465" y="6601544"/>
            <a:ext cx="2295421" cy="0"/>
          </a:xfrm>
          <a:prstGeom prst="line">
            <a:avLst/>
          </a:prstGeom>
          <a:ln>
            <a:solidFill>
              <a:srgbClr val="709A78"/>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521F34A4-FB14-78FF-7FC8-AA29ABD2CA13}"/>
              </a:ext>
            </a:extLst>
          </p:cNvPr>
          <p:cNvSpPr txBox="1"/>
          <p:nvPr/>
        </p:nvSpPr>
        <p:spPr>
          <a:xfrm>
            <a:off x="8883054" y="6611780"/>
            <a:ext cx="1998780" cy="246220"/>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69" name="TextBox 68">
            <a:extLst>
              <a:ext uri="{FF2B5EF4-FFF2-40B4-BE49-F238E27FC236}">
                <a16:creationId xmlns:a16="http://schemas.microsoft.com/office/drawing/2014/main" id="{1A97278A-FC69-A879-FFD7-6A8B6B055D0A}"/>
              </a:ext>
            </a:extLst>
          </p:cNvPr>
          <p:cNvSpPr txBox="1"/>
          <p:nvPr/>
        </p:nvSpPr>
        <p:spPr>
          <a:xfrm>
            <a:off x="7818078" y="5056717"/>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Yes</a:t>
            </a:r>
          </a:p>
        </p:txBody>
      </p:sp>
      <p:sp>
        <p:nvSpPr>
          <p:cNvPr id="70" name="TextBox 69">
            <a:extLst>
              <a:ext uri="{FF2B5EF4-FFF2-40B4-BE49-F238E27FC236}">
                <a16:creationId xmlns:a16="http://schemas.microsoft.com/office/drawing/2014/main" id="{211833F8-587C-2A46-BE25-9AD2F543021E}"/>
              </a:ext>
            </a:extLst>
          </p:cNvPr>
          <p:cNvSpPr txBox="1"/>
          <p:nvPr/>
        </p:nvSpPr>
        <p:spPr>
          <a:xfrm>
            <a:off x="7828810" y="6406853"/>
            <a:ext cx="488795" cy="246221"/>
          </a:xfrm>
          <a:prstGeom prst="rect">
            <a:avLst/>
          </a:prstGeom>
          <a:noFill/>
        </p:spPr>
        <p:txBody>
          <a:bodyPr wrap="square" rtlCol="0">
            <a:spAutoFit/>
          </a:bodyPr>
          <a:lstStyle/>
          <a:p>
            <a:r>
              <a:rPr lang="en-GB" sz="1000" dirty="0">
                <a:solidFill>
                  <a:schemeClr val="tx1">
                    <a:lumMod val="50000"/>
                    <a:lumOff val="50000"/>
                  </a:schemeClr>
                </a:solidFill>
                <a:latin typeface="Gill Sans Light" panose="020B0302020104020203" pitchFamily="34" charset="-79"/>
                <a:cs typeface="Gill Sans Light" panose="020B0302020104020203" pitchFamily="34" charset="-79"/>
              </a:rPr>
              <a:t>No</a:t>
            </a:r>
          </a:p>
        </p:txBody>
      </p:sp>
      <mc:AlternateContent xmlns:mc="http://schemas.openxmlformats.org/markup-compatibility/2006">
        <mc:Choice xmlns:p14="http://schemas.microsoft.com/office/powerpoint/2010/main" Requires="p14">
          <p:contentPart p14:bwMode="auto" r:id="rId2">
            <p14:nvContentPartPr>
              <p14:cNvPr id="71" name="Ink 70">
                <a:extLst>
                  <a:ext uri="{FF2B5EF4-FFF2-40B4-BE49-F238E27FC236}">
                    <a16:creationId xmlns:a16="http://schemas.microsoft.com/office/drawing/2014/main" id="{633ACF22-1F75-B469-8DDB-88739A19C958}"/>
                  </a:ext>
                </a:extLst>
              </p14:cNvPr>
              <p14:cNvContentPartPr/>
              <p14:nvPr/>
            </p14:nvContentPartPr>
            <p14:xfrm>
              <a:off x="8252408" y="6516095"/>
              <a:ext cx="576" cy="576"/>
            </p14:xfrm>
          </p:contentPart>
        </mc:Choice>
        <mc:Fallback>
          <p:pic>
            <p:nvPicPr>
              <p:cNvPr id="71" name="Ink 70">
                <a:extLst>
                  <a:ext uri="{FF2B5EF4-FFF2-40B4-BE49-F238E27FC236}">
                    <a16:creationId xmlns:a16="http://schemas.microsoft.com/office/drawing/2014/main" id="{633ACF22-1F75-B469-8DDB-88739A19C958}"/>
                  </a:ext>
                </a:extLst>
              </p:cNvPr>
              <p:cNvPicPr/>
              <p:nvPr/>
            </p:nvPicPr>
            <p:blipFill>
              <a:blip r:embed="rId3"/>
              <a:stretch>
                <a:fillRect/>
              </a:stretch>
            </p:blipFill>
            <p:spPr>
              <a:xfrm>
                <a:off x="82380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2" name="Ink 71">
                <a:extLst>
                  <a:ext uri="{FF2B5EF4-FFF2-40B4-BE49-F238E27FC236}">
                    <a16:creationId xmlns:a16="http://schemas.microsoft.com/office/drawing/2014/main" id="{6698DDBF-799F-00CE-CB7D-A95189587A66}"/>
                  </a:ext>
                </a:extLst>
              </p14:cNvPr>
              <p14:cNvContentPartPr/>
              <p14:nvPr/>
            </p14:nvContentPartPr>
            <p14:xfrm>
              <a:off x="8355259" y="6516095"/>
              <a:ext cx="576" cy="576"/>
            </p14:xfrm>
          </p:contentPart>
        </mc:Choice>
        <mc:Fallback>
          <p:pic>
            <p:nvPicPr>
              <p:cNvPr id="72" name="Ink 71">
                <a:extLst>
                  <a:ext uri="{FF2B5EF4-FFF2-40B4-BE49-F238E27FC236}">
                    <a16:creationId xmlns:a16="http://schemas.microsoft.com/office/drawing/2014/main" id="{6698DDBF-799F-00CE-CB7D-A95189587A66}"/>
                  </a:ext>
                </a:extLst>
              </p:cNvPr>
              <p:cNvPicPr/>
              <p:nvPr/>
            </p:nvPicPr>
            <p:blipFill>
              <a:blip r:embed="rId3"/>
              <a:stretch>
                <a:fillRect/>
              </a:stretch>
            </p:blipFill>
            <p:spPr>
              <a:xfrm>
                <a:off x="834085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3" name="Ink 72">
                <a:extLst>
                  <a:ext uri="{FF2B5EF4-FFF2-40B4-BE49-F238E27FC236}">
                    <a16:creationId xmlns:a16="http://schemas.microsoft.com/office/drawing/2014/main" id="{ABB01AFF-E794-76FE-E78A-6AC911079161}"/>
                  </a:ext>
                </a:extLst>
              </p14:cNvPr>
              <p14:cNvContentPartPr/>
              <p14:nvPr/>
            </p14:nvContentPartPr>
            <p14:xfrm>
              <a:off x="8444597" y="6516095"/>
              <a:ext cx="576" cy="576"/>
            </p14:xfrm>
          </p:contentPart>
        </mc:Choice>
        <mc:Fallback>
          <p:pic>
            <p:nvPicPr>
              <p:cNvPr id="73" name="Ink 72">
                <a:extLst>
                  <a:ext uri="{FF2B5EF4-FFF2-40B4-BE49-F238E27FC236}">
                    <a16:creationId xmlns:a16="http://schemas.microsoft.com/office/drawing/2014/main" id="{ABB01AFF-E794-76FE-E78A-6AC911079161}"/>
                  </a:ext>
                </a:extLst>
              </p:cNvPr>
              <p:cNvPicPr/>
              <p:nvPr/>
            </p:nvPicPr>
            <p:blipFill>
              <a:blip r:embed="rId3"/>
              <a:stretch>
                <a:fillRect/>
              </a:stretch>
            </p:blipFill>
            <p:spPr>
              <a:xfrm>
                <a:off x="843019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4" name="Ink 73">
                <a:extLst>
                  <a:ext uri="{FF2B5EF4-FFF2-40B4-BE49-F238E27FC236}">
                    <a16:creationId xmlns:a16="http://schemas.microsoft.com/office/drawing/2014/main" id="{630B7E88-1C6F-B058-7747-319802DABD02}"/>
                  </a:ext>
                </a:extLst>
              </p14:cNvPr>
              <p14:cNvContentPartPr/>
              <p14:nvPr/>
            </p14:nvContentPartPr>
            <p14:xfrm>
              <a:off x="8556457" y="6516095"/>
              <a:ext cx="576" cy="576"/>
            </p14:xfrm>
          </p:contentPart>
        </mc:Choice>
        <mc:Fallback>
          <p:pic>
            <p:nvPicPr>
              <p:cNvPr id="74" name="Ink 73">
                <a:extLst>
                  <a:ext uri="{FF2B5EF4-FFF2-40B4-BE49-F238E27FC236}">
                    <a16:creationId xmlns:a16="http://schemas.microsoft.com/office/drawing/2014/main" id="{630B7E88-1C6F-B058-7747-319802DABD02}"/>
                  </a:ext>
                </a:extLst>
              </p:cNvPr>
              <p:cNvPicPr/>
              <p:nvPr/>
            </p:nvPicPr>
            <p:blipFill>
              <a:blip r:embed="rId3"/>
              <a:stretch>
                <a:fillRect/>
              </a:stretch>
            </p:blipFill>
            <p:spPr>
              <a:xfrm>
                <a:off x="8542057"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5" name="Ink 74">
                <a:extLst>
                  <a:ext uri="{FF2B5EF4-FFF2-40B4-BE49-F238E27FC236}">
                    <a16:creationId xmlns:a16="http://schemas.microsoft.com/office/drawing/2014/main" id="{7425F235-37F7-6328-A2DD-A49D604C076B}"/>
                  </a:ext>
                </a:extLst>
              </p14:cNvPr>
              <p14:cNvContentPartPr/>
              <p14:nvPr/>
            </p14:nvContentPartPr>
            <p14:xfrm>
              <a:off x="8314719" y="6516095"/>
              <a:ext cx="576" cy="576"/>
            </p14:xfrm>
          </p:contentPart>
        </mc:Choice>
        <mc:Fallback>
          <p:pic>
            <p:nvPicPr>
              <p:cNvPr id="75" name="Ink 74">
                <a:extLst>
                  <a:ext uri="{FF2B5EF4-FFF2-40B4-BE49-F238E27FC236}">
                    <a16:creationId xmlns:a16="http://schemas.microsoft.com/office/drawing/2014/main" id="{7425F235-37F7-6328-A2DD-A49D604C076B}"/>
                  </a:ext>
                </a:extLst>
              </p:cNvPr>
              <p:cNvPicPr/>
              <p:nvPr/>
            </p:nvPicPr>
            <p:blipFill>
              <a:blip r:embed="rId3"/>
              <a:stretch>
                <a:fillRect/>
              </a:stretch>
            </p:blipFill>
            <p:spPr>
              <a:xfrm>
                <a:off x="8300319"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6" name="Ink 75">
                <a:extLst>
                  <a:ext uri="{FF2B5EF4-FFF2-40B4-BE49-F238E27FC236}">
                    <a16:creationId xmlns:a16="http://schemas.microsoft.com/office/drawing/2014/main" id="{79F07F9D-7BAB-8200-60A5-55E12A5333AD}"/>
                  </a:ext>
                </a:extLst>
              </p14:cNvPr>
              <p14:cNvContentPartPr/>
              <p14:nvPr/>
            </p14:nvContentPartPr>
            <p14:xfrm>
              <a:off x="8417570" y="6516095"/>
              <a:ext cx="576" cy="576"/>
            </p14:xfrm>
          </p:contentPart>
        </mc:Choice>
        <mc:Fallback>
          <p:pic>
            <p:nvPicPr>
              <p:cNvPr id="76" name="Ink 75">
                <a:extLst>
                  <a:ext uri="{FF2B5EF4-FFF2-40B4-BE49-F238E27FC236}">
                    <a16:creationId xmlns:a16="http://schemas.microsoft.com/office/drawing/2014/main" id="{79F07F9D-7BAB-8200-60A5-55E12A5333AD}"/>
                  </a:ext>
                </a:extLst>
              </p:cNvPr>
              <p:cNvPicPr/>
              <p:nvPr/>
            </p:nvPicPr>
            <p:blipFill>
              <a:blip r:embed="rId3"/>
              <a:stretch>
                <a:fillRect/>
              </a:stretch>
            </p:blipFill>
            <p:spPr>
              <a:xfrm>
                <a:off x="8403170"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7" name="Ink 76">
                <a:extLst>
                  <a:ext uri="{FF2B5EF4-FFF2-40B4-BE49-F238E27FC236}">
                    <a16:creationId xmlns:a16="http://schemas.microsoft.com/office/drawing/2014/main" id="{51016BD3-6931-B94F-4606-68A440683C37}"/>
                  </a:ext>
                </a:extLst>
              </p14:cNvPr>
              <p14:cNvContentPartPr/>
              <p14:nvPr/>
            </p14:nvContentPartPr>
            <p14:xfrm>
              <a:off x="8506908" y="6516095"/>
              <a:ext cx="576" cy="576"/>
            </p14:xfrm>
          </p:contentPart>
        </mc:Choice>
        <mc:Fallback>
          <p:pic>
            <p:nvPicPr>
              <p:cNvPr id="77" name="Ink 76">
                <a:extLst>
                  <a:ext uri="{FF2B5EF4-FFF2-40B4-BE49-F238E27FC236}">
                    <a16:creationId xmlns:a16="http://schemas.microsoft.com/office/drawing/2014/main" id="{51016BD3-6931-B94F-4606-68A440683C37}"/>
                  </a:ext>
                </a:extLst>
              </p:cNvPr>
              <p:cNvPicPr/>
              <p:nvPr/>
            </p:nvPicPr>
            <p:blipFill>
              <a:blip r:embed="rId3"/>
              <a:stretch>
                <a:fillRect/>
              </a:stretch>
            </p:blipFill>
            <p:spPr>
              <a:xfrm>
                <a:off x="849250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9CD901D1-126C-272A-1A7B-02BE39B9DA0B}"/>
                  </a:ext>
                </a:extLst>
              </p14:cNvPr>
              <p14:cNvContentPartPr/>
              <p14:nvPr/>
            </p14:nvContentPartPr>
            <p14:xfrm>
              <a:off x="8618768" y="6516095"/>
              <a:ext cx="576" cy="576"/>
            </p14:xfrm>
          </p:contentPart>
        </mc:Choice>
        <mc:Fallback>
          <p:pic>
            <p:nvPicPr>
              <p:cNvPr id="78" name="Ink 77">
                <a:extLst>
                  <a:ext uri="{FF2B5EF4-FFF2-40B4-BE49-F238E27FC236}">
                    <a16:creationId xmlns:a16="http://schemas.microsoft.com/office/drawing/2014/main" id="{9CD901D1-126C-272A-1A7B-02BE39B9DA0B}"/>
                  </a:ext>
                </a:extLst>
              </p:cNvPr>
              <p:cNvPicPr/>
              <p:nvPr/>
            </p:nvPicPr>
            <p:blipFill>
              <a:blip r:embed="rId3"/>
              <a:stretch>
                <a:fillRect/>
              </a:stretch>
            </p:blipFill>
            <p:spPr>
              <a:xfrm>
                <a:off x="8604368"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9" name="Ink 78">
                <a:extLst>
                  <a:ext uri="{FF2B5EF4-FFF2-40B4-BE49-F238E27FC236}">
                    <a16:creationId xmlns:a16="http://schemas.microsoft.com/office/drawing/2014/main" id="{217014C2-1703-124C-FDF3-AB441D135358}"/>
                  </a:ext>
                </a:extLst>
              </p14:cNvPr>
              <p14:cNvContentPartPr/>
              <p14:nvPr/>
            </p14:nvContentPartPr>
            <p14:xfrm>
              <a:off x="8665314" y="6516095"/>
              <a:ext cx="576" cy="576"/>
            </p14:xfrm>
          </p:contentPart>
        </mc:Choice>
        <mc:Fallback>
          <p:pic>
            <p:nvPicPr>
              <p:cNvPr id="79" name="Ink 78">
                <a:extLst>
                  <a:ext uri="{FF2B5EF4-FFF2-40B4-BE49-F238E27FC236}">
                    <a16:creationId xmlns:a16="http://schemas.microsoft.com/office/drawing/2014/main" id="{217014C2-1703-124C-FDF3-AB441D135358}"/>
                  </a:ext>
                </a:extLst>
              </p:cNvPr>
              <p:cNvPicPr/>
              <p:nvPr/>
            </p:nvPicPr>
            <p:blipFill>
              <a:blip r:embed="rId3"/>
              <a:stretch>
                <a:fillRect/>
              </a:stretch>
            </p:blipFill>
            <p:spPr>
              <a:xfrm>
                <a:off x="8650914"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0" name="Ink 79">
                <a:extLst>
                  <a:ext uri="{FF2B5EF4-FFF2-40B4-BE49-F238E27FC236}">
                    <a16:creationId xmlns:a16="http://schemas.microsoft.com/office/drawing/2014/main" id="{A0A40445-4475-29A1-B7B3-CF6436D61A5C}"/>
                  </a:ext>
                </a:extLst>
              </p14:cNvPr>
              <p14:cNvContentPartPr/>
              <p14:nvPr/>
            </p14:nvContentPartPr>
            <p14:xfrm>
              <a:off x="8768165" y="6516095"/>
              <a:ext cx="576" cy="576"/>
            </p14:xfrm>
          </p:contentPart>
        </mc:Choice>
        <mc:Fallback>
          <p:pic>
            <p:nvPicPr>
              <p:cNvPr id="80" name="Ink 79">
                <a:extLst>
                  <a:ext uri="{FF2B5EF4-FFF2-40B4-BE49-F238E27FC236}">
                    <a16:creationId xmlns:a16="http://schemas.microsoft.com/office/drawing/2014/main" id="{A0A40445-4475-29A1-B7B3-CF6436D61A5C}"/>
                  </a:ext>
                </a:extLst>
              </p:cNvPr>
              <p:cNvPicPr/>
              <p:nvPr/>
            </p:nvPicPr>
            <p:blipFill>
              <a:blip r:embed="rId3"/>
              <a:stretch>
                <a:fillRect/>
              </a:stretch>
            </p:blipFill>
            <p:spPr>
              <a:xfrm>
                <a:off x="8753765"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1" name="Ink 80">
                <a:extLst>
                  <a:ext uri="{FF2B5EF4-FFF2-40B4-BE49-F238E27FC236}">
                    <a16:creationId xmlns:a16="http://schemas.microsoft.com/office/drawing/2014/main" id="{129BD23A-BA05-A2AC-EE3D-90C66C54D64F}"/>
                  </a:ext>
                </a:extLst>
              </p14:cNvPr>
              <p14:cNvContentPartPr/>
              <p14:nvPr/>
            </p14:nvContentPartPr>
            <p14:xfrm>
              <a:off x="8857503" y="6516095"/>
              <a:ext cx="576" cy="576"/>
            </p14:xfrm>
          </p:contentPart>
        </mc:Choice>
        <mc:Fallback>
          <p:pic>
            <p:nvPicPr>
              <p:cNvPr id="81" name="Ink 80">
                <a:extLst>
                  <a:ext uri="{FF2B5EF4-FFF2-40B4-BE49-F238E27FC236}">
                    <a16:creationId xmlns:a16="http://schemas.microsoft.com/office/drawing/2014/main" id="{129BD23A-BA05-A2AC-EE3D-90C66C54D64F}"/>
                  </a:ext>
                </a:extLst>
              </p:cNvPr>
              <p:cNvPicPr/>
              <p:nvPr/>
            </p:nvPicPr>
            <p:blipFill>
              <a:blip r:embed="rId3"/>
              <a:stretch>
                <a:fillRect/>
              </a:stretch>
            </p:blipFill>
            <p:spPr>
              <a:xfrm>
                <a:off x="884310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2" name="Ink 81">
                <a:extLst>
                  <a:ext uri="{FF2B5EF4-FFF2-40B4-BE49-F238E27FC236}">
                    <a16:creationId xmlns:a16="http://schemas.microsoft.com/office/drawing/2014/main" id="{9A7A298D-A593-9C95-6936-04D8608E7B66}"/>
                  </a:ext>
                </a:extLst>
              </p14:cNvPr>
              <p14:cNvContentPartPr/>
              <p14:nvPr/>
            </p14:nvContentPartPr>
            <p14:xfrm>
              <a:off x="8969363" y="6516095"/>
              <a:ext cx="576" cy="576"/>
            </p14:xfrm>
          </p:contentPart>
        </mc:Choice>
        <mc:Fallback>
          <p:pic>
            <p:nvPicPr>
              <p:cNvPr id="82" name="Ink 81">
                <a:extLst>
                  <a:ext uri="{FF2B5EF4-FFF2-40B4-BE49-F238E27FC236}">
                    <a16:creationId xmlns:a16="http://schemas.microsoft.com/office/drawing/2014/main" id="{9A7A298D-A593-9C95-6936-04D8608E7B66}"/>
                  </a:ext>
                </a:extLst>
              </p:cNvPr>
              <p:cNvPicPr/>
              <p:nvPr/>
            </p:nvPicPr>
            <p:blipFill>
              <a:blip r:embed="rId3"/>
              <a:stretch>
                <a:fillRect/>
              </a:stretch>
            </p:blipFill>
            <p:spPr>
              <a:xfrm>
                <a:off x="8954963"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3" name="Ink 82">
                <a:extLst>
                  <a:ext uri="{FF2B5EF4-FFF2-40B4-BE49-F238E27FC236}">
                    <a16:creationId xmlns:a16="http://schemas.microsoft.com/office/drawing/2014/main" id="{70BA3A1A-B655-AF51-F0E1-04960FB3D2F2}"/>
                  </a:ext>
                </a:extLst>
              </p14:cNvPr>
              <p14:cNvContentPartPr/>
              <p14:nvPr/>
            </p14:nvContentPartPr>
            <p14:xfrm>
              <a:off x="10074451" y="5157258"/>
              <a:ext cx="576" cy="576"/>
            </p14:xfrm>
          </p:contentPart>
        </mc:Choice>
        <mc:Fallback>
          <p:pic>
            <p:nvPicPr>
              <p:cNvPr id="83" name="Ink 82">
                <a:extLst>
                  <a:ext uri="{FF2B5EF4-FFF2-40B4-BE49-F238E27FC236}">
                    <a16:creationId xmlns:a16="http://schemas.microsoft.com/office/drawing/2014/main" id="{70BA3A1A-B655-AF51-F0E1-04960FB3D2F2}"/>
                  </a:ext>
                </a:extLst>
              </p:cNvPr>
              <p:cNvPicPr/>
              <p:nvPr/>
            </p:nvPicPr>
            <p:blipFill>
              <a:blip r:embed="rId3"/>
              <a:stretch>
                <a:fillRect/>
              </a:stretch>
            </p:blipFill>
            <p:spPr>
              <a:xfrm>
                <a:off x="1006005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4" name="Ink 83">
                <a:extLst>
                  <a:ext uri="{FF2B5EF4-FFF2-40B4-BE49-F238E27FC236}">
                    <a16:creationId xmlns:a16="http://schemas.microsoft.com/office/drawing/2014/main" id="{53359CC3-E711-4A1F-EB99-B36B6AB2D633}"/>
                  </a:ext>
                </a:extLst>
              </p14:cNvPr>
              <p14:cNvContentPartPr/>
              <p14:nvPr/>
            </p14:nvContentPartPr>
            <p14:xfrm>
              <a:off x="10177302" y="5157258"/>
              <a:ext cx="576" cy="576"/>
            </p14:xfrm>
          </p:contentPart>
        </mc:Choice>
        <mc:Fallback>
          <p:pic>
            <p:nvPicPr>
              <p:cNvPr id="84" name="Ink 83">
                <a:extLst>
                  <a:ext uri="{FF2B5EF4-FFF2-40B4-BE49-F238E27FC236}">
                    <a16:creationId xmlns:a16="http://schemas.microsoft.com/office/drawing/2014/main" id="{53359CC3-E711-4A1F-EB99-B36B6AB2D633}"/>
                  </a:ext>
                </a:extLst>
              </p:cNvPr>
              <p:cNvPicPr/>
              <p:nvPr/>
            </p:nvPicPr>
            <p:blipFill>
              <a:blip r:embed="rId3"/>
              <a:stretch>
                <a:fillRect/>
              </a:stretch>
            </p:blipFill>
            <p:spPr>
              <a:xfrm>
                <a:off x="1016290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85" name="Ink 84">
                <a:extLst>
                  <a:ext uri="{FF2B5EF4-FFF2-40B4-BE49-F238E27FC236}">
                    <a16:creationId xmlns:a16="http://schemas.microsoft.com/office/drawing/2014/main" id="{5A5112F8-71A5-F709-50C9-408434F85C5B}"/>
                  </a:ext>
                </a:extLst>
              </p14:cNvPr>
              <p14:cNvContentPartPr/>
              <p14:nvPr/>
            </p14:nvContentPartPr>
            <p14:xfrm>
              <a:off x="10266640" y="5157258"/>
              <a:ext cx="576" cy="576"/>
            </p14:xfrm>
          </p:contentPart>
        </mc:Choice>
        <mc:Fallback>
          <p:pic>
            <p:nvPicPr>
              <p:cNvPr id="85" name="Ink 84">
                <a:extLst>
                  <a:ext uri="{FF2B5EF4-FFF2-40B4-BE49-F238E27FC236}">
                    <a16:creationId xmlns:a16="http://schemas.microsoft.com/office/drawing/2014/main" id="{5A5112F8-71A5-F709-50C9-408434F85C5B}"/>
                  </a:ext>
                </a:extLst>
              </p:cNvPr>
              <p:cNvPicPr/>
              <p:nvPr/>
            </p:nvPicPr>
            <p:blipFill>
              <a:blip r:embed="rId3"/>
              <a:stretch>
                <a:fillRect/>
              </a:stretch>
            </p:blipFill>
            <p:spPr>
              <a:xfrm>
                <a:off x="1025224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86" name="Ink 85">
                <a:extLst>
                  <a:ext uri="{FF2B5EF4-FFF2-40B4-BE49-F238E27FC236}">
                    <a16:creationId xmlns:a16="http://schemas.microsoft.com/office/drawing/2014/main" id="{78AB18C6-4CFA-2277-C39D-596BDC7752A8}"/>
                  </a:ext>
                </a:extLst>
              </p14:cNvPr>
              <p14:cNvContentPartPr/>
              <p14:nvPr/>
            </p14:nvContentPartPr>
            <p14:xfrm>
              <a:off x="10378500" y="5157258"/>
              <a:ext cx="576" cy="576"/>
            </p14:xfrm>
          </p:contentPart>
        </mc:Choice>
        <mc:Fallback>
          <p:pic>
            <p:nvPicPr>
              <p:cNvPr id="86" name="Ink 85">
                <a:extLst>
                  <a:ext uri="{FF2B5EF4-FFF2-40B4-BE49-F238E27FC236}">
                    <a16:creationId xmlns:a16="http://schemas.microsoft.com/office/drawing/2014/main" id="{78AB18C6-4CFA-2277-C39D-596BDC7752A8}"/>
                  </a:ext>
                </a:extLst>
              </p:cNvPr>
              <p:cNvPicPr/>
              <p:nvPr/>
            </p:nvPicPr>
            <p:blipFill>
              <a:blip r:embed="rId3"/>
              <a:stretch>
                <a:fillRect/>
              </a:stretch>
            </p:blipFill>
            <p:spPr>
              <a:xfrm>
                <a:off x="1036410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7" name="Ink 86">
                <a:extLst>
                  <a:ext uri="{FF2B5EF4-FFF2-40B4-BE49-F238E27FC236}">
                    <a16:creationId xmlns:a16="http://schemas.microsoft.com/office/drawing/2014/main" id="{FD60ACFA-CC3C-3408-7E0A-5AE318932120}"/>
                  </a:ext>
                </a:extLst>
              </p14:cNvPr>
              <p14:cNvContentPartPr/>
              <p14:nvPr/>
            </p14:nvContentPartPr>
            <p14:xfrm>
              <a:off x="10010638" y="5157258"/>
              <a:ext cx="576" cy="576"/>
            </p14:xfrm>
          </p:contentPart>
        </mc:Choice>
        <mc:Fallback>
          <p:pic>
            <p:nvPicPr>
              <p:cNvPr id="87" name="Ink 86">
                <a:extLst>
                  <a:ext uri="{FF2B5EF4-FFF2-40B4-BE49-F238E27FC236}">
                    <a16:creationId xmlns:a16="http://schemas.microsoft.com/office/drawing/2014/main" id="{FD60ACFA-CC3C-3408-7E0A-5AE318932120}"/>
                  </a:ext>
                </a:extLst>
              </p:cNvPr>
              <p:cNvPicPr/>
              <p:nvPr/>
            </p:nvPicPr>
            <p:blipFill>
              <a:blip r:embed="rId3"/>
              <a:stretch>
                <a:fillRect/>
              </a:stretch>
            </p:blipFill>
            <p:spPr>
              <a:xfrm>
                <a:off x="9996238"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8" name="Ink 87">
                <a:extLst>
                  <a:ext uri="{FF2B5EF4-FFF2-40B4-BE49-F238E27FC236}">
                    <a16:creationId xmlns:a16="http://schemas.microsoft.com/office/drawing/2014/main" id="{F43E1B96-8613-0B55-6053-353922248944}"/>
                  </a:ext>
                </a:extLst>
              </p14:cNvPr>
              <p14:cNvContentPartPr/>
              <p14:nvPr/>
            </p14:nvContentPartPr>
            <p14:xfrm>
              <a:off x="10113489" y="5157258"/>
              <a:ext cx="576" cy="576"/>
            </p14:xfrm>
          </p:contentPart>
        </mc:Choice>
        <mc:Fallback>
          <p:pic>
            <p:nvPicPr>
              <p:cNvPr id="88" name="Ink 87">
                <a:extLst>
                  <a:ext uri="{FF2B5EF4-FFF2-40B4-BE49-F238E27FC236}">
                    <a16:creationId xmlns:a16="http://schemas.microsoft.com/office/drawing/2014/main" id="{F43E1B96-8613-0B55-6053-353922248944}"/>
                  </a:ext>
                </a:extLst>
              </p:cNvPr>
              <p:cNvPicPr/>
              <p:nvPr/>
            </p:nvPicPr>
            <p:blipFill>
              <a:blip r:embed="rId3"/>
              <a:stretch>
                <a:fillRect/>
              </a:stretch>
            </p:blipFill>
            <p:spPr>
              <a:xfrm>
                <a:off x="10099089"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9" name="Ink 88">
                <a:extLst>
                  <a:ext uri="{FF2B5EF4-FFF2-40B4-BE49-F238E27FC236}">
                    <a16:creationId xmlns:a16="http://schemas.microsoft.com/office/drawing/2014/main" id="{FBA6A919-0F5E-4AEF-F3CB-5F04ADC6B2BA}"/>
                  </a:ext>
                </a:extLst>
              </p14:cNvPr>
              <p14:cNvContentPartPr/>
              <p14:nvPr/>
            </p14:nvContentPartPr>
            <p14:xfrm>
              <a:off x="10202827" y="5157258"/>
              <a:ext cx="576" cy="576"/>
            </p14:xfrm>
          </p:contentPart>
        </mc:Choice>
        <mc:Fallback>
          <p:pic>
            <p:nvPicPr>
              <p:cNvPr id="89" name="Ink 88">
                <a:extLst>
                  <a:ext uri="{FF2B5EF4-FFF2-40B4-BE49-F238E27FC236}">
                    <a16:creationId xmlns:a16="http://schemas.microsoft.com/office/drawing/2014/main" id="{FBA6A919-0F5E-4AEF-F3CB-5F04ADC6B2BA}"/>
                  </a:ext>
                </a:extLst>
              </p:cNvPr>
              <p:cNvPicPr/>
              <p:nvPr/>
            </p:nvPicPr>
            <p:blipFill>
              <a:blip r:embed="rId3"/>
              <a:stretch>
                <a:fillRect/>
              </a:stretch>
            </p:blipFill>
            <p:spPr>
              <a:xfrm>
                <a:off x="1018842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0" name="Ink 89">
                <a:extLst>
                  <a:ext uri="{FF2B5EF4-FFF2-40B4-BE49-F238E27FC236}">
                    <a16:creationId xmlns:a16="http://schemas.microsoft.com/office/drawing/2014/main" id="{A015F7FC-3786-349C-A694-47D3BF91AF51}"/>
                  </a:ext>
                </a:extLst>
              </p14:cNvPr>
              <p14:cNvContentPartPr/>
              <p14:nvPr/>
            </p14:nvContentPartPr>
            <p14:xfrm>
              <a:off x="10314687" y="5157258"/>
              <a:ext cx="576" cy="576"/>
            </p14:xfrm>
          </p:contentPart>
        </mc:Choice>
        <mc:Fallback>
          <p:pic>
            <p:nvPicPr>
              <p:cNvPr id="90" name="Ink 89">
                <a:extLst>
                  <a:ext uri="{FF2B5EF4-FFF2-40B4-BE49-F238E27FC236}">
                    <a16:creationId xmlns:a16="http://schemas.microsoft.com/office/drawing/2014/main" id="{A015F7FC-3786-349C-A694-47D3BF91AF51}"/>
                  </a:ext>
                </a:extLst>
              </p:cNvPr>
              <p:cNvPicPr/>
              <p:nvPr/>
            </p:nvPicPr>
            <p:blipFill>
              <a:blip r:embed="rId3"/>
              <a:stretch>
                <a:fillRect/>
              </a:stretch>
            </p:blipFill>
            <p:spPr>
              <a:xfrm>
                <a:off x="10300287"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91" name="Ink 90">
                <a:extLst>
                  <a:ext uri="{FF2B5EF4-FFF2-40B4-BE49-F238E27FC236}">
                    <a16:creationId xmlns:a16="http://schemas.microsoft.com/office/drawing/2014/main" id="{73F72A92-4192-FB4F-4873-F4D3FB9E165D}"/>
                  </a:ext>
                </a:extLst>
              </p14:cNvPr>
              <p14:cNvContentPartPr/>
              <p14:nvPr/>
            </p14:nvContentPartPr>
            <p14:xfrm>
              <a:off x="9780161" y="5157258"/>
              <a:ext cx="576" cy="576"/>
            </p14:xfrm>
          </p:contentPart>
        </mc:Choice>
        <mc:Fallback>
          <p:pic>
            <p:nvPicPr>
              <p:cNvPr id="91" name="Ink 90">
                <a:extLst>
                  <a:ext uri="{FF2B5EF4-FFF2-40B4-BE49-F238E27FC236}">
                    <a16:creationId xmlns:a16="http://schemas.microsoft.com/office/drawing/2014/main" id="{73F72A92-4192-FB4F-4873-F4D3FB9E165D}"/>
                  </a:ext>
                </a:extLst>
              </p:cNvPr>
              <p:cNvPicPr/>
              <p:nvPr/>
            </p:nvPicPr>
            <p:blipFill>
              <a:blip r:embed="rId3"/>
              <a:stretch>
                <a:fillRect/>
              </a:stretch>
            </p:blipFill>
            <p:spPr>
              <a:xfrm>
                <a:off x="9765761"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2" name="Ink 91">
                <a:extLst>
                  <a:ext uri="{FF2B5EF4-FFF2-40B4-BE49-F238E27FC236}">
                    <a16:creationId xmlns:a16="http://schemas.microsoft.com/office/drawing/2014/main" id="{0EE20E04-B43C-75FA-5E11-D07282CF3F3E}"/>
                  </a:ext>
                </a:extLst>
              </p14:cNvPr>
              <p14:cNvContentPartPr/>
              <p14:nvPr/>
            </p14:nvContentPartPr>
            <p14:xfrm>
              <a:off x="9883012" y="5157258"/>
              <a:ext cx="576" cy="576"/>
            </p14:xfrm>
          </p:contentPart>
        </mc:Choice>
        <mc:Fallback>
          <p:pic>
            <p:nvPicPr>
              <p:cNvPr id="92" name="Ink 91">
                <a:extLst>
                  <a:ext uri="{FF2B5EF4-FFF2-40B4-BE49-F238E27FC236}">
                    <a16:creationId xmlns:a16="http://schemas.microsoft.com/office/drawing/2014/main" id="{0EE20E04-B43C-75FA-5E11-D07282CF3F3E}"/>
                  </a:ext>
                </a:extLst>
              </p:cNvPr>
              <p:cNvPicPr/>
              <p:nvPr/>
            </p:nvPicPr>
            <p:blipFill>
              <a:blip r:embed="rId3"/>
              <a:stretch>
                <a:fillRect/>
              </a:stretch>
            </p:blipFill>
            <p:spPr>
              <a:xfrm>
                <a:off x="9868612"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93" name="Ink 92">
                <a:extLst>
                  <a:ext uri="{FF2B5EF4-FFF2-40B4-BE49-F238E27FC236}">
                    <a16:creationId xmlns:a16="http://schemas.microsoft.com/office/drawing/2014/main" id="{A2FF3DF2-F350-E6D1-B628-3100502EC0D2}"/>
                  </a:ext>
                </a:extLst>
              </p14:cNvPr>
              <p14:cNvContentPartPr/>
              <p14:nvPr/>
            </p14:nvContentPartPr>
            <p14:xfrm>
              <a:off x="9972350" y="5157258"/>
              <a:ext cx="576" cy="576"/>
            </p14:xfrm>
          </p:contentPart>
        </mc:Choice>
        <mc:Fallback>
          <p:pic>
            <p:nvPicPr>
              <p:cNvPr id="93" name="Ink 92">
                <a:extLst>
                  <a:ext uri="{FF2B5EF4-FFF2-40B4-BE49-F238E27FC236}">
                    <a16:creationId xmlns:a16="http://schemas.microsoft.com/office/drawing/2014/main" id="{A2FF3DF2-F350-E6D1-B628-3100502EC0D2}"/>
                  </a:ext>
                </a:extLst>
              </p:cNvPr>
              <p:cNvPicPr/>
              <p:nvPr/>
            </p:nvPicPr>
            <p:blipFill>
              <a:blip r:embed="rId3"/>
              <a:stretch>
                <a:fillRect/>
              </a:stretch>
            </p:blipFill>
            <p:spPr>
              <a:xfrm>
                <a:off x="995795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4" name="Ink 93">
                <a:extLst>
                  <a:ext uri="{FF2B5EF4-FFF2-40B4-BE49-F238E27FC236}">
                    <a16:creationId xmlns:a16="http://schemas.microsoft.com/office/drawing/2014/main" id="{29392024-C58F-F624-8183-402C4F8C1E9A}"/>
                  </a:ext>
                </a:extLst>
              </p14:cNvPr>
              <p14:cNvContentPartPr/>
              <p14:nvPr/>
            </p14:nvContentPartPr>
            <p14:xfrm>
              <a:off x="10084210" y="5157258"/>
              <a:ext cx="576" cy="576"/>
            </p14:xfrm>
          </p:contentPart>
        </mc:Choice>
        <mc:Fallback>
          <p:pic>
            <p:nvPicPr>
              <p:cNvPr id="94" name="Ink 93">
                <a:extLst>
                  <a:ext uri="{FF2B5EF4-FFF2-40B4-BE49-F238E27FC236}">
                    <a16:creationId xmlns:a16="http://schemas.microsoft.com/office/drawing/2014/main" id="{29392024-C58F-F624-8183-402C4F8C1E9A}"/>
                  </a:ext>
                </a:extLst>
              </p:cNvPr>
              <p:cNvPicPr/>
              <p:nvPr/>
            </p:nvPicPr>
            <p:blipFill>
              <a:blip r:embed="rId3"/>
              <a:stretch>
                <a:fillRect/>
              </a:stretch>
            </p:blipFill>
            <p:spPr>
              <a:xfrm>
                <a:off x="10069810"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95" name="Ink 94">
                <a:extLst>
                  <a:ext uri="{FF2B5EF4-FFF2-40B4-BE49-F238E27FC236}">
                    <a16:creationId xmlns:a16="http://schemas.microsoft.com/office/drawing/2014/main" id="{9D63D699-E637-3CC1-5928-B01CD422B362}"/>
                  </a:ext>
                </a:extLst>
              </p14:cNvPr>
              <p14:cNvContentPartPr/>
              <p14:nvPr/>
            </p14:nvContentPartPr>
            <p14:xfrm>
              <a:off x="9374012" y="6516095"/>
              <a:ext cx="576" cy="576"/>
            </p14:xfrm>
          </p:contentPart>
        </mc:Choice>
        <mc:Fallback>
          <p:pic>
            <p:nvPicPr>
              <p:cNvPr id="95" name="Ink 94">
                <a:extLst>
                  <a:ext uri="{FF2B5EF4-FFF2-40B4-BE49-F238E27FC236}">
                    <a16:creationId xmlns:a16="http://schemas.microsoft.com/office/drawing/2014/main" id="{9D63D699-E637-3CC1-5928-B01CD422B362}"/>
                  </a:ext>
                </a:extLst>
              </p:cNvPr>
              <p:cNvPicPr/>
              <p:nvPr/>
            </p:nvPicPr>
            <p:blipFill>
              <a:blip r:embed="rId3"/>
              <a:stretch>
                <a:fillRect/>
              </a:stretch>
            </p:blipFill>
            <p:spPr>
              <a:xfrm>
                <a:off x="9359612"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96" name="Ink 95">
                <a:extLst>
                  <a:ext uri="{FF2B5EF4-FFF2-40B4-BE49-F238E27FC236}">
                    <a16:creationId xmlns:a16="http://schemas.microsoft.com/office/drawing/2014/main" id="{31FA1395-BD38-637E-CCE0-62DA7D3C8FFB}"/>
                  </a:ext>
                </a:extLst>
              </p14:cNvPr>
              <p14:cNvContentPartPr/>
              <p14:nvPr/>
            </p14:nvContentPartPr>
            <p14:xfrm>
              <a:off x="9936316" y="6516095"/>
              <a:ext cx="576" cy="576"/>
            </p14:xfrm>
          </p:contentPart>
        </mc:Choice>
        <mc:Fallback>
          <p:pic>
            <p:nvPicPr>
              <p:cNvPr id="96" name="Ink 95">
                <a:extLst>
                  <a:ext uri="{FF2B5EF4-FFF2-40B4-BE49-F238E27FC236}">
                    <a16:creationId xmlns:a16="http://schemas.microsoft.com/office/drawing/2014/main" id="{31FA1395-BD38-637E-CCE0-62DA7D3C8FFB}"/>
                  </a:ext>
                </a:extLst>
              </p:cNvPr>
              <p:cNvPicPr/>
              <p:nvPr/>
            </p:nvPicPr>
            <p:blipFill>
              <a:blip r:embed="rId3"/>
              <a:stretch>
                <a:fillRect/>
              </a:stretch>
            </p:blipFill>
            <p:spPr>
              <a:xfrm>
                <a:off x="9921916" y="6501695"/>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97" name="Ink 96">
                <a:extLst>
                  <a:ext uri="{FF2B5EF4-FFF2-40B4-BE49-F238E27FC236}">
                    <a16:creationId xmlns:a16="http://schemas.microsoft.com/office/drawing/2014/main" id="{E0ECCCA6-2C95-072D-5C6E-7990DF68F35F}"/>
                  </a:ext>
                </a:extLst>
              </p14:cNvPr>
              <p14:cNvContentPartPr/>
              <p14:nvPr/>
            </p14:nvContentPartPr>
            <p14:xfrm>
              <a:off x="9273413" y="5157258"/>
              <a:ext cx="576" cy="576"/>
            </p14:xfrm>
          </p:contentPart>
        </mc:Choice>
        <mc:Fallback>
          <p:pic>
            <p:nvPicPr>
              <p:cNvPr id="97" name="Ink 96">
                <a:extLst>
                  <a:ext uri="{FF2B5EF4-FFF2-40B4-BE49-F238E27FC236}">
                    <a16:creationId xmlns:a16="http://schemas.microsoft.com/office/drawing/2014/main" id="{E0ECCCA6-2C95-072D-5C6E-7990DF68F35F}"/>
                  </a:ext>
                </a:extLst>
              </p:cNvPr>
              <p:cNvPicPr/>
              <p:nvPr/>
            </p:nvPicPr>
            <p:blipFill>
              <a:blip r:embed="rId3"/>
              <a:stretch>
                <a:fillRect/>
              </a:stretch>
            </p:blipFill>
            <p:spPr>
              <a:xfrm>
                <a:off x="9259013"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8" name="Ink 97">
                <a:extLst>
                  <a:ext uri="{FF2B5EF4-FFF2-40B4-BE49-F238E27FC236}">
                    <a16:creationId xmlns:a16="http://schemas.microsoft.com/office/drawing/2014/main" id="{66ED015B-D851-621B-DF86-B21034B2234D}"/>
                  </a:ext>
                </a:extLst>
              </p14:cNvPr>
              <p14:cNvContentPartPr/>
              <p14:nvPr/>
            </p14:nvContentPartPr>
            <p14:xfrm>
              <a:off x="8817714" y="5157258"/>
              <a:ext cx="576" cy="576"/>
            </p14:xfrm>
          </p:contentPart>
        </mc:Choice>
        <mc:Fallback>
          <p:pic>
            <p:nvPicPr>
              <p:cNvPr id="98" name="Ink 97">
                <a:extLst>
                  <a:ext uri="{FF2B5EF4-FFF2-40B4-BE49-F238E27FC236}">
                    <a16:creationId xmlns:a16="http://schemas.microsoft.com/office/drawing/2014/main" id="{66ED015B-D851-621B-DF86-B21034B2234D}"/>
                  </a:ext>
                </a:extLst>
              </p:cNvPr>
              <p:cNvPicPr/>
              <p:nvPr/>
            </p:nvPicPr>
            <p:blipFill>
              <a:blip r:embed="rId3"/>
              <a:stretch>
                <a:fillRect/>
              </a:stretch>
            </p:blipFill>
            <p:spPr>
              <a:xfrm>
                <a:off x="8803314" y="514285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99" name="Ink 98">
                <a:extLst>
                  <a:ext uri="{FF2B5EF4-FFF2-40B4-BE49-F238E27FC236}">
                    <a16:creationId xmlns:a16="http://schemas.microsoft.com/office/drawing/2014/main" id="{6E5B3CA7-DF1E-683C-FCBC-054CA7579994}"/>
                  </a:ext>
                </a:extLst>
              </p14:cNvPr>
              <p14:cNvContentPartPr/>
              <p14:nvPr/>
            </p14:nvContentPartPr>
            <p14:xfrm>
              <a:off x="9654788" y="5156508"/>
              <a:ext cx="576" cy="576"/>
            </p14:xfrm>
          </p:contentPart>
        </mc:Choice>
        <mc:Fallback>
          <p:pic>
            <p:nvPicPr>
              <p:cNvPr id="99" name="Ink 98">
                <a:extLst>
                  <a:ext uri="{FF2B5EF4-FFF2-40B4-BE49-F238E27FC236}">
                    <a16:creationId xmlns:a16="http://schemas.microsoft.com/office/drawing/2014/main" id="{6E5B3CA7-DF1E-683C-FCBC-054CA7579994}"/>
                  </a:ext>
                </a:extLst>
              </p:cNvPr>
              <p:cNvPicPr/>
              <p:nvPr/>
            </p:nvPicPr>
            <p:blipFill>
              <a:blip r:embed="rId3"/>
              <a:stretch>
                <a:fillRect/>
              </a:stretch>
            </p:blipFill>
            <p:spPr>
              <a:xfrm>
                <a:off x="9640388"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0" name="Ink 99">
                <a:extLst>
                  <a:ext uri="{FF2B5EF4-FFF2-40B4-BE49-F238E27FC236}">
                    <a16:creationId xmlns:a16="http://schemas.microsoft.com/office/drawing/2014/main" id="{3CDFAF11-DA0C-DEFE-D02D-EDFA3C4BFA31}"/>
                  </a:ext>
                </a:extLst>
              </p14:cNvPr>
              <p14:cNvContentPartPr/>
              <p14:nvPr/>
            </p14:nvContentPartPr>
            <p14:xfrm>
              <a:off x="9757639" y="5156508"/>
              <a:ext cx="576" cy="576"/>
            </p14:xfrm>
          </p:contentPart>
        </mc:Choice>
        <mc:Fallback>
          <p:pic>
            <p:nvPicPr>
              <p:cNvPr id="100" name="Ink 99">
                <a:extLst>
                  <a:ext uri="{FF2B5EF4-FFF2-40B4-BE49-F238E27FC236}">
                    <a16:creationId xmlns:a16="http://schemas.microsoft.com/office/drawing/2014/main" id="{3CDFAF11-DA0C-DEFE-D02D-EDFA3C4BFA31}"/>
                  </a:ext>
                </a:extLst>
              </p:cNvPr>
              <p:cNvPicPr/>
              <p:nvPr/>
            </p:nvPicPr>
            <p:blipFill>
              <a:blip r:embed="rId3"/>
              <a:stretch>
                <a:fillRect/>
              </a:stretch>
            </p:blipFill>
            <p:spPr>
              <a:xfrm>
                <a:off x="9743239"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01" name="Ink 100">
                <a:extLst>
                  <a:ext uri="{FF2B5EF4-FFF2-40B4-BE49-F238E27FC236}">
                    <a16:creationId xmlns:a16="http://schemas.microsoft.com/office/drawing/2014/main" id="{E8712A36-9F93-8B91-2843-F02D4EFC50B9}"/>
                  </a:ext>
                </a:extLst>
              </p14:cNvPr>
              <p14:cNvContentPartPr/>
              <p14:nvPr/>
            </p14:nvContentPartPr>
            <p14:xfrm>
              <a:off x="9846977" y="5156508"/>
              <a:ext cx="576" cy="576"/>
            </p14:xfrm>
          </p:contentPart>
        </mc:Choice>
        <mc:Fallback>
          <p:pic>
            <p:nvPicPr>
              <p:cNvPr id="101" name="Ink 100">
                <a:extLst>
                  <a:ext uri="{FF2B5EF4-FFF2-40B4-BE49-F238E27FC236}">
                    <a16:creationId xmlns:a16="http://schemas.microsoft.com/office/drawing/2014/main" id="{E8712A36-9F93-8B91-2843-F02D4EFC50B9}"/>
                  </a:ext>
                </a:extLst>
              </p:cNvPr>
              <p:cNvPicPr/>
              <p:nvPr/>
            </p:nvPicPr>
            <p:blipFill>
              <a:blip r:embed="rId3"/>
              <a:stretch>
                <a:fillRect/>
              </a:stretch>
            </p:blipFill>
            <p:spPr>
              <a:xfrm>
                <a:off x="983257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2" name="Ink 101">
                <a:extLst>
                  <a:ext uri="{FF2B5EF4-FFF2-40B4-BE49-F238E27FC236}">
                    <a16:creationId xmlns:a16="http://schemas.microsoft.com/office/drawing/2014/main" id="{564AA183-B834-8473-4ACF-5B45308D6EFE}"/>
                  </a:ext>
                </a:extLst>
              </p14:cNvPr>
              <p14:cNvContentPartPr/>
              <p14:nvPr/>
            </p14:nvContentPartPr>
            <p14:xfrm>
              <a:off x="9693826" y="5156508"/>
              <a:ext cx="576" cy="576"/>
            </p14:xfrm>
          </p:contentPart>
        </mc:Choice>
        <mc:Fallback>
          <p:pic>
            <p:nvPicPr>
              <p:cNvPr id="102" name="Ink 101">
                <a:extLst>
                  <a:ext uri="{FF2B5EF4-FFF2-40B4-BE49-F238E27FC236}">
                    <a16:creationId xmlns:a16="http://schemas.microsoft.com/office/drawing/2014/main" id="{564AA183-B834-8473-4ACF-5B45308D6EFE}"/>
                  </a:ext>
                </a:extLst>
              </p:cNvPr>
              <p:cNvPicPr/>
              <p:nvPr/>
            </p:nvPicPr>
            <p:blipFill>
              <a:blip r:embed="rId3"/>
              <a:stretch>
                <a:fillRect/>
              </a:stretch>
            </p:blipFill>
            <p:spPr>
              <a:xfrm>
                <a:off x="9679426"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03" name="Ink 102">
                <a:extLst>
                  <a:ext uri="{FF2B5EF4-FFF2-40B4-BE49-F238E27FC236}">
                    <a16:creationId xmlns:a16="http://schemas.microsoft.com/office/drawing/2014/main" id="{F351DB59-879E-85C4-0AE2-255B5CF6CA53}"/>
                  </a:ext>
                </a:extLst>
              </p14:cNvPr>
              <p14:cNvContentPartPr/>
              <p14:nvPr/>
            </p14:nvContentPartPr>
            <p14:xfrm>
              <a:off x="9783164" y="5156508"/>
              <a:ext cx="576" cy="576"/>
            </p14:xfrm>
          </p:contentPart>
        </mc:Choice>
        <mc:Fallback>
          <p:pic>
            <p:nvPicPr>
              <p:cNvPr id="103" name="Ink 102">
                <a:extLst>
                  <a:ext uri="{FF2B5EF4-FFF2-40B4-BE49-F238E27FC236}">
                    <a16:creationId xmlns:a16="http://schemas.microsoft.com/office/drawing/2014/main" id="{F351DB59-879E-85C4-0AE2-255B5CF6CA53}"/>
                  </a:ext>
                </a:extLst>
              </p:cNvPr>
              <p:cNvPicPr/>
              <p:nvPr/>
            </p:nvPicPr>
            <p:blipFill>
              <a:blip r:embed="rId3"/>
              <a:stretch>
                <a:fillRect/>
              </a:stretch>
            </p:blipFill>
            <p:spPr>
              <a:xfrm>
                <a:off x="9768764"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58AFE6C6-F7DE-D314-C06C-C0447B2C8704}"/>
                  </a:ext>
                </a:extLst>
              </p14:cNvPr>
              <p14:cNvContentPartPr/>
              <p14:nvPr/>
            </p14:nvContentPartPr>
            <p14:xfrm>
              <a:off x="9664547" y="5156508"/>
              <a:ext cx="576" cy="576"/>
            </p14:xfrm>
          </p:contentPart>
        </mc:Choice>
        <mc:Fallback>
          <p:pic>
            <p:nvPicPr>
              <p:cNvPr id="104" name="Ink 103">
                <a:extLst>
                  <a:ext uri="{FF2B5EF4-FFF2-40B4-BE49-F238E27FC236}">
                    <a16:creationId xmlns:a16="http://schemas.microsoft.com/office/drawing/2014/main" id="{58AFE6C6-F7DE-D314-C06C-C0447B2C8704}"/>
                  </a:ext>
                </a:extLst>
              </p:cNvPr>
              <p:cNvPicPr/>
              <p:nvPr/>
            </p:nvPicPr>
            <p:blipFill>
              <a:blip r:embed="rId3"/>
              <a:stretch>
                <a:fillRect/>
              </a:stretch>
            </p:blipFill>
            <p:spPr>
              <a:xfrm>
                <a:off x="9650147" y="5142108"/>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05" name="Ink 104">
                <a:extLst>
                  <a:ext uri="{FF2B5EF4-FFF2-40B4-BE49-F238E27FC236}">
                    <a16:creationId xmlns:a16="http://schemas.microsoft.com/office/drawing/2014/main" id="{1AC0236F-C6D0-D8CD-0A88-3A38E94BB803}"/>
                  </a:ext>
                </a:extLst>
              </p14:cNvPr>
              <p14:cNvContentPartPr/>
              <p14:nvPr/>
            </p14:nvContentPartPr>
            <p14:xfrm>
              <a:off x="8956601" y="6510840"/>
              <a:ext cx="576" cy="576"/>
            </p14:xfrm>
          </p:contentPart>
        </mc:Choice>
        <mc:Fallback>
          <p:pic>
            <p:nvPicPr>
              <p:cNvPr id="105" name="Ink 104">
                <a:extLst>
                  <a:ext uri="{FF2B5EF4-FFF2-40B4-BE49-F238E27FC236}">
                    <a16:creationId xmlns:a16="http://schemas.microsoft.com/office/drawing/2014/main" id="{1AC0236F-C6D0-D8CD-0A88-3A38E94BB803}"/>
                  </a:ext>
                </a:extLst>
              </p:cNvPr>
              <p:cNvPicPr/>
              <p:nvPr/>
            </p:nvPicPr>
            <p:blipFill>
              <a:blip r:embed="rId3"/>
              <a:stretch>
                <a:fillRect/>
              </a:stretch>
            </p:blipFill>
            <p:spPr>
              <a:xfrm>
                <a:off x="8942201"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6" name="Ink 105">
                <a:extLst>
                  <a:ext uri="{FF2B5EF4-FFF2-40B4-BE49-F238E27FC236}">
                    <a16:creationId xmlns:a16="http://schemas.microsoft.com/office/drawing/2014/main" id="{067457F7-57A6-2D09-917F-772B6E06D147}"/>
                  </a:ext>
                </a:extLst>
              </p14:cNvPr>
              <p14:cNvContentPartPr/>
              <p14:nvPr/>
            </p14:nvContentPartPr>
            <p14:xfrm>
              <a:off x="9018912" y="6510840"/>
              <a:ext cx="576" cy="576"/>
            </p14:xfrm>
          </p:contentPart>
        </mc:Choice>
        <mc:Fallback>
          <p:pic>
            <p:nvPicPr>
              <p:cNvPr id="106" name="Ink 105">
                <a:extLst>
                  <a:ext uri="{FF2B5EF4-FFF2-40B4-BE49-F238E27FC236}">
                    <a16:creationId xmlns:a16="http://schemas.microsoft.com/office/drawing/2014/main" id="{067457F7-57A6-2D09-917F-772B6E06D147}"/>
                  </a:ext>
                </a:extLst>
              </p:cNvPr>
              <p:cNvPicPr/>
              <p:nvPr/>
            </p:nvPicPr>
            <p:blipFill>
              <a:blip r:embed="rId3"/>
              <a:stretch>
                <a:fillRect/>
              </a:stretch>
            </p:blipFill>
            <p:spPr>
              <a:xfrm>
                <a:off x="9004512"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07" name="Ink 106">
                <a:extLst>
                  <a:ext uri="{FF2B5EF4-FFF2-40B4-BE49-F238E27FC236}">
                    <a16:creationId xmlns:a16="http://schemas.microsoft.com/office/drawing/2014/main" id="{8FA21EF8-30FA-B9EC-C24B-853D387A7D0A}"/>
                  </a:ext>
                </a:extLst>
              </p14:cNvPr>
              <p14:cNvContentPartPr/>
              <p14:nvPr/>
            </p14:nvContentPartPr>
            <p14:xfrm>
              <a:off x="9065458" y="6510840"/>
              <a:ext cx="576" cy="576"/>
            </p14:xfrm>
          </p:contentPart>
        </mc:Choice>
        <mc:Fallback>
          <p:pic>
            <p:nvPicPr>
              <p:cNvPr id="107" name="Ink 106">
                <a:extLst>
                  <a:ext uri="{FF2B5EF4-FFF2-40B4-BE49-F238E27FC236}">
                    <a16:creationId xmlns:a16="http://schemas.microsoft.com/office/drawing/2014/main" id="{8FA21EF8-30FA-B9EC-C24B-853D387A7D0A}"/>
                  </a:ext>
                </a:extLst>
              </p:cNvPr>
              <p:cNvPicPr/>
              <p:nvPr/>
            </p:nvPicPr>
            <p:blipFill>
              <a:blip r:embed="rId3"/>
              <a:stretch>
                <a:fillRect/>
              </a:stretch>
            </p:blipFill>
            <p:spPr>
              <a:xfrm>
                <a:off x="9051058" y="6496440"/>
                <a:ext cx="288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8" name="Ink 107">
                <a:extLst>
                  <a:ext uri="{FF2B5EF4-FFF2-40B4-BE49-F238E27FC236}">
                    <a16:creationId xmlns:a16="http://schemas.microsoft.com/office/drawing/2014/main" id="{7C88B34C-373A-8545-BF29-6F785CC8D4CE}"/>
                  </a:ext>
                </a:extLst>
              </p14:cNvPr>
              <p14:cNvContentPartPr/>
              <p14:nvPr/>
            </p14:nvContentPartPr>
            <p14:xfrm>
              <a:off x="9168309" y="6510840"/>
              <a:ext cx="576" cy="576"/>
            </p14:xfrm>
          </p:contentPart>
        </mc:Choice>
        <mc:Fallback>
          <p:pic>
            <p:nvPicPr>
              <p:cNvPr id="108" name="Ink 107">
                <a:extLst>
                  <a:ext uri="{FF2B5EF4-FFF2-40B4-BE49-F238E27FC236}">
                    <a16:creationId xmlns:a16="http://schemas.microsoft.com/office/drawing/2014/main" id="{7C88B34C-373A-8545-BF29-6F785CC8D4CE}"/>
                  </a:ext>
                </a:extLst>
              </p:cNvPr>
              <p:cNvPicPr/>
              <p:nvPr/>
            </p:nvPicPr>
            <p:blipFill>
              <a:blip r:embed="rId3"/>
              <a:stretch>
                <a:fillRect/>
              </a:stretch>
            </p:blipFill>
            <p:spPr>
              <a:xfrm>
                <a:off x="9153909" y="6496440"/>
                <a:ext cx="28800" cy="28800"/>
              </a:xfrm>
              <a:prstGeom prst="rect">
                <a:avLst/>
              </a:prstGeom>
            </p:spPr>
          </p:pic>
        </mc:Fallback>
      </mc:AlternateContent>
      <p:sp>
        <p:nvSpPr>
          <p:cNvPr id="6" name="Freeform 5">
            <a:extLst>
              <a:ext uri="{FF2B5EF4-FFF2-40B4-BE49-F238E27FC236}">
                <a16:creationId xmlns:a16="http://schemas.microsoft.com/office/drawing/2014/main" id="{3005F5B3-89F7-C580-BFA6-2C0764F0D36E}"/>
              </a:ext>
            </a:extLst>
          </p:cNvPr>
          <p:cNvSpPr/>
          <p:nvPr/>
        </p:nvSpPr>
        <p:spPr>
          <a:xfrm>
            <a:off x="8216348" y="5181600"/>
            <a:ext cx="2173355" cy="1314025"/>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2DB8714-F9DB-F189-F5D9-37C7DB0D7D5D}"/>
              </a:ext>
            </a:extLst>
          </p:cNvPr>
          <p:cNvSpPr txBox="1"/>
          <p:nvPr/>
        </p:nvSpPr>
        <p:spPr>
          <a:xfrm>
            <a:off x="10884086" y="4978314"/>
            <a:ext cx="1307914" cy="784830"/>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Variance all over the place</a:t>
            </a:r>
          </a:p>
        </p:txBody>
      </p:sp>
      <p:sp>
        <p:nvSpPr>
          <p:cNvPr id="14" name="Freeform 13">
            <a:extLst>
              <a:ext uri="{FF2B5EF4-FFF2-40B4-BE49-F238E27FC236}">
                <a16:creationId xmlns:a16="http://schemas.microsoft.com/office/drawing/2014/main" id="{6375B3CA-FB4D-4230-3318-015D1BA85574}"/>
              </a:ext>
            </a:extLst>
          </p:cNvPr>
          <p:cNvSpPr/>
          <p:nvPr/>
        </p:nvSpPr>
        <p:spPr>
          <a:xfrm rot="671484">
            <a:off x="10371183" y="5705814"/>
            <a:ext cx="1004027" cy="325677"/>
          </a:xfrm>
          <a:custGeom>
            <a:avLst/>
            <a:gdLst>
              <a:gd name="connsiteX0" fmla="*/ 0 w 1240077"/>
              <a:gd name="connsiteY0" fmla="*/ 325677 h 325677"/>
              <a:gd name="connsiteX1" fmla="*/ 739036 w 1240077"/>
              <a:gd name="connsiteY1" fmla="*/ 250521 h 325677"/>
              <a:gd name="connsiteX2" fmla="*/ 1240077 w 1240077"/>
              <a:gd name="connsiteY2" fmla="*/ 0 h 325677"/>
            </a:gdLst>
            <a:ahLst/>
            <a:cxnLst>
              <a:cxn ang="0">
                <a:pos x="connsiteX0" y="connsiteY0"/>
              </a:cxn>
              <a:cxn ang="0">
                <a:pos x="connsiteX1" y="connsiteY1"/>
              </a:cxn>
              <a:cxn ang="0">
                <a:pos x="connsiteX2" y="connsiteY2"/>
              </a:cxn>
            </a:cxnLst>
            <a:rect l="l" t="t" r="r" b="b"/>
            <a:pathLst>
              <a:path w="1240077" h="325677">
                <a:moveTo>
                  <a:pt x="0" y="325677"/>
                </a:moveTo>
                <a:cubicBezTo>
                  <a:pt x="266178" y="315238"/>
                  <a:pt x="532357" y="304800"/>
                  <a:pt x="739036" y="250521"/>
                </a:cubicBezTo>
                <a:cubicBezTo>
                  <a:pt x="945715" y="196242"/>
                  <a:pt x="1092896" y="98121"/>
                  <a:pt x="1240077" y="0"/>
                </a:cubicBezTo>
              </a:path>
            </a:pathLst>
          </a:custGeom>
          <a:noFill/>
          <a:ln w="22225">
            <a:solidFill>
              <a:srgbClr val="C09100"/>
            </a:solidFill>
            <a:headEnd type="stealth" w="lg" len="lg"/>
            <a:tailEnd type="non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20954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2B6C-F3AE-D0FF-C7F0-39FB675E46D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0064FFE-9AEA-F030-8E52-B49A7EEF090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Generalised 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F262A708-F9E3-3684-155D-87E318C92740}"/>
              </a:ext>
            </a:extLst>
          </p:cNvPr>
          <p:cNvSpPr txBox="1"/>
          <p:nvPr/>
        </p:nvSpPr>
        <p:spPr>
          <a:xfrm>
            <a:off x="742216" y="1753685"/>
            <a:ext cx="11291362" cy="378565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To cover some of these predictable situations, </a:t>
            </a:r>
            <a:r>
              <a:rPr lang="en-US" sz="3000" i="1" dirty="0" err="1">
                <a:solidFill>
                  <a:schemeClr val="accent6">
                    <a:lumMod val="50000"/>
                  </a:schemeClr>
                </a:solidFill>
                <a:latin typeface="Avenir Book" panose="02000503020000020003" pitchFamily="2" charset="0"/>
              </a:rPr>
              <a:t>Generalised</a:t>
            </a:r>
            <a:r>
              <a:rPr lang="en-US" sz="3000" dirty="0">
                <a:solidFill>
                  <a:schemeClr val="accent6">
                    <a:lumMod val="50000"/>
                  </a:schemeClr>
                </a:solidFill>
                <a:latin typeface="Avenir Book" panose="02000503020000020003" pitchFamily="2" charset="0"/>
              </a:rPr>
              <a:t> Linear Models were invented.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They do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under the hood to transform the data, in a way that allows R to then basically apply all the linear model logic we’ve just learnt</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537725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1ABBE-129F-72ED-3936-3F7EF4B2DA1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763C309-EA93-076A-4BC0-EEEDC35FBF6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EE2ECE34-8A1C-3811-738B-31262C41D59F}"/>
              </a:ext>
            </a:extLst>
          </p:cNvPr>
          <p:cNvSpPr txBox="1"/>
          <p:nvPr/>
        </p:nvSpPr>
        <p:spPr>
          <a:xfrm>
            <a:off x="742216" y="1753685"/>
            <a:ext cx="11291362" cy="4708981"/>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To cover some of these predictable situations, </a:t>
            </a:r>
            <a:r>
              <a:rPr lang="en-US" sz="3000" i="1" dirty="0" err="1">
                <a:solidFill>
                  <a:schemeClr val="accent6">
                    <a:lumMod val="50000"/>
                  </a:schemeClr>
                </a:solidFill>
                <a:latin typeface="Avenir Book" panose="02000503020000020003" pitchFamily="2" charset="0"/>
              </a:rPr>
              <a:t>Generalised</a:t>
            </a:r>
            <a:r>
              <a:rPr lang="en-US" sz="3000" dirty="0">
                <a:solidFill>
                  <a:schemeClr val="accent6">
                    <a:lumMod val="50000"/>
                  </a:schemeClr>
                </a:solidFill>
                <a:latin typeface="Avenir Book" panose="02000503020000020003" pitchFamily="2" charset="0"/>
              </a:rPr>
              <a:t> Linear Models were invented.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They do </a:t>
            </a:r>
            <a:r>
              <a:rPr lang="en-US" sz="3000" dirty="0" err="1">
                <a:solidFill>
                  <a:schemeClr val="accent6">
                    <a:lumMod val="50000"/>
                  </a:schemeClr>
                </a:solidFill>
                <a:latin typeface="Avenir Book" panose="02000503020000020003" pitchFamily="2" charset="0"/>
              </a:rPr>
              <a:t>maths</a:t>
            </a:r>
            <a:r>
              <a:rPr lang="en-US" sz="3000" dirty="0">
                <a:solidFill>
                  <a:schemeClr val="accent6">
                    <a:lumMod val="50000"/>
                  </a:schemeClr>
                </a:solidFill>
                <a:latin typeface="Avenir Book" panose="02000503020000020003" pitchFamily="2" charset="0"/>
              </a:rPr>
              <a:t> under the hood to transform the data, in a way that allows R to then basically apply all the linear model logic we’ve just learnt</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(I’ll explain in a sec)</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301613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62A7D-EDA7-6892-33E5-A274FEBD119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7EB43E4-41A2-E31C-1C3E-F7910D63D42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220FCCF-7061-9DAE-D110-70070DBF1514}"/>
              </a:ext>
            </a:extLst>
          </p:cNvPr>
          <p:cNvSpPr txBox="1"/>
          <p:nvPr/>
        </p:nvSpPr>
        <p:spPr>
          <a:xfrm>
            <a:off x="742216" y="1753685"/>
            <a:ext cx="11291362"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The kind of transformation depends on the kind of data and what we expect. Two of the most common: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3" name="TextBox 2">
            <a:extLst>
              <a:ext uri="{FF2B5EF4-FFF2-40B4-BE49-F238E27FC236}">
                <a16:creationId xmlns:a16="http://schemas.microsoft.com/office/drawing/2014/main" id="{2E7FC004-CAD1-DBF6-74B4-1E3CE898EF1A}"/>
              </a:ext>
            </a:extLst>
          </p:cNvPr>
          <p:cNvSpPr txBox="1"/>
          <p:nvPr/>
        </p:nvSpPr>
        <p:spPr>
          <a:xfrm>
            <a:off x="726294" y="2665810"/>
            <a:ext cx="6002052" cy="3785652"/>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Count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e.g. Yes-No Data</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A57C78A4-C82E-3D04-FFC5-D85A686B6C9D}"/>
              </a:ext>
            </a:extLst>
          </p:cNvPr>
          <p:cNvSpPr txBox="1"/>
          <p:nvPr/>
        </p:nvSpPr>
        <p:spPr>
          <a:xfrm>
            <a:off x="4019459" y="2685689"/>
            <a:ext cx="4117376" cy="4708981"/>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“Poisson Distribution”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“Binomial Distribution”</a:t>
            </a:r>
          </a:p>
          <a:p>
            <a:r>
              <a:rPr lang="en-US" sz="1500" dirty="0">
                <a:solidFill>
                  <a:schemeClr val="accent6">
                    <a:lumMod val="50000"/>
                  </a:schemeClr>
                </a:solidFill>
                <a:latin typeface="Avenir Book" panose="02000503020000020003" pitchFamily="2" charset="0"/>
              </a:rPr>
              <a:t>(Which gets called ‘Logistic Regression’ because Stats hates us)</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pic>
        <p:nvPicPr>
          <p:cNvPr id="50" name="Online Media 49" descr="GLM Part 3 - Logistic Regression">
            <a:hlinkClick r:id="" action="ppaction://media"/>
            <a:extLst>
              <a:ext uri="{FF2B5EF4-FFF2-40B4-BE49-F238E27FC236}">
                <a16:creationId xmlns:a16="http://schemas.microsoft.com/office/drawing/2014/main" id="{CD61154F-5508-4AD9-4CAB-0B69400D1717}"/>
              </a:ext>
            </a:extLst>
          </p:cNvPr>
          <p:cNvPicPr>
            <a:picLocks noRot="1" noChangeAspect="1"/>
          </p:cNvPicPr>
          <p:nvPr>
            <a:videoFile r:link="rId1"/>
          </p:nvPr>
        </p:nvPicPr>
        <p:blipFill>
          <a:blip r:embed="rId4"/>
          <a:stretch>
            <a:fillRect/>
          </a:stretch>
        </p:blipFill>
        <p:spPr>
          <a:xfrm>
            <a:off x="8351078" y="4927479"/>
            <a:ext cx="3416852" cy="1930521"/>
          </a:xfrm>
          <a:prstGeom prst="rect">
            <a:avLst/>
          </a:prstGeom>
        </p:spPr>
      </p:pic>
      <p:sp>
        <p:nvSpPr>
          <p:cNvPr id="51" name="TextBox 50">
            <a:extLst>
              <a:ext uri="{FF2B5EF4-FFF2-40B4-BE49-F238E27FC236}">
                <a16:creationId xmlns:a16="http://schemas.microsoft.com/office/drawing/2014/main" id="{0EFB40AE-520B-6191-6683-102FA2F4EDB9}"/>
              </a:ext>
            </a:extLst>
          </p:cNvPr>
          <p:cNvSpPr txBox="1"/>
          <p:nvPr/>
        </p:nvSpPr>
        <p:spPr>
          <a:xfrm>
            <a:off x="11745477" y="4978314"/>
            <a:ext cx="6002052" cy="246221"/>
          </a:xfrm>
          <a:prstGeom prst="rect">
            <a:avLst/>
          </a:prstGeom>
          <a:noFill/>
        </p:spPr>
        <p:txBody>
          <a:bodyPr wrap="square">
            <a:spAutoFit/>
          </a:bodyPr>
          <a:lstStyle/>
          <a:p>
            <a:r>
              <a:rPr lang="en-US" sz="1000" dirty="0">
                <a:solidFill>
                  <a:schemeClr val="accent6">
                    <a:lumMod val="50000"/>
                  </a:schemeClr>
                </a:solidFill>
                <a:latin typeface="Avenir Book" panose="02000503020000020003" pitchFamily="2" charset="0"/>
              </a:rPr>
              <a:t>4:33</a:t>
            </a:r>
          </a:p>
        </p:txBody>
      </p:sp>
      <p:sp>
        <p:nvSpPr>
          <p:cNvPr id="52" name="TextBox 51">
            <a:extLst>
              <a:ext uri="{FF2B5EF4-FFF2-40B4-BE49-F238E27FC236}">
                <a16:creationId xmlns:a16="http://schemas.microsoft.com/office/drawing/2014/main" id="{4221C420-5DD2-91D5-7F34-AC9879F6A45D}"/>
              </a:ext>
            </a:extLst>
          </p:cNvPr>
          <p:cNvSpPr txBox="1"/>
          <p:nvPr/>
        </p:nvSpPr>
        <p:spPr>
          <a:xfrm>
            <a:off x="11765355" y="2679063"/>
            <a:ext cx="6002052" cy="400110"/>
          </a:xfrm>
          <a:prstGeom prst="rect">
            <a:avLst/>
          </a:prstGeom>
          <a:noFill/>
        </p:spPr>
        <p:txBody>
          <a:bodyPr wrap="square">
            <a:spAutoFit/>
          </a:bodyPr>
          <a:lstStyle/>
          <a:p>
            <a:r>
              <a:rPr lang="en-US" sz="1000" dirty="0">
                <a:solidFill>
                  <a:schemeClr val="accent6">
                    <a:lumMod val="50000"/>
                  </a:schemeClr>
                </a:solidFill>
                <a:latin typeface="Avenir Book" panose="02000503020000020003" pitchFamily="2" charset="0"/>
              </a:rPr>
              <a:t>6:07</a:t>
            </a:r>
          </a:p>
          <a:p>
            <a:endParaRPr lang="en-US" sz="1000" dirty="0">
              <a:solidFill>
                <a:schemeClr val="accent6">
                  <a:lumMod val="50000"/>
                </a:schemeClr>
              </a:solidFill>
              <a:latin typeface="Avenir Book" panose="02000503020000020003" pitchFamily="2" charset="0"/>
            </a:endParaRPr>
          </a:p>
        </p:txBody>
      </p:sp>
      <p:pic>
        <p:nvPicPr>
          <p:cNvPr id="53" name="Online Media 52" descr="GLM Part 2 - Count Regression">
            <a:hlinkClick r:id="" action="ppaction://media"/>
            <a:extLst>
              <a:ext uri="{FF2B5EF4-FFF2-40B4-BE49-F238E27FC236}">
                <a16:creationId xmlns:a16="http://schemas.microsoft.com/office/drawing/2014/main" id="{DDB9022D-0E1B-B71A-535A-BC942850766C}"/>
              </a:ext>
            </a:extLst>
          </p:cNvPr>
          <p:cNvPicPr>
            <a:picLocks noRot="1" noChangeAspect="1"/>
          </p:cNvPicPr>
          <p:nvPr>
            <a:videoFile r:link="rId2"/>
          </p:nvPr>
        </p:nvPicPr>
        <p:blipFill>
          <a:blip r:embed="rId5"/>
          <a:stretch>
            <a:fillRect/>
          </a:stretch>
        </p:blipFill>
        <p:spPr>
          <a:xfrm>
            <a:off x="8364331" y="2671694"/>
            <a:ext cx="3483113" cy="1967959"/>
          </a:xfrm>
          <a:prstGeom prst="rect">
            <a:avLst/>
          </a:prstGeom>
        </p:spPr>
      </p:pic>
    </p:spTree>
    <p:extLst>
      <p:ext uri="{BB962C8B-B14F-4D97-AF65-F5344CB8AC3E}">
        <p14:creationId xmlns:p14="http://schemas.microsoft.com/office/powerpoint/2010/main" val="126900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0"/>
                </p:tgtEl>
              </p:cMediaNode>
            </p:video>
            <p:seq concurrent="1" nextAc="seek">
              <p:cTn id="12" restart="whenNotActive" fill="hold" evtFilter="cancelBubble" nodeType="interactiveSeq">
                <p:stCondLst>
                  <p:cond evt="onClick" delay="0">
                    <p:tgtEl>
                      <p:spTgt spid="5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0"/>
                                        </p:tgtEl>
                                      </p:cBhvr>
                                    </p:cmd>
                                  </p:childTnLst>
                                </p:cTn>
                              </p:par>
                            </p:childTnLst>
                          </p:cTn>
                        </p:par>
                      </p:childTnLst>
                    </p:cTn>
                  </p:par>
                </p:childTnLst>
              </p:cTn>
              <p:nextCondLst>
                <p:cond evt="onClick" delay="0">
                  <p:tgtEl>
                    <p:spTgt spid="50"/>
                  </p:tgtEl>
                </p:cond>
              </p:nextCondLst>
            </p:seq>
            <p:video>
              <p:cMediaNode vol="80000">
                <p:cTn id="17" fill="hold" display="0">
                  <p:stCondLst>
                    <p:cond delay="indefinite"/>
                  </p:stCondLst>
                </p:cTn>
                <p:tgtEl>
                  <p:spTgt spid="53"/>
                </p:tgtEl>
              </p:cMediaNode>
            </p:video>
            <p:seq concurrent="1" nextAc="seek">
              <p:cTn id="18" restart="whenNotActive" fill="hold" evtFilter="cancelBubble" nodeType="interactiveSeq">
                <p:stCondLst>
                  <p:cond evt="onClick" delay="0">
                    <p:tgtEl>
                      <p:spTgt spid="53"/>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3"/>
                                        </p:tgtEl>
                                      </p:cBhvr>
                                    </p:cmd>
                                  </p:childTnLst>
                                </p:cTn>
                              </p:par>
                            </p:childTnLst>
                          </p:cTn>
                        </p:par>
                      </p:childTnLst>
                    </p:cTn>
                  </p:par>
                </p:childTnLst>
              </p:cTn>
              <p:nextCondLst>
                <p:cond evt="onClick" delay="0">
                  <p:tgtEl>
                    <p:spTgt spid="53"/>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240E8-4A69-EF49-E8CA-3309C708A3D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1FDAB5-D294-9E63-22F5-C75DCFB1AF8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4861A2C0-F4D9-59A9-FC7F-1B9D429547FD}"/>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D5B95A4F-2C90-B509-9F10-61E188757689}"/>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Poisson Models </a:t>
            </a:r>
            <a:r>
              <a:rPr lang="en-US" sz="2000" dirty="0">
                <a:solidFill>
                  <a:schemeClr val="accent6">
                    <a:lumMod val="50000"/>
                  </a:schemeClr>
                </a:solidFill>
                <a:latin typeface="Avenir Book" panose="02000503020000020003" pitchFamily="2" charset="0"/>
              </a:rPr>
              <a:t>Transform Data into Log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27428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DF9D4-9486-7824-82C6-2F6501C787E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6F3EACA-300A-918B-F15D-9051977D2C48}"/>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8C02936B-A8E3-9871-F2EC-66607345431D}"/>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FEEBC698-39E8-6E97-BB6C-7219A2AB4F09}"/>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Poisson Models </a:t>
            </a:r>
            <a:r>
              <a:rPr lang="en-US" sz="2000" dirty="0">
                <a:solidFill>
                  <a:schemeClr val="accent6">
                    <a:lumMod val="50000"/>
                  </a:schemeClr>
                </a:solidFill>
                <a:latin typeface="Avenir Book" panose="02000503020000020003" pitchFamily="2" charset="0"/>
              </a:rPr>
              <a:t>Transform Data into Log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37" name="TextBox 36">
            <a:extLst>
              <a:ext uri="{FF2B5EF4-FFF2-40B4-BE49-F238E27FC236}">
                <a16:creationId xmlns:a16="http://schemas.microsoft.com/office/drawing/2014/main" id="{25509902-A980-36F7-8EF6-DB334A9CF87D}"/>
              </a:ext>
            </a:extLst>
          </p:cNvPr>
          <p:cNvSpPr txBox="1"/>
          <p:nvPr/>
        </p:nvSpPr>
        <p:spPr>
          <a:xfrm rot="16200000">
            <a:off x="-57107" y="4757447"/>
            <a:ext cx="2162259"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Population Size</a:t>
            </a:r>
          </a:p>
        </p:txBody>
      </p:sp>
      <p:cxnSp>
        <p:nvCxnSpPr>
          <p:cNvPr id="38" name="Straight Connector 37">
            <a:extLst>
              <a:ext uri="{FF2B5EF4-FFF2-40B4-BE49-F238E27FC236}">
                <a16:creationId xmlns:a16="http://schemas.microsoft.com/office/drawing/2014/main" id="{72476E9E-2D9C-2A9C-499F-6E380120C8B4}"/>
              </a:ext>
            </a:extLst>
          </p:cNvPr>
          <p:cNvCxnSpPr>
            <a:cxnSpLocks/>
          </p:cNvCxnSpPr>
          <p:nvPr/>
        </p:nvCxnSpPr>
        <p:spPr>
          <a:xfrm>
            <a:off x="1308959" y="3994088"/>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56920AC-3A8F-7552-48DE-A5F5BB9C273D}"/>
              </a:ext>
            </a:extLst>
          </p:cNvPr>
          <p:cNvCxnSpPr>
            <a:cxnSpLocks/>
          </p:cNvCxnSpPr>
          <p:nvPr/>
        </p:nvCxnSpPr>
        <p:spPr>
          <a:xfrm flipH="1">
            <a:off x="1296682" y="6242894"/>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E30BDE68-30E8-28DC-41B1-F704B621F31F}"/>
              </a:ext>
            </a:extLst>
          </p:cNvPr>
          <p:cNvSpPr txBox="1"/>
          <p:nvPr/>
        </p:nvSpPr>
        <p:spPr>
          <a:xfrm>
            <a:off x="2435139" y="6258801"/>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p:sp>
        <p:nvSpPr>
          <p:cNvPr id="70" name="Freeform 69">
            <a:extLst>
              <a:ext uri="{FF2B5EF4-FFF2-40B4-BE49-F238E27FC236}">
                <a16:creationId xmlns:a16="http://schemas.microsoft.com/office/drawing/2014/main" id="{F3DFC267-55E5-DF39-4317-CB80FDCAAC07}"/>
              </a:ext>
            </a:extLst>
          </p:cNvPr>
          <p:cNvSpPr/>
          <p:nvPr/>
        </p:nvSpPr>
        <p:spPr>
          <a:xfrm>
            <a:off x="1569470" y="4257427"/>
            <a:ext cx="2763038" cy="1665718"/>
          </a:xfrm>
          <a:custGeom>
            <a:avLst/>
            <a:gdLst>
              <a:gd name="connsiteX0" fmla="*/ 0 w 1111250"/>
              <a:gd name="connsiteY0" fmla="*/ 669925 h 669925"/>
              <a:gd name="connsiteX1" fmla="*/ 571500 w 1111250"/>
              <a:gd name="connsiteY1" fmla="*/ 501650 h 669925"/>
              <a:gd name="connsiteX2" fmla="*/ 1111250 w 1111250"/>
              <a:gd name="connsiteY2" fmla="*/ 0 h 669925"/>
            </a:gdLst>
            <a:ahLst/>
            <a:cxnLst>
              <a:cxn ang="0">
                <a:pos x="connsiteX0" y="connsiteY0"/>
              </a:cxn>
              <a:cxn ang="0">
                <a:pos x="connsiteX1" y="connsiteY1"/>
              </a:cxn>
              <a:cxn ang="0">
                <a:pos x="connsiteX2" y="connsiteY2"/>
              </a:cxn>
            </a:cxnLst>
            <a:rect l="l" t="t" r="r" b="b"/>
            <a:pathLst>
              <a:path w="1111250" h="669925">
                <a:moveTo>
                  <a:pt x="0" y="669925"/>
                </a:moveTo>
                <a:cubicBezTo>
                  <a:pt x="193146" y="641614"/>
                  <a:pt x="386292" y="613304"/>
                  <a:pt x="571500" y="501650"/>
                </a:cubicBezTo>
                <a:cubicBezTo>
                  <a:pt x="756708" y="389996"/>
                  <a:pt x="933979" y="194998"/>
                  <a:pt x="1111250" y="0"/>
                </a:cubicBezTo>
              </a:path>
            </a:pathLst>
          </a:custGeom>
          <a:noFill/>
          <a:ln w="19050">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Tree>
    <p:extLst>
      <p:ext uri="{BB962C8B-B14F-4D97-AF65-F5344CB8AC3E}">
        <p14:creationId xmlns:p14="http://schemas.microsoft.com/office/powerpoint/2010/main" val="3376854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D71F7-6CDA-EE9C-0BAD-04FDAFA6ABE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10478B4-54CD-D075-0325-92914DBF547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C8C5AB7B-F3D4-670F-D940-477FA683096F}"/>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83DBC38C-D758-FA5A-2DD2-741F568BF505}"/>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Poisson Models </a:t>
            </a:r>
            <a:r>
              <a:rPr lang="en-US" sz="2000" dirty="0">
                <a:solidFill>
                  <a:schemeClr val="accent6">
                    <a:lumMod val="50000"/>
                  </a:schemeClr>
                </a:solidFill>
                <a:latin typeface="Avenir Book" panose="02000503020000020003" pitchFamily="2" charset="0"/>
              </a:rPr>
              <a:t>Transform Data into Log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37" name="TextBox 36">
            <a:extLst>
              <a:ext uri="{FF2B5EF4-FFF2-40B4-BE49-F238E27FC236}">
                <a16:creationId xmlns:a16="http://schemas.microsoft.com/office/drawing/2014/main" id="{90596B3C-EABB-621F-278A-E0E132414639}"/>
              </a:ext>
            </a:extLst>
          </p:cNvPr>
          <p:cNvSpPr txBox="1"/>
          <p:nvPr/>
        </p:nvSpPr>
        <p:spPr>
          <a:xfrm rot="16200000">
            <a:off x="-57107" y="4757447"/>
            <a:ext cx="2162259"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Population Size</a:t>
            </a:r>
          </a:p>
        </p:txBody>
      </p:sp>
      <p:cxnSp>
        <p:nvCxnSpPr>
          <p:cNvPr id="38" name="Straight Connector 37">
            <a:extLst>
              <a:ext uri="{FF2B5EF4-FFF2-40B4-BE49-F238E27FC236}">
                <a16:creationId xmlns:a16="http://schemas.microsoft.com/office/drawing/2014/main" id="{BB71EFB5-90A6-370A-99D2-0D269FAF3104}"/>
              </a:ext>
            </a:extLst>
          </p:cNvPr>
          <p:cNvCxnSpPr>
            <a:cxnSpLocks/>
          </p:cNvCxnSpPr>
          <p:nvPr/>
        </p:nvCxnSpPr>
        <p:spPr>
          <a:xfrm>
            <a:off x="1308959" y="3994088"/>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DB87059-CBA6-2D63-73B6-2EFC07C3C7F2}"/>
              </a:ext>
            </a:extLst>
          </p:cNvPr>
          <p:cNvCxnSpPr>
            <a:cxnSpLocks/>
          </p:cNvCxnSpPr>
          <p:nvPr/>
        </p:nvCxnSpPr>
        <p:spPr>
          <a:xfrm flipH="1">
            <a:off x="1296682" y="6242894"/>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88EBBA54-4199-D05E-37EF-E0972B0F7C55}"/>
              </a:ext>
            </a:extLst>
          </p:cNvPr>
          <p:cNvSpPr txBox="1"/>
          <p:nvPr/>
        </p:nvSpPr>
        <p:spPr>
          <a:xfrm>
            <a:off x="2435139" y="6258801"/>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p:sp>
        <p:nvSpPr>
          <p:cNvPr id="70" name="Freeform 69">
            <a:extLst>
              <a:ext uri="{FF2B5EF4-FFF2-40B4-BE49-F238E27FC236}">
                <a16:creationId xmlns:a16="http://schemas.microsoft.com/office/drawing/2014/main" id="{46E8223A-3543-D9CA-CE3E-D324015D2140}"/>
              </a:ext>
            </a:extLst>
          </p:cNvPr>
          <p:cNvSpPr/>
          <p:nvPr/>
        </p:nvSpPr>
        <p:spPr>
          <a:xfrm>
            <a:off x="1569470" y="4257427"/>
            <a:ext cx="2763038" cy="1665718"/>
          </a:xfrm>
          <a:custGeom>
            <a:avLst/>
            <a:gdLst>
              <a:gd name="connsiteX0" fmla="*/ 0 w 1111250"/>
              <a:gd name="connsiteY0" fmla="*/ 669925 h 669925"/>
              <a:gd name="connsiteX1" fmla="*/ 571500 w 1111250"/>
              <a:gd name="connsiteY1" fmla="*/ 501650 h 669925"/>
              <a:gd name="connsiteX2" fmla="*/ 1111250 w 1111250"/>
              <a:gd name="connsiteY2" fmla="*/ 0 h 669925"/>
            </a:gdLst>
            <a:ahLst/>
            <a:cxnLst>
              <a:cxn ang="0">
                <a:pos x="connsiteX0" y="connsiteY0"/>
              </a:cxn>
              <a:cxn ang="0">
                <a:pos x="connsiteX1" y="connsiteY1"/>
              </a:cxn>
              <a:cxn ang="0">
                <a:pos x="connsiteX2" y="connsiteY2"/>
              </a:cxn>
            </a:cxnLst>
            <a:rect l="l" t="t" r="r" b="b"/>
            <a:pathLst>
              <a:path w="1111250" h="669925">
                <a:moveTo>
                  <a:pt x="0" y="669925"/>
                </a:moveTo>
                <a:cubicBezTo>
                  <a:pt x="193146" y="641614"/>
                  <a:pt x="386292" y="613304"/>
                  <a:pt x="571500" y="501650"/>
                </a:cubicBezTo>
                <a:cubicBezTo>
                  <a:pt x="756708" y="389996"/>
                  <a:pt x="933979" y="194998"/>
                  <a:pt x="1111250" y="0"/>
                </a:cubicBezTo>
              </a:path>
            </a:pathLst>
          </a:custGeom>
          <a:noFill/>
          <a:ln w="19050">
            <a:solidFill>
              <a:srgbClr val="709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72" name="TextBox 71">
            <a:extLst>
              <a:ext uri="{FF2B5EF4-FFF2-40B4-BE49-F238E27FC236}">
                <a16:creationId xmlns:a16="http://schemas.microsoft.com/office/drawing/2014/main" id="{05618860-135A-B58C-FA5F-4BABC05B686F}"/>
              </a:ext>
            </a:extLst>
          </p:cNvPr>
          <p:cNvSpPr txBox="1"/>
          <p:nvPr/>
        </p:nvSpPr>
        <p:spPr>
          <a:xfrm rot="16200000">
            <a:off x="5384076" y="4375345"/>
            <a:ext cx="260562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Log (Population Size)</a:t>
            </a:r>
          </a:p>
        </p:txBody>
      </p:sp>
      <p:cxnSp>
        <p:nvCxnSpPr>
          <p:cNvPr id="73" name="Straight Connector 72">
            <a:extLst>
              <a:ext uri="{FF2B5EF4-FFF2-40B4-BE49-F238E27FC236}">
                <a16:creationId xmlns:a16="http://schemas.microsoft.com/office/drawing/2014/main" id="{A3AB6654-9097-D968-1ABC-3E32F6F3858F}"/>
              </a:ext>
            </a:extLst>
          </p:cNvPr>
          <p:cNvCxnSpPr>
            <a:cxnSpLocks/>
          </p:cNvCxnSpPr>
          <p:nvPr/>
        </p:nvCxnSpPr>
        <p:spPr>
          <a:xfrm>
            <a:off x="6971823" y="3833667"/>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C4FBAFB8-4E9D-61A6-6187-12A99D64F4E3}"/>
              </a:ext>
            </a:extLst>
          </p:cNvPr>
          <p:cNvCxnSpPr>
            <a:cxnSpLocks/>
          </p:cNvCxnSpPr>
          <p:nvPr/>
        </p:nvCxnSpPr>
        <p:spPr>
          <a:xfrm flipH="1">
            <a:off x="6959546" y="6082473"/>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50910493-77C3-0C43-5B46-3C1D7081F9B6}"/>
              </a:ext>
            </a:extLst>
          </p:cNvPr>
          <p:cNvSpPr txBox="1"/>
          <p:nvPr/>
        </p:nvSpPr>
        <p:spPr>
          <a:xfrm>
            <a:off x="8098003" y="6098380"/>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Temperature</a:t>
            </a:r>
          </a:p>
        </p:txBody>
      </p:sp>
      <p:cxnSp>
        <p:nvCxnSpPr>
          <p:cNvPr id="78" name="Straight Connector 77">
            <a:extLst>
              <a:ext uri="{FF2B5EF4-FFF2-40B4-BE49-F238E27FC236}">
                <a16:creationId xmlns:a16="http://schemas.microsoft.com/office/drawing/2014/main" id="{00CD7379-2450-3102-2CAE-9412A46C4474}"/>
              </a:ext>
            </a:extLst>
          </p:cNvPr>
          <p:cNvCxnSpPr>
            <a:cxnSpLocks/>
          </p:cNvCxnSpPr>
          <p:nvPr/>
        </p:nvCxnSpPr>
        <p:spPr>
          <a:xfrm flipV="1">
            <a:off x="7448903" y="4114801"/>
            <a:ext cx="2729813" cy="172011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7122161-E481-6C1B-F1C8-34C0AABABBDE}"/>
              </a:ext>
            </a:extLst>
          </p:cNvPr>
          <p:cNvSpPr txBox="1"/>
          <p:nvPr/>
        </p:nvSpPr>
        <p:spPr>
          <a:xfrm>
            <a:off x="8952404" y="-266058"/>
            <a:ext cx="3239596" cy="1708160"/>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1500" b="1" dirty="0">
                <a:solidFill>
                  <a:schemeClr val="accent6">
                    <a:lumMod val="50000"/>
                  </a:schemeClr>
                </a:solidFill>
                <a:latin typeface="Avenir Book" panose="02000503020000020003" pitchFamily="2" charset="0"/>
              </a:rPr>
              <a:t>They do more to get the variance behaving as well, that’s a deep dive for you if you’re a keen bean</a:t>
            </a:r>
            <a:endParaRPr lang="en-US" sz="15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628871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E5E4D-4C10-0FCB-E0DE-4AF7EDFF378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EC7A188-D315-C1BB-C111-17BADB8D305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6482E4C9-C703-88A6-D98D-F41BC9C67578}"/>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90E61D1B-DB14-49A3-59C4-CD2B6B51456F}"/>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Binomial Models </a:t>
            </a:r>
            <a:r>
              <a:rPr lang="en-US" sz="2000" dirty="0">
                <a:solidFill>
                  <a:schemeClr val="accent6">
                    <a:lumMod val="50000"/>
                  </a:schemeClr>
                </a:solidFill>
                <a:latin typeface="Avenir Book" panose="02000503020000020003" pitchFamily="2" charset="0"/>
              </a:rPr>
              <a:t>Transform Data into Logit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115347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DF2C-5CE2-9C26-5C40-A0241BF9B61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9D06082-11A1-E5B8-79FD-CD18B6B7DB3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14D2C4BF-C11F-3FEF-C773-A56FEAC6F455}"/>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C144AE64-75B3-555F-A2FE-4EE0ACE3955C}"/>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Binomial Models </a:t>
            </a:r>
            <a:r>
              <a:rPr lang="en-US" sz="2000" dirty="0">
                <a:solidFill>
                  <a:schemeClr val="accent6">
                    <a:lumMod val="50000"/>
                  </a:schemeClr>
                </a:solidFill>
                <a:latin typeface="Avenir Book" panose="02000503020000020003" pitchFamily="2" charset="0"/>
              </a:rPr>
              <a:t>Transform Data into Logit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37" name="TextBox 36">
            <a:extLst>
              <a:ext uri="{FF2B5EF4-FFF2-40B4-BE49-F238E27FC236}">
                <a16:creationId xmlns:a16="http://schemas.microsoft.com/office/drawing/2014/main" id="{73FF7BE1-7718-FB0B-7A9B-7F5C501BAC4C}"/>
              </a:ext>
            </a:extLst>
          </p:cNvPr>
          <p:cNvSpPr txBox="1"/>
          <p:nvPr/>
        </p:nvSpPr>
        <p:spPr>
          <a:xfrm rot="16200000">
            <a:off x="-539471" y="4900726"/>
            <a:ext cx="2934485"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Likelihood of Passing Exam</a:t>
            </a:r>
          </a:p>
        </p:txBody>
      </p:sp>
      <p:cxnSp>
        <p:nvCxnSpPr>
          <p:cNvPr id="38" name="Straight Connector 37">
            <a:extLst>
              <a:ext uri="{FF2B5EF4-FFF2-40B4-BE49-F238E27FC236}">
                <a16:creationId xmlns:a16="http://schemas.microsoft.com/office/drawing/2014/main" id="{CB13ACA9-44E2-466C-25CF-5800F177C333}"/>
              </a:ext>
            </a:extLst>
          </p:cNvPr>
          <p:cNvCxnSpPr>
            <a:cxnSpLocks/>
          </p:cNvCxnSpPr>
          <p:nvPr/>
        </p:nvCxnSpPr>
        <p:spPr>
          <a:xfrm>
            <a:off x="1308959" y="3994088"/>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691B178-92BD-3403-8304-FE0F7CEA0A9B}"/>
              </a:ext>
            </a:extLst>
          </p:cNvPr>
          <p:cNvCxnSpPr>
            <a:cxnSpLocks/>
          </p:cNvCxnSpPr>
          <p:nvPr/>
        </p:nvCxnSpPr>
        <p:spPr>
          <a:xfrm flipH="1">
            <a:off x="1296682" y="6242894"/>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B7496FFB-434A-9B1E-B3B6-C6561B279A27}"/>
              </a:ext>
            </a:extLst>
          </p:cNvPr>
          <p:cNvSpPr txBox="1"/>
          <p:nvPr/>
        </p:nvSpPr>
        <p:spPr>
          <a:xfrm>
            <a:off x="2435139" y="6258801"/>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3" name="Freeform 2">
            <a:extLst>
              <a:ext uri="{FF2B5EF4-FFF2-40B4-BE49-F238E27FC236}">
                <a16:creationId xmlns:a16="http://schemas.microsoft.com/office/drawing/2014/main" id="{8F19E914-E649-3F86-E5D7-5E597E28B73C}"/>
              </a:ext>
            </a:extLst>
          </p:cNvPr>
          <p:cNvSpPr/>
          <p:nvPr/>
        </p:nvSpPr>
        <p:spPr>
          <a:xfrm>
            <a:off x="1478664" y="4114800"/>
            <a:ext cx="3309905" cy="1971751"/>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w="19050">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58006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8C2EC-3A40-AA64-962E-83EE6C4D7BE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CC878A0-4452-FED4-9174-2D0F8C5595B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Data Transformations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C3D9BEF-B437-3185-71CB-A73A6698B49B}"/>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What do I mean by transformation?</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
        <p:nvSpPr>
          <p:cNvPr id="4" name="TextBox 3">
            <a:extLst>
              <a:ext uri="{FF2B5EF4-FFF2-40B4-BE49-F238E27FC236}">
                <a16:creationId xmlns:a16="http://schemas.microsoft.com/office/drawing/2014/main" id="{9F39B5C9-633E-415F-DEB9-D8C5572C2B4E}"/>
              </a:ext>
            </a:extLst>
          </p:cNvPr>
          <p:cNvSpPr txBox="1"/>
          <p:nvPr/>
        </p:nvSpPr>
        <p:spPr>
          <a:xfrm>
            <a:off x="2214720" y="2372868"/>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Binomial Models </a:t>
            </a:r>
            <a:r>
              <a:rPr lang="en-US" sz="2000" dirty="0">
                <a:solidFill>
                  <a:schemeClr val="accent6">
                    <a:lumMod val="50000"/>
                  </a:schemeClr>
                </a:solidFill>
                <a:latin typeface="Avenir Book" panose="02000503020000020003" pitchFamily="2" charset="0"/>
              </a:rPr>
              <a:t>Transform Data into Logit Space</a:t>
            </a: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37" name="TextBox 36">
            <a:extLst>
              <a:ext uri="{FF2B5EF4-FFF2-40B4-BE49-F238E27FC236}">
                <a16:creationId xmlns:a16="http://schemas.microsoft.com/office/drawing/2014/main" id="{119ADFD5-5EA2-E29A-2B19-125A7D5CA2CF}"/>
              </a:ext>
            </a:extLst>
          </p:cNvPr>
          <p:cNvSpPr txBox="1"/>
          <p:nvPr/>
        </p:nvSpPr>
        <p:spPr>
          <a:xfrm rot="16200000">
            <a:off x="-539471" y="4900726"/>
            <a:ext cx="2934485"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Likelihood of Passing Exam</a:t>
            </a:r>
          </a:p>
        </p:txBody>
      </p:sp>
      <p:cxnSp>
        <p:nvCxnSpPr>
          <p:cNvPr id="38" name="Straight Connector 37">
            <a:extLst>
              <a:ext uri="{FF2B5EF4-FFF2-40B4-BE49-F238E27FC236}">
                <a16:creationId xmlns:a16="http://schemas.microsoft.com/office/drawing/2014/main" id="{28AED3EC-7E6B-8498-B07E-C878FF178731}"/>
              </a:ext>
            </a:extLst>
          </p:cNvPr>
          <p:cNvCxnSpPr>
            <a:cxnSpLocks/>
          </p:cNvCxnSpPr>
          <p:nvPr/>
        </p:nvCxnSpPr>
        <p:spPr>
          <a:xfrm>
            <a:off x="1308959" y="3994088"/>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92207F2-0971-D5DB-9132-36A3CA86EB7E}"/>
              </a:ext>
            </a:extLst>
          </p:cNvPr>
          <p:cNvCxnSpPr>
            <a:cxnSpLocks/>
          </p:cNvCxnSpPr>
          <p:nvPr/>
        </p:nvCxnSpPr>
        <p:spPr>
          <a:xfrm flipH="1">
            <a:off x="1296682" y="6242894"/>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CB8C59F7-4D88-69DB-489D-26A4A4CA5AC6}"/>
              </a:ext>
            </a:extLst>
          </p:cNvPr>
          <p:cNvSpPr txBox="1"/>
          <p:nvPr/>
        </p:nvSpPr>
        <p:spPr>
          <a:xfrm>
            <a:off x="2435139" y="6258801"/>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sp>
        <p:nvSpPr>
          <p:cNvPr id="72" name="TextBox 71">
            <a:extLst>
              <a:ext uri="{FF2B5EF4-FFF2-40B4-BE49-F238E27FC236}">
                <a16:creationId xmlns:a16="http://schemas.microsoft.com/office/drawing/2014/main" id="{BEE5D660-0C6F-21D1-8692-9BEDCF0C302D}"/>
              </a:ext>
            </a:extLst>
          </p:cNvPr>
          <p:cNvSpPr txBox="1"/>
          <p:nvPr/>
        </p:nvSpPr>
        <p:spPr>
          <a:xfrm rot="16200000">
            <a:off x="5002466" y="4781019"/>
            <a:ext cx="3224464"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Logit (Likelihood of Passing)</a:t>
            </a:r>
          </a:p>
        </p:txBody>
      </p:sp>
      <p:cxnSp>
        <p:nvCxnSpPr>
          <p:cNvPr id="73" name="Straight Connector 72">
            <a:extLst>
              <a:ext uri="{FF2B5EF4-FFF2-40B4-BE49-F238E27FC236}">
                <a16:creationId xmlns:a16="http://schemas.microsoft.com/office/drawing/2014/main" id="{EDAC77B2-E911-F973-ECE1-276035E33113}"/>
              </a:ext>
            </a:extLst>
          </p:cNvPr>
          <p:cNvCxnSpPr>
            <a:cxnSpLocks/>
          </p:cNvCxnSpPr>
          <p:nvPr/>
        </p:nvCxnSpPr>
        <p:spPr>
          <a:xfrm>
            <a:off x="6971823" y="3833667"/>
            <a:ext cx="0" cy="2261264"/>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96A576DA-DAA8-E220-3775-46563FAC2547}"/>
              </a:ext>
            </a:extLst>
          </p:cNvPr>
          <p:cNvCxnSpPr>
            <a:cxnSpLocks/>
          </p:cNvCxnSpPr>
          <p:nvPr/>
        </p:nvCxnSpPr>
        <p:spPr>
          <a:xfrm flipH="1">
            <a:off x="6959546" y="6082473"/>
            <a:ext cx="3567128" cy="0"/>
          </a:xfrm>
          <a:prstGeom prst="line">
            <a:avLst/>
          </a:prstGeom>
          <a:ln w="19050">
            <a:solidFill>
              <a:srgbClr val="709A78"/>
            </a:solidFill>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309F1CCA-662C-8C66-F85E-5811AD3CAC4B}"/>
              </a:ext>
            </a:extLst>
          </p:cNvPr>
          <p:cNvSpPr txBox="1"/>
          <p:nvPr/>
        </p:nvSpPr>
        <p:spPr>
          <a:xfrm>
            <a:off x="8098003" y="6098380"/>
            <a:ext cx="3106142" cy="400110"/>
          </a:xfrm>
          <a:prstGeom prst="rect">
            <a:avLst/>
          </a:prstGeom>
          <a:noFill/>
          <a:ln w="19050">
            <a:noFill/>
          </a:ln>
        </p:spPr>
        <p:txBody>
          <a:bodyPr wrap="square" rtlCol="0">
            <a:spAutoFit/>
          </a:bodyPr>
          <a:lstStyle/>
          <a:p>
            <a:r>
              <a:rPr lang="en-GB" sz="2000" dirty="0">
                <a:solidFill>
                  <a:schemeClr val="tx1">
                    <a:lumMod val="50000"/>
                    <a:lumOff val="50000"/>
                  </a:schemeClr>
                </a:solidFill>
                <a:latin typeface="Gill Sans Light" panose="020B0302020104020203" pitchFamily="34" charset="-79"/>
                <a:cs typeface="Gill Sans Light" panose="020B0302020104020203" pitchFamily="34" charset="-79"/>
              </a:rPr>
              <a:t>Hours of Study</a:t>
            </a:r>
          </a:p>
        </p:txBody>
      </p:sp>
      <p:cxnSp>
        <p:nvCxnSpPr>
          <p:cNvPr id="78" name="Straight Connector 77">
            <a:extLst>
              <a:ext uri="{FF2B5EF4-FFF2-40B4-BE49-F238E27FC236}">
                <a16:creationId xmlns:a16="http://schemas.microsoft.com/office/drawing/2014/main" id="{1BDCCE5E-982A-976C-C29D-DD0B760CB341}"/>
              </a:ext>
            </a:extLst>
          </p:cNvPr>
          <p:cNvCxnSpPr>
            <a:cxnSpLocks/>
          </p:cNvCxnSpPr>
          <p:nvPr/>
        </p:nvCxnSpPr>
        <p:spPr>
          <a:xfrm flipV="1">
            <a:off x="7448903" y="4114801"/>
            <a:ext cx="2729813" cy="172011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EA6C0809-A741-00DD-215A-33E2F1F7899E}"/>
              </a:ext>
            </a:extLst>
          </p:cNvPr>
          <p:cNvSpPr/>
          <p:nvPr/>
        </p:nvSpPr>
        <p:spPr>
          <a:xfrm>
            <a:off x="1478664" y="4114800"/>
            <a:ext cx="3309905" cy="1971751"/>
          </a:xfrm>
          <a:custGeom>
            <a:avLst/>
            <a:gdLst>
              <a:gd name="connsiteX0" fmla="*/ 0 w 4982817"/>
              <a:gd name="connsiteY0" fmla="*/ 2750413 h 2761086"/>
              <a:gd name="connsiteX1" fmla="*/ 225287 w 4982817"/>
              <a:gd name="connsiteY1" fmla="*/ 2723909 h 2761086"/>
              <a:gd name="connsiteX2" fmla="*/ 1046922 w 4982817"/>
              <a:gd name="connsiteY2" fmla="*/ 2445613 h 2761086"/>
              <a:gd name="connsiteX3" fmla="*/ 3021496 w 4982817"/>
              <a:gd name="connsiteY3" fmla="*/ 378274 h 2761086"/>
              <a:gd name="connsiteX4" fmla="*/ 4982817 w 4982817"/>
              <a:gd name="connsiteY4" fmla="*/ 7213 h 2761086"/>
              <a:gd name="connsiteX0" fmla="*/ 0 w 4982817"/>
              <a:gd name="connsiteY0" fmla="*/ 2750413 h 2750413"/>
              <a:gd name="connsiteX1" fmla="*/ 1046922 w 4982817"/>
              <a:gd name="connsiteY1" fmla="*/ 2445613 h 2750413"/>
              <a:gd name="connsiteX2" fmla="*/ 3021496 w 4982817"/>
              <a:gd name="connsiteY2" fmla="*/ 378274 h 2750413"/>
              <a:gd name="connsiteX3" fmla="*/ 4982817 w 4982817"/>
              <a:gd name="connsiteY3" fmla="*/ 7213 h 2750413"/>
              <a:gd name="connsiteX0" fmla="*/ 0 w 4982817"/>
              <a:gd name="connsiteY0" fmla="*/ 2750413 h 2750413"/>
              <a:gd name="connsiteX1" fmla="*/ 1563757 w 4982817"/>
              <a:gd name="connsiteY1" fmla="*/ 2220326 h 2750413"/>
              <a:gd name="connsiteX2" fmla="*/ 3021496 w 4982817"/>
              <a:gd name="connsiteY2" fmla="*/ 378274 h 2750413"/>
              <a:gd name="connsiteX3" fmla="*/ 4982817 w 4982817"/>
              <a:gd name="connsiteY3" fmla="*/ 7213 h 2750413"/>
              <a:gd name="connsiteX0" fmla="*/ 0 w 4982817"/>
              <a:gd name="connsiteY0" fmla="*/ 2750413 h 2753720"/>
              <a:gd name="connsiteX1" fmla="*/ 1563757 w 4982817"/>
              <a:gd name="connsiteY1" fmla="*/ 2220326 h 2753720"/>
              <a:gd name="connsiteX2" fmla="*/ 3021496 w 4982817"/>
              <a:gd name="connsiteY2" fmla="*/ 378274 h 2753720"/>
              <a:gd name="connsiteX3" fmla="*/ 4982817 w 4982817"/>
              <a:gd name="connsiteY3" fmla="*/ 7213 h 2753720"/>
              <a:gd name="connsiteX0" fmla="*/ 0 w 4982817"/>
              <a:gd name="connsiteY0" fmla="*/ 2750413 h 2753047"/>
              <a:gd name="connsiteX1" fmla="*/ 1563757 w 4982817"/>
              <a:gd name="connsiteY1" fmla="*/ 2220326 h 2753047"/>
              <a:gd name="connsiteX2" fmla="*/ 3021496 w 4982817"/>
              <a:gd name="connsiteY2" fmla="*/ 378274 h 2753047"/>
              <a:gd name="connsiteX3" fmla="*/ 4982817 w 4982817"/>
              <a:gd name="connsiteY3" fmla="*/ 7213 h 2753047"/>
              <a:gd name="connsiteX0" fmla="*/ 0 w 4982817"/>
              <a:gd name="connsiteY0" fmla="*/ 2750413 h 2751754"/>
              <a:gd name="connsiteX1" fmla="*/ 1736035 w 4982817"/>
              <a:gd name="connsiteY1" fmla="*/ 1981787 h 2751754"/>
              <a:gd name="connsiteX2" fmla="*/ 3021496 w 4982817"/>
              <a:gd name="connsiteY2" fmla="*/ 378274 h 2751754"/>
              <a:gd name="connsiteX3" fmla="*/ 4982817 w 4982817"/>
              <a:gd name="connsiteY3" fmla="*/ 7213 h 2751754"/>
              <a:gd name="connsiteX0" fmla="*/ 0 w 4982817"/>
              <a:gd name="connsiteY0" fmla="*/ 2750413 h 2752476"/>
              <a:gd name="connsiteX1" fmla="*/ 1736035 w 4982817"/>
              <a:gd name="connsiteY1" fmla="*/ 1981787 h 2752476"/>
              <a:gd name="connsiteX2" fmla="*/ 3021496 w 4982817"/>
              <a:gd name="connsiteY2" fmla="*/ 378274 h 2752476"/>
              <a:gd name="connsiteX3" fmla="*/ 4982817 w 4982817"/>
              <a:gd name="connsiteY3" fmla="*/ 7213 h 2752476"/>
              <a:gd name="connsiteX0" fmla="*/ 0 w 4982817"/>
              <a:gd name="connsiteY0" fmla="*/ 2747451 h 2749514"/>
              <a:gd name="connsiteX1" fmla="*/ 1736035 w 4982817"/>
              <a:gd name="connsiteY1" fmla="*/ 1978825 h 2749514"/>
              <a:gd name="connsiteX2" fmla="*/ 3021496 w 4982817"/>
              <a:gd name="connsiteY2" fmla="*/ 375312 h 2749514"/>
              <a:gd name="connsiteX3" fmla="*/ 4982817 w 4982817"/>
              <a:gd name="connsiteY3" fmla="*/ 4251 h 2749514"/>
              <a:gd name="connsiteX0" fmla="*/ 0 w 4982817"/>
              <a:gd name="connsiteY0" fmla="*/ 2756790 h 2758853"/>
              <a:gd name="connsiteX1" fmla="*/ 1736035 w 4982817"/>
              <a:gd name="connsiteY1" fmla="*/ 1988164 h 2758853"/>
              <a:gd name="connsiteX2" fmla="*/ 3021496 w 4982817"/>
              <a:gd name="connsiteY2" fmla="*/ 384651 h 2758853"/>
              <a:gd name="connsiteX3" fmla="*/ 4982817 w 4982817"/>
              <a:gd name="connsiteY3" fmla="*/ 13590 h 2758853"/>
            </a:gdLst>
            <a:ahLst/>
            <a:cxnLst>
              <a:cxn ang="0">
                <a:pos x="connsiteX0" y="connsiteY0"/>
              </a:cxn>
              <a:cxn ang="0">
                <a:pos x="connsiteX1" y="connsiteY1"/>
              </a:cxn>
              <a:cxn ang="0">
                <a:pos x="connsiteX2" y="connsiteY2"/>
              </a:cxn>
              <a:cxn ang="0">
                <a:pos x="connsiteX3" y="connsiteY3"/>
              </a:cxn>
            </a:cxnLst>
            <a:rect l="l" t="t" r="r" b="b"/>
            <a:pathLst>
              <a:path w="4982817" h="2758853">
                <a:moveTo>
                  <a:pt x="0" y="2756790"/>
                </a:moveTo>
                <a:cubicBezTo>
                  <a:pt x="1172266" y="2786056"/>
                  <a:pt x="1219200" y="2502790"/>
                  <a:pt x="1736035" y="1988164"/>
                </a:cubicBezTo>
                <a:cubicBezTo>
                  <a:pt x="2252870" y="1473538"/>
                  <a:pt x="2365514" y="791051"/>
                  <a:pt x="3021496" y="384651"/>
                </a:cubicBezTo>
                <a:cubicBezTo>
                  <a:pt x="3809999" y="18008"/>
                  <a:pt x="4078356" y="-30584"/>
                  <a:pt x="4982817" y="13590"/>
                </a:cubicBezTo>
              </a:path>
            </a:pathLst>
          </a:custGeom>
          <a:noFill/>
          <a:ln w="19050">
            <a:solidFill>
              <a:srgbClr val="5482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EB81A1BC-6C86-8E3A-5D0E-9E9A79DCF7AD}"/>
              </a:ext>
            </a:extLst>
          </p:cNvPr>
          <p:cNvSpPr txBox="1"/>
          <p:nvPr/>
        </p:nvSpPr>
        <p:spPr>
          <a:xfrm>
            <a:off x="8952404" y="-266058"/>
            <a:ext cx="3239596" cy="1708160"/>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1500" b="1" dirty="0">
                <a:solidFill>
                  <a:schemeClr val="accent6">
                    <a:lumMod val="50000"/>
                  </a:schemeClr>
                </a:solidFill>
                <a:latin typeface="Avenir Book" panose="02000503020000020003" pitchFamily="2" charset="0"/>
              </a:rPr>
              <a:t>They do more to get the variance behaving as well, that’s a deep dive for you if you’re a keen bean</a:t>
            </a:r>
            <a:endParaRPr lang="en-US" sz="15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4043881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C8A4-215B-FA8F-C8F9-E38DFA20340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253879B-2DA4-C07F-B149-F9BB3B97F69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There are more!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1D003D2-ED76-2DD4-EB62-D72DF93675FF}"/>
              </a:ext>
            </a:extLst>
          </p:cNvPr>
          <p:cNvSpPr txBox="1"/>
          <p:nvPr/>
        </p:nvSpPr>
        <p:spPr>
          <a:xfrm>
            <a:off x="742216" y="1753685"/>
            <a:ext cx="11291362" cy="378565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 common one is the ‘</a:t>
            </a:r>
            <a:r>
              <a:rPr lang="en-US" sz="3000" b="1" dirty="0">
                <a:solidFill>
                  <a:schemeClr val="accent6">
                    <a:lumMod val="50000"/>
                  </a:schemeClr>
                </a:solidFill>
                <a:latin typeface="Avenir Book" panose="02000503020000020003" pitchFamily="2" charset="0"/>
              </a:rPr>
              <a:t>beta</a:t>
            </a:r>
            <a:r>
              <a:rPr lang="en-US" sz="3000" dirty="0">
                <a:solidFill>
                  <a:schemeClr val="accent6">
                    <a:lumMod val="50000"/>
                  </a:schemeClr>
                </a:solidFill>
                <a:latin typeface="Avenir Book" panose="02000503020000020003" pitchFamily="2" charset="0"/>
              </a:rPr>
              <a:t>’ distribution for proportion data</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Or the ‘</a:t>
            </a:r>
            <a:r>
              <a:rPr lang="en-US" sz="3000" b="1" dirty="0">
                <a:solidFill>
                  <a:schemeClr val="accent6">
                    <a:lumMod val="50000"/>
                  </a:schemeClr>
                </a:solidFill>
                <a:latin typeface="Avenir Book" panose="02000503020000020003" pitchFamily="2" charset="0"/>
              </a:rPr>
              <a:t>negative binomial</a:t>
            </a:r>
            <a:r>
              <a:rPr lang="en-US" sz="3000" dirty="0">
                <a:solidFill>
                  <a:schemeClr val="accent6">
                    <a:lumMod val="50000"/>
                  </a:schemeClr>
                </a:solidFill>
                <a:latin typeface="Avenir Book" panose="02000503020000020003" pitchFamily="2" charset="0"/>
              </a:rPr>
              <a:t>’ distribution for count data where you have really high variance</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4263493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25925-BC2F-0990-EBBA-93C5DF42CCF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F0E817D-8776-35CC-AA7F-0067E430843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Coding GLMs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7B833BE3-1C87-BB6B-4855-6B81F144DCE9}"/>
              </a:ext>
            </a:extLst>
          </p:cNvPr>
          <p:cNvSpPr txBox="1"/>
          <p:nvPr/>
        </p:nvSpPr>
        <p:spPr>
          <a:xfrm>
            <a:off x="742216" y="1753685"/>
            <a:ext cx="11291362" cy="286232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Super simple. There are a number of R packages, we use ‘lme4’.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You do as you would before, with a couple of extras:</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algn="ctr"/>
            <a:r>
              <a:rPr lang="en-US" sz="3000" dirty="0" err="1">
                <a:solidFill>
                  <a:schemeClr val="accent6">
                    <a:lumMod val="50000"/>
                  </a:schemeClr>
                </a:solidFill>
                <a:latin typeface="Avenir Book" panose="02000503020000020003" pitchFamily="2" charset="0"/>
              </a:rPr>
              <a:t>glm</a:t>
            </a:r>
            <a:r>
              <a:rPr lang="en-US" sz="3000" dirty="0">
                <a:solidFill>
                  <a:schemeClr val="accent6">
                    <a:lumMod val="50000"/>
                  </a:schemeClr>
                </a:solidFill>
                <a:latin typeface="Avenir Book" panose="02000503020000020003" pitchFamily="2" charset="0"/>
              </a:rPr>
              <a:t>(Response ~ Predictor, family=“</a:t>
            </a:r>
            <a:r>
              <a:rPr lang="en-US" sz="3000" dirty="0" err="1">
                <a:solidFill>
                  <a:schemeClr val="accent6">
                    <a:lumMod val="50000"/>
                  </a:schemeClr>
                </a:solidFill>
                <a:latin typeface="Avenir Book" panose="02000503020000020003" pitchFamily="2" charset="0"/>
              </a:rPr>
              <a:t>poisson</a:t>
            </a:r>
            <a:r>
              <a:rPr lang="en-US" sz="3000" dirty="0">
                <a:solidFill>
                  <a:schemeClr val="accent6">
                    <a:lumMod val="50000"/>
                  </a:schemeClr>
                </a:solidFill>
                <a:latin typeface="Avenir Book" panose="02000503020000020003" pitchFamily="2" charset="0"/>
              </a:rPr>
              <a:t>”, data=Data)</a:t>
            </a:r>
          </a:p>
        </p:txBody>
      </p:sp>
      <p:sp>
        <p:nvSpPr>
          <p:cNvPr id="4" name="TextBox 3">
            <a:extLst>
              <a:ext uri="{FF2B5EF4-FFF2-40B4-BE49-F238E27FC236}">
                <a16:creationId xmlns:a16="http://schemas.microsoft.com/office/drawing/2014/main" id="{C00487C1-B34F-3F84-CAEF-046EF5DE3CDC}"/>
              </a:ext>
            </a:extLst>
          </p:cNvPr>
          <p:cNvSpPr txBox="1"/>
          <p:nvPr/>
        </p:nvSpPr>
        <p:spPr>
          <a:xfrm>
            <a:off x="1132447" y="5068007"/>
            <a:ext cx="1685704" cy="400110"/>
          </a:xfrm>
          <a:prstGeom prst="rect">
            <a:avLst/>
          </a:prstGeom>
          <a:noFill/>
        </p:spPr>
        <p:txBody>
          <a:bodyPr wrap="square">
            <a:spAutoFit/>
          </a:bodyPr>
          <a:lstStyle/>
          <a:p>
            <a:pPr algn="ctr"/>
            <a:r>
              <a:rPr lang="en-US" sz="2000" dirty="0">
                <a:solidFill>
                  <a:schemeClr val="accent6">
                    <a:lumMod val="50000"/>
                  </a:schemeClr>
                </a:solidFill>
                <a:latin typeface="Avenir Book" panose="02000503020000020003" pitchFamily="2" charset="0"/>
              </a:rPr>
              <a:t>Add a ‘g’</a:t>
            </a:r>
          </a:p>
        </p:txBody>
      </p:sp>
      <p:sp>
        <p:nvSpPr>
          <p:cNvPr id="5" name="TextBox 4">
            <a:extLst>
              <a:ext uri="{FF2B5EF4-FFF2-40B4-BE49-F238E27FC236}">
                <a16:creationId xmlns:a16="http://schemas.microsoft.com/office/drawing/2014/main" id="{12229430-CFD4-F881-D5D1-53B8B3E30412}"/>
              </a:ext>
            </a:extLst>
          </p:cNvPr>
          <p:cNvSpPr txBox="1"/>
          <p:nvPr/>
        </p:nvSpPr>
        <p:spPr>
          <a:xfrm>
            <a:off x="4579528" y="5070505"/>
            <a:ext cx="6100010" cy="400110"/>
          </a:xfrm>
          <a:prstGeom prst="rect">
            <a:avLst/>
          </a:prstGeom>
          <a:noFill/>
        </p:spPr>
        <p:txBody>
          <a:bodyPr wrap="square">
            <a:spAutoFit/>
          </a:bodyPr>
          <a:lstStyle/>
          <a:p>
            <a:pPr algn="ctr"/>
            <a:r>
              <a:rPr lang="en-US" sz="2000" dirty="0">
                <a:solidFill>
                  <a:schemeClr val="accent6">
                    <a:lumMod val="50000"/>
                  </a:schemeClr>
                </a:solidFill>
                <a:latin typeface="Avenir Book" panose="02000503020000020003" pitchFamily="2" charset="0"/>
              </a:rPr>
              <a:t>Specify what kind of </a:t>
            </a:r>
            <a:r>
              <a:rPr lang="en-US" sz="2000" dirty="0" err="1">
                <a:solidFill>
                  <a:schemeClr val="accent6">
                    <a:lumMod val="50000"/>
                  </a:schemeClr>
                </a:solidFill>
                <a:latin typeface="Avenir Book" panose="02000503020000020003" pitchFamily="2" charset="0"/>
              </a:rPr>
              <a:t>glm</a:t>
            </a:r>
            <a:r>
              <a:rPr lang="en-US" sz="2000" dirty="0">
                <a:solidFill>
                  <a:schemeClr val="accent6">
                    <a:lumMod val="50000"/>
                  </a:schemeClr>
                </a:solidFill>
                <a:latin typeface="Avenir Book" panose="02000503020000020003" pitchFamily="2" charset="0"/>
              </a:rPr>
              <a:t> you want</a:t>
            </a:r>
          </a:p>
        </p:txBody>
      </p:sp>
      <p:sp>
        <p:nvSpPr>
          <p:cNvPr id="6" name="Right Brace 5">
            <a:extLst>
              <a:ext uri="{FF2B5EF4-FFF2-40B4-BE49-F238E27FC236}">
                <a16:creationId xmlns:a16="http://schemas.microsoft.com/office/drawing/2014/main" id="{E5DA4B71-1B99-1B2B-4750-9530C9BA6938}"/>
              </a:ext>
            </a:extLst>
          </p:cNvPr>
          <p:cNvSpPr/>
          <p:nvPr/>
        </p:nvSpPr>
        <p:spPr>
          <a:xfrm rot="5400000">
            <a:off x="1709732" y="4387769"/>
            <a:ext cx="317638" cy="667993"/>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Right Brace 6">
            <a:extLst>
              <a:ext uri="{FF2B5EF4-FFF2-40B4-BE49-F238E27FC236}">
                <a16:creationId xmlns:a16="http://schemas.microsoft.com/office/drawing/2014/main" id="{69C0D7D7-6904-B14D-CC22-C2FE09BE2380}"/>
              </a:ext>
            </a:extLst>
          </p:cNvPr>
          <p:cNvSpPr/>
          <p:nvPr/>
        </p:nvSpPr>
        <p:spPr>
          <a:xfrm rot="5400000">
            <a:off x="7410751" y="3230222"/>
            <a:ext cx="301847" cy="2951338"/>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624203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D785A-C04F-4DFE-996E-8C7A4FC58D8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3DFCD97-A414-9B5B-9C86-C09A93AD78C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GLM Output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F675338-6946-6D74-409D-0C85ABB9FC42}"/>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Crucial to understand!! Stats hates us, so GLM model output is not user friendly. It doesn’t back transform the data, it keeps it in the transformed space. So you need to do it yourself </a:t>
            </a:r>
            <a:r>
              <a:rPr lang="en-US" sz="2000" dirty="0">
                <a:solidFill>
                  <a:schemeClr val="accent6">
                    <a:lumMod val="50000"/>
                  </a:schemeClr>
                </a:solidFill>
                <a:latin typeface="Avenir Book" panose="02000503020000020003" pitchFamily="2" charset="0"/>
              </a:rPr>
              <a:t>(See worksheet) </a:t>
            </a:r>
          </a:p>
        </p:txBody>
      </p:sp>
      <p:sp>
        <p:nvSpPr>
          <p:cNvPr id="8" name="TextBox 7">
            <a:extLst>
              <a:ext uri="{FF2B5EF4-FFF2-40B4-BE49-F238E27FC236}">
                <a16:creationId xmlns:a16="http://schemas.microsoft.com/office/drawing/2014/main" id="{6C760C86-3F53-501F-7924-330499DBE4D7}"/>
              </a:ext>
            </a:extLst>
          </p:cNvPr>
          <p:cNvSpPr txBox="1"/>
          <p:nvPr/>
        </p:nvSpPr>
        <p:spPr>
          <a:xfrm>
            <a:off x="-2834465" y="4608901"/>
            <a:ext cx="7603047" cy="1169551"/>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1000" b="1" dirty="0">
                <a:solidFill>
                  <a:schemeClr val="accent6">
                    <a:lumMod val="50000"/>
                  </a:schemeClr>
                </a:solidFill>
                <a:latin typeface="Avenir Book" panose="02000503020000020003" pitchFamily="2" charset="0"/>
              </a:rPr>
              <a:t>log</a:t>
            </a:r>
            <a:endParaRPr lang="en-US" sz="1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471678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5A91B-E861-4C32-C25C-58D75A268D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DBBC761-AB3A-179E-1C77-D3BD3991A40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GLM Output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5CC2AF1A-9C8A-56FF-966A-4233F66DF1AE}"/>
              </a:ext>
            </a:extLst>
          </p:cNvPr>
          <p:cNvSpPr txBox="1"/>
          <p:nvPr/>
        </p:nvSpPr>
        <p:spPr>
          <a:xfrm>
            <a:off x="742216" y="1753685"/>
            <a:ext cx="11291362"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Crucial to understand!! Stats hates us, so GLM model output is not user friendly. It doesn’t back transform the data, it keeps it in the transformed space. So you need to do it yourself </a:t>
            </a:r>
            <a:r>
              <a:rPr lang="en-US" sz="2000" dirty="0">
                <a:solidFill>
                  <a:schemeClr val="accent6">
                    <a:lumMod val="50000"/>
                  </a:schemeClr>
                </a:solidFill>
                <a:latin typeface="Avenir Book" panose="02000503020000020003" pitchFamily="2" charset="0"/>
              </a:rPr>
              <a:t>(See worksheet) </a:t>
            </a:r>
          </a:p>
        </p:txBody>
      </p:sp>
      <p:pic>
        <p:nvPicPr>
          <p:cNvPr id="1026" name="Picture 2" descr="r - How to interpret model coefficients from the summary of glm? - Cross  Validated">
            <a:extLst>
              <a:ext uri="{FF2B5EF4-FFF2-40B4-BE49-F238E27FC236}">
                <a16:creationId xmlns:a16="http://schemas.microsoft.com/office/drawing/2014/main" id="{16EB023E-DD20-72C7-B452-13A1328C1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0677" y="3847924"/>
            <a:ext cx="3477015" cy="27852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isson Regression in R Programming - GeeksforGeeks">
            <a:extLst>
              <a:ext uri="{FF2B5EF4-FFF2-40B4-BE49-F238E27FC236}">
                <a16:creationId xmlns:a16="http://schemas.microsoft.com/office/drawing/2014/main" id="{4FE565F8-D964-257B-F02E-D57CFE39C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658" y="3796571"/>
            <a:ext cx="4876475" cy="30614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76F7BEE-88CB-6D21-C1D3-25B382956F5F}"/>
              </a:ext>
            </a:extLst>
          </p:cNvPr>
          <p:cNvSpPr txBox="1"/>
          <p:nvPr/>
        </p:nvSpPr>
        <p:spPr>
          <a:xfrm>
            <a:off x="-963194" y="3077406"/>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Some random </a:t>
            </a:r>
            <a:r>
              <a:rPr lang="en-US" sz="2000" b="1" dirty="0" err="1">
                <a:solidFill>
                  <a:schemeClr val="accent6">
                    <a:lumMod val="50000"/>
                  </a:schemeClr>
                </a:solidFill>
                <a:latin typeface="Avenir Book" panose="02000503020000020003" pitchFamily="2" charset="0"/>
              </a:rPr>
              <a:t>poisson</a:t>
            </a:r>
            <a:r>
              <a:rPr lang="en-US" sz="2000" b="1" dirty="0">
                <a:solidFill>
                  <a:schemeClr val="accent6">
                    <a:lumMod val="50000"/>
                  </a:schemeClr>
                </a:solidFill>
                <a:latin typeface="Avenir Book" panose="02000503020000020003" pitchFamily="2" charset="0"/>
              </a:rPr>
              <a:t> model</a:t>
            </a: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8" name="TextBox 7">
            <a:extLst>
              <a:ext uri="{FF2B5EF4-FFF2-40B4-BE49-F238E27FC236}">
                <a16:creationId xmlns:a16="http://schemas.microsoft.com/office/drawing/2014/main" id="{8143ECF5-C677-B9E8-817A-8CEFEC6148C6}"/>
              </a:ext>
            </a:extLst>
          </p:cNvPr>
          <p:cNvSpPr txBox="1"/>
          <p:nvPr/>
        </p:nvSpPr>
        <p:spPr>
          <a:xfrm>
            <a:off x="-2834465" y="4608901"/>
            <a:ext cx="7603047" cy="1169551"/>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1000" b="1" dirty="0">
                <a:solidFill>
                  <a:schemeClr val="accent6">
                    <a:lumMod val="50000"/>
                  </a:schemeClr>
                </a:solidFill>
                <a:latin typeface="Avenir Book" panose="02000503020000020003" pitchFamily="2" charset="0"/>
              </a:rPr>
              <a:t>log</a:t>
            </a:r>
            <a:endParaRPr lang="en-US" sz="1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
        <p:nvSpPr>
          <p:cNvPr id="9" name="TextBox 8">
            <a:extLst>
              <a:ext uri="{FF2B5EF4-FFF2-40B4-BE49-F238E27FC236}">
                <a16:creationId xmlns:a16="http://schemas.microsoft.com/office/drawing/2014/main" id="{3EEAB0D6-C7F4-285E-FEC9-79C17AE04E75}"/>
              </a:ext>
            </a:extLst>
          </p:cNvPr>
          <p:cNvSpPr txBox="1"/>
          <p:nvPr/>
        </p:nvSpPr>
        <p:spPr>
          <a:xfrm>
            <a:off x="671337" y="5052989"/>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log(</a:t>
            </a:r>
            <a:endParaRPr lang="en-US" sz="1000" dirty="0">
              <a:solidFill>
                <a:schemeClr val="accent6">
                  <a:lumMod val="50000"/>
                </a:schemeClr>
              </a:solidFill>
              <a:latin typeface="Avenir Book" panose="02000503020000020003" pitchFamily="2" charset="0"/>
            </a:endParaRPr>
          </a:p>
        </p:txBody>
      </p:sp>
      <p:sp>
        <p:nvSpPr>
          <p:cNvPr id="12" name="TextBox 11">
            <a:extLst>
              <a:ext uri="{FF2B5EF4-FFF2-40B4-BE49-F238E27FC236}">
                <a16:creationId xmlns:a16="http://schemas.microsoft.com/office/drawing/2014/main" id="{16E9D654-0B9B-2EB3-576C-75DDF7B16E42}"/>
              </a:ext>
            </a:extLst>
          </p:cNvPr>
          <p:cNvSpPr txBox="1"/>
          <p:nvPr/>
        </p:nvSpPr>
        <p:spPr>
          <a:xfrm>
            <a:off x="1098745" y="5040385"/>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a:t>
            </a:r>
            <a:endParaRPr lang="en-US" sz="1000" dirty="0">
              <a:solidFill>
                <a:schemeClr val="accent6">
                  <a:lumMod val="50000"/>
                </a:schemeClr>
              </a:solidFill>
              <a:latin typeface="Avenir Book" panose="02000503020000020003" pitchFamily="2" charset="0"/>
            </a:endParaRPr>
          </a:p>
        </p:txBody>
      </p:sp>
      <p:sp>
        <p:nvSpPr>
          <p:cNvPr id="13" name="TextBox 12">
            <a:extLst>
              <a:ext uri="{FF2B5EF4-FFF2-40B4-BE49-F238E27FC236}">
                <a16:creationId xmlns:a16="http://schemas.microsoft.com/office/drawing/2014/main" id="{92209F5F-0918-D2AE-B66B-F71F5752C614}"/>
              </a:ext>
            </a:extLst>
          </p:cNvPr>
          <p:cNvSpPr txBox="1"/>
          <p:nvPr/>
        </p:nvSpPr>
        <p:spPr>
          <a:xfrm>
            <a:off x="570501" y="5392165"/>
            <a:ext cx="568451" cy="246221"/>
          </a:xfrm>
          <a:prstGeom prst="rect">
            <a:avLst/>
          </a:prstGeom>
          <a:noFill/>
        </p:spPr>
        <p:txBody>
          <a:bodyPr wrap="square">
            <a:spAutoFit/>
          </a:bodyPr>
          <a:lstStyle/>
          <a:p>
            <a:pPr algn="ctr"/>
            <a:r>
              <a:rPr lang="en-US" sz="1000" b="1" dirty="0" err="1">
                <a:solidFill>
                  <a:schemeClr val="accent6">
                    <a:lumMod val="50000"/>
                  </a:schemeClr>
                </a:solidFill>
                <a:latin typeface="Avenir Book" panose="02000503020000020003" pitchFamily="2" charset="0"/>
              </a:rPr>
              <a:t>etc</a:t>
            </a:r>
            <a:endParaRPr lang="en-US" sz="1000" dirty="0">
              <a:solidFill>
                <a:schemeClr val="accent6">
                  <a:lumMod val="50000"/>
                </a:schemeClr>
              </a:solidFill>
              <a:latin typeface="Avenir Book" panose="02000503020000020003" pitchFamily="2" charset="0"/>
            </a:endParaRPr>
          </a:p>
        </p:txBody>
      </p:sp>
      <p:sp>
        <p:nvSpPr>
          <p:cNvPr id="14" name="TextBox 13">
            <a:extLst>
              <a:ext uri="{FF2B5EF4-FFF2-40B4-BE49-F238E27FC236}">
                <a16:creationId xmlns:a16="http://schemas.microsoft.com/office/drawing/2014/main" id="{DF07EF33-4D60-13F4-ED4F-E03E311BA4D6}"/>
              </a:ext>
            </a:extLst>
          </p:cNvPr>
          <p:cNvSpPr txBox="1"/>
          <p:nvPr/>
        </p:nvSpPr>
        <p:spPr>
          <a:xfrm>
            <a:off x="1264895" y="5158409"/>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a:t>
            </a:r>
            <a:endParaRPr lang="en-US" sz="1000" dirty="0">
              <a:solidFill>
                <a:schemeClr val="accent6">
                  <a:lumMod val="50000"/>
                </a:schemeClr>
              </a:solidFill>
              <a:latin typeface="Avenir Book" panose="02000503020000020003" pitchFamily="2" charset="0"/>
            </a:endParaRPr>
          </a:p>
        </p:txBody>
      </p:sp>
      <p:sp>
        <p:nvSpPr>
          <p:cNvPr id="15" name="TextBox 14">
            <a:extLst>
              <a:ext uri="{FF2B5EF4-FFF2-40B4-BE49-F238E27FC236}">
                <a16:creationId xmlns:a16="http://schemas.microsoft.com/office/drawing/2014/main" id="{B3CB9B01-61BF-2172-E97C-02070422AE25}"/>
              </a:ext>
            </a:extLst>
          </p:cNvPr>
          <p:cNvSpPr txBox="1"/>
          <p:nvPr/>
        </p:nvSpPr>
        <p:spPr>
          <a:xfrm>
            <a:off x="672483" y="5164138"/>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log(</a:t>
            </a:r>
            <a:endParaRPr lang="en-US" sz="1000" dirty="0">
              <a:solidFill>
                <a:schemeClr val="accent6">
                  <a:lumMod val="50000"/>
                </a:schemeClr>
              </a:solidFill>
              <a:latin typeface="Avenir Book" panose="02000503020000020003" pitchFamily="2" charset="0"/>
            </a:endParaRPr>
          </a:p>
        </p:txBody>
      </p:sp>
      <p:sp>
        <p:nvSpPr>
          <p:cNvPr id="16" name="TextBox 15">
            <a:extLst>
              <a:ext uri="{FF2B5EF4-FFF2-40B4-BE49-F238E27FC236}">
                <a16:creationId xmlns:a16="http://schemas.microsoft.com/office/drawing/2014/main" id="{B3540F44-92FD-FD85-AF10-E966243A0057}"/>
              </a:ext>
            </a:extLst>
          </p:cNvPr>
          <p:cNvSpPr txBox="1"/>
          <p:nvPr/>
        </p:nvSpPr>
        <p:spPr>
          <a:xfrm>
            <a:off x="7246309" y="5089657"/>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logit(</a:t>
            </a:r>
            <a:endParaRPr lang="en-US" sz="1000" dirty="0">
              <a:solidFill>
                <a:schemeClr val="accent6">
                  <a:lumMod val="50000"/>
                </a:schemeClr>
              </a:solidFill>
              <a:latin typeface="Avenir Book" panose="02000503020000020003" pitchFamily="2" charset="0"/>
            </a:endParaRPr>
          </a:p>
        </p:txBody>
      </p:sp>
      <p:sp>
        <p:nvSpPr>
          <p:cNvPr id="17" name="TextBox 16">
            <a:extLst>
              <a:ext uri="{FF2B5EF4-FFF2-40B4-BE49-F238E27FC236}">
                <a16:creationId xmlns:a16="http://schemas.microsoft.com/office/drawing/2014/main" id="{BFCB549D-8EF6-006F-994E-DA8BAF6269F8}"/>
              </a:ext>
            </a:extLst>
          </p:cNvPr>
          <p:cNvSpPr txBox="1"/>
          <p:nvPr/>
        </p:nvSpPr>
        <p:spPr>
          <a:xfrm>
            <a:off x="7254330" y="5214556"/>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logit(</a:t>
            </a:r>
            <a:endParaRPr lang="en-US" sz="1000" dirty="0">
              <a:solidFill>
                <a:schemeClr val="accent6">
                  <a:lumMod val="50000"/>
                </a:schemeClr>
              </a:solidFill>
              <a:latin typeface="Avenir Book" panose="02000503020000020003" pitchFamily="2" charset="0"/>
            </a:endParaRPr>
          </a:p>
        </p:txBody>
      </p:sp>
      <p:sp>
        <p:nvSpPr>
          <p:cNvPr id="18" name="TextBox 17">
            <a:extLst>
              <a:ext uri="{FF2B5EF4-FFF2-40B4-BE49-F238E27FC236}">
                <a16:creationId xmlns:a16="http://schemas.microsoft.com/office/drawing/2014/main" id="{190D3361-DBF0-8446-F895-78BD60464F25}"/>
              </a:ext>
            </a:extLst>
          </p:cNvPr>
          <p:cNvSpPr txBox="1"/>
          <p:nvPr/>
        </p:nvSpPr>
        <p:spPr>
          <a:xfrm>
            <a:off x="7234849" y="5394457"/>
            <a:ext cx="568451" cy="246221"/>
          </a:xfrm>
          <a:prstGeom prst="rect">
            <a:avLst/>
          </a:prstGeom>
          <a:noFill/>
        </p:spPr>
        <p:txBody>
          <a:bodyPr wrap="square">
            <a:spAutoFit/>
          </a:bodyPr>
          <a:lstStyle/>
          <a:p>
            <a:pPr algn="ctr"/>
            <a:r>
              <a:rPr lang="en-US" sz="1000" b="1" dirty="0" err="1">
                <a:solidFill>
                  <a:schemeClr val="accent6">
                    <a:lumMod val="50000"/>
                  </a:schemeClr>
                </a:solidFill>
                <a:latin typeface="Avenir Book" panose="02000503020000020003" pitchFamily="2" charset="0"/>
              </a:rPr>
              <a:t>etc</a:t>
            </a:r>
            <a:endParaRPr lang="en-US" sz="1000" dirty="0">
              <a:solidFill>
                <a:schemeClr val="accent6">
                  <a:lumMod val="50000"/>
                </a:schemeClr>
              </a:solidFill>
              <a:latin typeface="Avenir Book" panose="02000503020000020003" pitchFamily="2" charset="0"/>
            </a:endParaRPr>
          </a:p>
        </p:txBody>
      </p:sp>
      <p:sp>
        <p:nvSpPr>
          <p:cNvPr id="19" name="TextBox 18">
            <a:extLst>
              <a:ext uri="{FF2B5EF4-FFF2-40B4-BE49-F238E27FC236}">
                <a16:creationId xmlns:a16="http://schemas.microsoft.com/office/drawing/2014/main" id="{3E8E8E3F-B738-7A9F-081C-12DB8D0754BF}"/>
              </a:ext>
            </a:extLst>
          </p:cNvPr>
          <p:cNvSpPr txBox="1"/>
          <p:nvPr/>
        </p:nvSpPr>
        <p:spPr>
          <a:xfrm>
            <a:off x="7896013" y="5099970"/>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a:t>
            </a:r>
            <a:endParaRPr lang="en-US" sz="1000" dirty="0">
              <a:solidFill>
                <a:schemeClr val="accent6">
                  <a:lumMod val="50000"/>
                </a:schemeClr>
              </a:solidFill>
              <a:latin typeface="Avenir Book" panose="02000503020000020003" pitchFamily="2" charset="0"/>
            </a:endParaRPr>
          </a:p>
        </p:txBody>
      </p:sp>
      <p:sp>
        <p:nvSpPr>
          <p:cNvPr id="20" name="TextBox 19">
            <a:extLst>
              <a:ext uri="{FF2B5EF4-FFF2-40B4-BE49-F238E27FC236}">
                <a16:creationId xmlns:a16="http://schemas.microsoft.com/office/drawing/2014/main" id="{FB7C46C6-69AE-B605-C658-4F522DE5D118}"/>
              </a:ext>
            </a:extLst>
          </p:cNvPr>
          <p:cNvSpPr txBox="1"/>
          <p:nvPr/>
        </p:nvSpPr>
        <p:spPr>
          <a:xfrm>
            <a:off x="7897159" y="5224869"/>
            <a:ext cx="568451" cy="246221"/>
          </a:xfrm>
          <a:prstGeom prst="rect">
            <a:avLst/>
          </a:prstGeom>
          <a:noFill/>
        </p:spPr>
        <p:txBody>
          <a:bodyPr wrap="square">
            <a:spAutoFit/>
          </a:bodyPr>
          <a:lstStyle/>
          <a:p>
            <a:pPr algn="ctr"/>
            <a:r>
              <a:rPr lang="en-US" sz="1000" b="1" dirty="0">
                <a:solidFill>
                  <a:schemeClr val="accent6">
                    <a:lumMod val="50000"/>
                  </a:schemeClr>
                </a:solidFill>
                <a:latin typeface="Avenir Book" panose="02000503020000020003" pitchFamily="2" charset="0"/>
              </a:rPr>
              <a:t>)</a:t>
            </a:r>
            <a:endParaRPr lang="en-US" sz="1000" dirty="0">
              <a:solidFill>
                <a:schemeClr val="accent6">
                  <a:lumMod val="50000"/>
                </a:schemeClr>
              </a:solidFill>
              <a:latin typeface="Avenir Book" panose="02000503020000020003" pitchFamily="2" charset="0"/>
            </a:endParaRPr>
          </a:p>
        </p:txBody>
      </p:sp>
      <p:sp>
        <p:nvSpPr>
          <p:cNvPr id="21" name="TextBox 20">
            <a:extLst>
              <a:ext uri="{FF2B5EF4-FFF2-40B4-BE49-F238E27FC236}">
                <a16:creationId xmlns:a16="http://schemas.microsoft.com/office/drawing/2014/main" id="{66F241FB-2FCC-4FAE-DA71-10E5F3C2FA74}"/>
              </a:ext>
            </a:extLst>
          </p:cNvPr>
          <p:cNvSpPr txBox="1"/>
          <p:nvPr/>
        </p:nvSpPr>
        <p:spPr>
          <a:xfrm>
            <a:off x="5323999" y="2980425"/>
            <a:ext cx="7603047" cy="1323439"/>
          </a:xfrm>
          <a:prstGeom prst="rect">
            <a:avLst/>
          </a:prstGeom>
          <a:noFill/>
        </p:spPr>
        <p:txBody>
          <a:bodyPr wrap="square">
            <a:spAutoFit/>
          </a:bodyPr>
          <a:lstStyle/>
          <a:p>
            <a:pPr algn="ctr"/>
            <a:endParaRPr lang="en-US" sz="2000" dirty="0">
              <a:solidFill>
                <a:schemeClr val="accent6">
                  <a:lumMod val="50000"/>
                </a:schemeClr>
              </a:solidFill>
              <a:latin typeface="Avenir Book" panose="02000503020000020003" pitchFamily="2" charset="0"/>
            </a:endParaRPr>
          </a:p>
          <a:p>
            <a:pPr algn="ctr"/>
            <a:r>
              <a:rPr lang="en-US" sz="2000" b="1" dirty="0">
                <a:solidFill>
                  <a:schemeClr val="accent6">
                    <a:lumMod val="50000"/>
                  </a:schemeClr>
                </a:solidFill>
                <a:latin typeface="Avenir Book" panose="02000503020000020003" pitchFamily="2" charset="0"/>
              </a:rPr>
              <a:t>Some random binomial model</a:t>
            </a: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a:p>
            <a:pPr algn="ctr"/>
            <a:endParaRPr lang="en-US"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83165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3CF1-E6E0-37E7-2A74-A337CFE36AF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F38AF02-D7CF-2E2F-D61F-E737F6E50348}"/>
              </a:ext>
            </a:extLst>
          </p:cNvPr>
          <p:cNvSpPr txBox="1"/>
          <p:nvPr/>
        </p:nvSpPr>
        <p:spPr>
          <a:xfrm>
            <a:off x="2928823" y="2948513"/>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Have A Breather…</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119624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0F1F0-9963-009D-1D05-C28EF653E25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02D7921-7DE8-3CBF-6038-FCDE4682B9C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3F5CAAE5-EBF0-2723-3FDA-A5A423DC2992}"/>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But what if we violate them? Is it the end?</a:t>
            </a:r>
          </a:p>
        </p:txBody>
      </p:sp>
      <p:sp>
        <p:nvSpPr>
          <p:cNvPr id="2" name="TextBox 1">
            <a:extLst>
              <a:ext uri="{FF2B5EF4-FFF2-40B4-BE49-F238E27FC236}">
                <a16:creationId xmlns:a16="http://schemas.microsoft.com/office/drawing/2014/main" id="{D965CBF0-03F1-61F6-08CE-5A332547FDFE}"/>
              </a:ext>
            </a:extLst>
          </p:cNvPr>
          <p:cNvSpPr txBox="1"/>
          <p:nvPr/>
        </p:nvSpPr>
        <p:spPr>
          <a:xfrm>
            <a:off x="600327" y="2506371"/>
            <a:ext cx="5376727"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Independence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FontTx/>
              <a:buAutoNum type="arabicPeriod"/>
            </a:pPr>
            <a:r>
              <a:rPr lang="en-US" sz="2500" dirty="0">
                <a:solidFill>
                  <a:schemeClr val="accent6">
                    <a:lumMod val="50000"/>
                  </a:schemeClr>
                </a:solidFill>
                <a:latin typeface="Avenir Book" panose="02000503020000020003" pitchFamily="2" charset="0"/>
              </a:rPr>
              <a:t>Linear Relationship</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Normal Residuals</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Constant Variance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 Major Outliers</a:t>
            </a:r>
          </a:p>
          <a:p>
            <a:endParaRPr lang="en-US" sz="2500" dirty="0">
              <a:solidFill>
                <a:schemeClr val="accent6">
                  <a:lumMod val="50000"/>
                </a:schemeClr>
              </a:solidFill>
              <a:latin typeface="Avenir Book" panose="02000503020000020003" pitchFamily="2" charset="0"/>
            </a:endParaRPr>
          </a:p>
        </p:txBody>
      </p:sp>
      <p:sp>
        <p:nvSpPr>
          <p:cNvPr id="77" name="Right Brace 76">
            <a:extLst>
              <a:ext uri="{FF2B5EF4-FFF2-40B4-BE49-F238E27FC236}">
                <a16:creationId xmlns:a16="http://schemas.microsoft.com/office/drawing/2014/main" id="{37389810-C1A6-4CEE-20CE-E8415126F3B0}"/>
              </a:ext>
            </a:extLst>
          </p:cNvPr>
          <p:cNvSpPr/>
          <p:nvPr/>
        </p:nvSpPr>
        <p:spPr>
          <a:xfrm>
            <a:off x="3927613" y="2454964"/>
            <a:ext cx="317638" cy="667993"/>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8" name="Right Brace 77">
            <a:extLst>
              <a:ext uri="{FF2B5EF4-FFF2-40B4-BE49-F238E27FC236}">
                <a16:creationId xmlns:a16="http://schemas.microsoft.com/office/drawing/2014/main" id="{87AC919F-C3B8-C194-52A6-FBA4E29238CD}"/>
              </a:ext>
            </a:extLst>
          </p:cNvPr>
          <p:cNvSpPr/>
          <p:nvPr/>
        </p:nvSpPr>
        <p:spPr>
          <a:xfrm>
            <a:off x="3927613" y="3342860"/>
            <a:ext cx="317638" cy="1835427"/>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0" name="Right Brace 79">
            <a:extLst>
              <a:ext uri="{FF2B5EF4-FFF2-40B4-BE49-F238E27FC236}">
                <a16:creationId xmlns:a16="http://schemas.microsoft.com/office/drawing/2014/main" id="{C41981BF-C35F-9C7B-9CFA-5FC1A4C2C828}"/>
              </a:ext>
            </a:extLst>
          </p:cNvPr>
          <p:cNvSpPr/>
          <p:nvPr/>
        </p:nvSpPr>
        <p:spPr>
          <a:xfrm>
            <a:off x="3959088" y="5476461"/>
            <a:ext cx="254689" cy="589721"/>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1" name="TextBox 80">
            <a:extLst>
              <a:ext uri="{FF2B5EF4-FFF2-40B4-BE49-F238E27FC236}">
                <a16:creationId xmlns:a16="http://schemas.microsoft.com/office/drawing/2014/main" id="{3F1E644B-D700-AFF5-617C-E09722B4696B}"/>
              </a:ext>
            </a:extLst>
          </p:cNvPr>
          <p:cNvSpPr txBox="1"/>
          <p:nvPr/>
        </p:nvSpPr>
        <p:spPr>
          <a:xfrm>
            <a:off x="4427112" y="2365560"/>
            <a:ext cx="6616202" cy="1015663"/>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Tell the model about how your data isn’t independent. Either using predictor variables, or a </a:t>
            </a:r>
            <a:r>
              <a:rPr lang="en-US" sz="2000" b="1" dirty="0">
                <a:solidFill>
                  <a:schemeClr val="accent6">
                    <a:lumMod val="50000"/>
                  </a:schemeClr>
                </a:solidFill>
                <a:latin typeface="Avenir Book" panose="02000503020000020003" pitchFamily="2" charset="0"/>
              </a:rPr>
              <a:t>‘Mixed Effects’ Linear Model</a:t>
            </a:r>
          </a:p>
        </p:txBody>
      </p:sp>
      <p:sp>
        <p:nvSpPr>
          <p:cNvPr id="108" name="TextBox 107">
            <a:extLst>
              <a:ext uri="{FF2B5EF4-FFF2-40B4-BE49-F238E27FC236}">
                <a16:creationId xmlns:a16="http://schemas.microsoft.com/office/drawing/2014/main" id="{323D1A80-EBDF-59B7-7B04-482AAEB284C6}"/>
              </a:ext>
            </a:extLst>
          </p:cNvPr>
          <p:cNvSpPr txBox="1"/>
          <p:nvPr/>
        </p:nvSpPr>
        <p:spPr>
          <a:xfrm>
            <a:off x="4427111" y="3759906"/>
            <a:ext cx="6955121"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Sometimes our data violates these in predictable ways. In these cases we can consider a </a:t>
            </a:r>
            <a:r>
              <a:rPr lang="en-US" sz="2000" b="1" dirty="0">
                <a:solidFill>
                  <a:schemeClr val="accent6">
                    <a:lumMod val="50000"/>
                  </a:schemeClr>
                </a:solidFill>
                <a:latin typeface="Avenir Book" panose="02000503020000020003" pitchFamily="2" charset="0"/>
              </a:rPr>
              <a:t>‘</a:t>
            </a:r>
            <a:r>
              <a:rPr lang="en-US" sz="2000" b="1" dirty="0" err="1">
                <a:solidFill>
                  <a:schemeClr val="accent6">
                    <a:lumMod val="50000"/>
                  </a:schemeClr>
                </a:solidFill>
                <a:latin typeface="Avenir Book" panose="02000503020000020003" pitchFamily="2" charset="0"/>
              </a:rPr>
              <a:t>Generalised</a:t>
            </a:r>
            <a:r>
              <a:rPr lang="en-US" sz="2000" b="1" dirty="0">
                <a:solidFill>
                  <a:schemeClr val="accent6">
                    <a:lumMod val="50000"/>
                  </a:schemeClr>
                </a:solidFill>
                <a:latin typeface="Avenir Book" panose="02000503020000020003" pitchFamily="2" charset="0"/>
              </a:rPr>
              <a:t>’ Linear Model</a:t>
            </a:r>
          </a:p>
        </p:txBody>
      </p:sp>
      <p:sp>
        <p:nvSpPr>
          <p:cNvPr id="110" name="TextBox 109">
            <a:extLst>
              <a:ext uri="{FF2B5EF4-FFF2-40B4-BE49-F238E27FC236}">
                <a16:creationId xmlns:a16="http://schemas.microsoft.com/office/drawing/2014/main" id="{0080DBFB-78E1-3600-CBC0-581CB2E494C3}"/>
              </a:ext>
            </a:extLst>
          </p:cNvPr>
          <p:cNvSpPr txBox="1"/>
          <p:nvPr/>
        </p:nvSpPr>
        <p:spPr>
          <a:xfrm>
            <a:off x="4427112" y="5440855"/>
            <a:ext cx="6616202"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You just need to think about your data and make educated decisions with this one!</a:t>
            </a:r>
          </a:p>
        </p:txBody>
      </p:sp>
    </p:spTree>
    <p:extLst>
      <p:ext uri="{BB962C8B-B14F-4D97-AF65-F5344CB8AC3E}">
        <p14:creationId xmlns:p14="http://schemas.microsoft.com/office/powerpoint/2010/main" val="389066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5F84F-09A1-D119-7338-6DA7C269F9B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707934F-F837-3D1D-48E9-1CFB4DE5004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6177CC95-CE01-3CCA-319A-C2560B7AB031}"/>
              </a:ext>
            </a:extLst>
          </p:cNvPr>
          <p:cNvSpPr txBox="1"/>
          <p:nvPr/>
        </p:nvSpPr>
        <p:spPr>
          <a:xfrm>
            <a:off x="432161" y="1401588"/>
            <a:ext cx="11291362"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But what if we violate them? Is it the end?</a:t>
            </a:r>
          </a:p>
        </p:txBody>
      </p:sp>
      <p:sp>
        <p:nvSpPr>
          <p:cNvPr id="2" name="TextBox 1">
            <a:extLst>
              <a:ext uri="{FF2B5EF4-FFF2-40B4-BE49-F238E27FC236}">
                <a16:creationId xmlns:a16="http://schemas.microsoft.com/office/drawing/2014/main" id="{CDAEDF51-5080-6924-52DE-D75540538B79}"/>
              </a:ext>
            </a:extLst>
          </p:cNvPr>
          <p:cNvSpPr txBox="1"/>
          <p:nvPr/>
        </p:nvSpPr>
        <p:spPr>
          <a:xfrm>
            <a:off x="600327" y="2506371"/>
            <a:ext cx="5376727" cy="3939540"/>
          </a:xfrm>
          <a:prstGeom prst="rect">
            <a:avLst/>
          </a:prstGeom>
          <a:noFill/>
        </p:spPr>
        <p:txBody>
          <a:bodyPr wrap="square">
            <a:spAutoFit/>
          </a:bodyPr>
          <a:lstStyle/>
          <a:p>
            <a:pPr marL="514350" indent="-514350">
              <a:buAutoNum type="arabicPeriod"/>
            </a:pPr>
            <a:r>
              <a:rPr lang="en-US" sz="2500" dirty="0">
                <a:solidFill>
                  <a:schemeClr val="accent6">
                    <a:lumMod val="50000"/>
                  </a:schemeClr>
                </a:solidFill>
                <a:latin typeface="Avenir Book" panose="02000503020000020003" pitchFamily="2" charset="0"/>
              </a:rPr>
              <a:t>Independence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FontTx/>
              <a:buAutoNum type="arabicPeriod"/>
            </a:pPr>
            <a:r>
              <a:rPr lang="en-US" sz="2500" dirty="0">
                <a:solidFill>
                  <a:schemeClr val="accent6">
                    <a:lumMod val="50000"/>
                  </a:schemeClr>
                </a:solidFill>
                <a:latin typeface="Avenir Book" panose="02000503020000020003" pitchFamily="2" charset="0"/>
              </a:rPr>
              <a:t>Linear Relationship</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Normal Residuals</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Constant Variance</a:t>
            </a:r>
          </a:p>
          <a:p>
            <a:pPr marL="457200" indent="-457200">
              <a:buAutoNum type="arabicPeriod"/>
            </a:pPr>
            <a:endParaRPr lang="en-US" sz="2500" dirty="0">
              <a:solidFill>
                <a:schemeClr val="accent6">
                  <a:lumMod val="50000"/>
                </a:schemeClr>
              </a:solidFill>
              <a:latin typeface="Avenir Book" panose="02000503020000020003" pitchFamily="2" charset="0"/>
            </a:endParaRPr>
          </a:p>
          <a:p>
            <a:pPr marL="457200" indent="-457200">
              <a:buAutoNum type="arabicPeriod"/>
            </a:pPr>
            <a:r>
              <a:rPr lang="en-US" sz="2500" dirty="0">
                <a:solidFill>
                  <a:schemeClr val="accent6">
                    <a:lumMod val="50000"/>
                  </a:schemeClr>
                </a:solidFill>
                <a:latin typeface="Avenir Book" panose="02000503020000020003" pitchFamily="2" charset="0"/>
              </a:rPr>
              <a:t>No Major Outliers</a:t>
            </a:r>
          </a:p>
          <a:p>
            <a:endParaRPr lang="en-US" sz="2500" dirty="0">
              <a:solidFill>
                <a:schemeClr val="accent6">
                  <a:lumMod val="50000"/>
                </a:schemeClr>
              </a:solidFill>
              <a:latin typeface="Avenir Book" panose="02000503020000020003" pitchFamily="2" charset="0"/>
            </a:endParaRPr>
          </a:p>
        </p:txBody>
      </p:sp>
      <p:sp>
        <p:nvSpPr>
          <p:cNvPr id="77" name="Right Brace 76">
            <a:extLst>
              <a:ext uri="{FF2B5EF4-FFF2-40B4-BE49-F238E27FC236}">
                <a16:creationId xmlns:a16="http://schemas.microsoft.com/office/drawing/2014/main" id="{7C2ED51B-B8E6-5BAC-8A16-0A841013022A}"/>
              </a:ext>
            </a:extLst>
          </p:cNvPr>
          <p:cNvSpPr/>
          <p:nvPr/>
        </p:nvSpPr>
        <p:spPr>
          <a:xfrm>
            <a:off x="3927613" y="2454964"/>
            <a:ext cx="317638" cy="667993"/>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8" name="Right Brace 77">
            <a:extLst>
              <a:ext uri="{FF2B5EF4-FFF2-40B4-BE49-F238E27FC236}">
                <a16:creationId xmlns:a16="http://schemas.microsoft.com/office/drawing/2014/main" id="{F978F4C1-35F0-B476-6E67-BD13C05B6C73}"/>
              </a:ext>
            </a:extLst>
          </p:cNvPr>
          <p:cNvSpPr/>
          <p:nvPr/>
        </p:nvSpPr>
        <p:spPr>
          <a:xfrm>
            <a:off x="3927613" y="3342860"/>
            <a:ext cx="317638" cy="1835427"/>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0" name="Right Brace 79">
            <a:extLst>
              <a:ext uri="{FF2B5EF4-FFF2-40B4-BE49-F238E27FC236}">
                <a16:creationId xmlns:a16="http://schemas.microsoft.com/office/drawing/2014/main" id="{D7FCB156-8FBD-C238-0235-93EA64FAB91E}"/>
              </a:ext>
            </a:extLst>
          </p:cNvPr>
          <p:cNvSpPr/>
          <p:nvPr/>
        </p:nvSpPr>
        <p:spPr>
          <a:xfrm>
            <a:off x="3959088" y="5476461"/>
            <a:ext cx="254689" cy="589721"/>
          </a:xfrm>
          <a:prstGeom prst="rightBrace">
            <a:avLst>
              <a:gd name="adj1" fmla="val 37874"/>
              <a:gd name="adj2" fmla="val 50000"/>
            </a:avLst>
          </a:prstGeom>
          <a:ln w="28575">
            <a:solidFill>
              <a:srgbClr val="C091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1" name="TextBox 80">
            <a:extLst>
              <a:ext uri="{FF2B5EF4-FFF2-40B4-BE49-F238E27FC236}">
                <a16:creationId xmlns:a16="http://schemas.microsoft.com/office/drawing/2014/main" id="{070D44DD-B8D5-EB3E-4FA0-7F978CC24CF1}"/>
              </a:ext>
            </a:extLst>
          </p:cNvPr>
          <p:cNvSpPr txBox="1"/>
          <p:nvPr/>
        </p:nvSpPr>
        <p:spPr>
          <a:xfrm>
            <a:off x="4427112" y="2365560"/>
            <a:ext cx="6616202" cy="1015663"/>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Tell the model about how your data isn’t independent. Either using predictor variables, or a </a:t>
            </a:r>
            <a:r>
              <a:rPr lang="en-US" sz="2000" b="1" dirty="0">
                <a:solidFill>
                  <a:schemeClr val="accent6">
                    <a:lumMod val="50000"/>
                  </a:schemeClr>
                </a:solidFill>
                <a:latin typeface="Avenir Book" panose="02000503020000020003" pitchFamily="2" charset="0"/>
              </a:rPr>
              <a:t>‘Mixed Effects’ Linear Model</a:t>
            </a:r>
          </a:p>
        </p:txBody>
      </p:sp>
      <p:sp>
        <p:nvSpPr>
          <p:cNvPr id="108" name="TextBox 107">
            <a:extLst>
              <a:ext uri="{FF2B5EF4-FFF2-40B4-BE49-F238E27FC236}">
                <a16:creationId xmlns:a16="http://schemas.microsoft.com/office/drawing/2014/main" id="{F4983699-C4B3-AAF2-9D16-9F397AD141E1}"/>
              </a:ext>
            </a:extLst>
          </p:cNvPr>
          <p:cNvSpPr txBox="1"/>
          <p:nvPr/>
        </p:nvSpPr>
        <p:spPr>
          <a:xfrm>
            <a:off x="4427111" y="3759906"/>
            <a:ext cx="7159837"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Sometimes our data violates these in predictable ways. In these cases we can consider a </a:t>
            </a:r>
            <a:r>
              <a:rPr lang="en-US" sz="2000" b="1" dirty="0">
                <a:solidFill>
                  <a:schemeClr val="accent6">
                    <a:lumMod val="50000"/>
                  </a:schemeClr>
                </a:solidFill>
                <a:latin typeface="Avenir Book" panose="02000503020000020003" pitchFamily="2" charset="0"/>
              </a:rPr>
              <a:t>‘</a:t>
            </a:r>
            <a:r>
              <a:rPr lang="en-US" sz="2000" b="1" dirty="0" err="1">
                <a:solidFill>
                  <a:schemeClr val="accent6">
                    <a:lumMod val="50000"/>
                  </a:schemeClr>
                </a:solidFill>
                <a:latin typeface="Avenir Book" panose="02000503020000020003" pitchFamily="2" charset="0"/>
              </a:rPr>
              <a:t>Generalised</a:t>
            </a:r>
            <a:r>
              <a:rPr lang="en-US" sz="2000" b="1" dirty="0">
                <a:solidFill>
                  <a:schemeClr val="accent6">
                    <a:lumMod val="50000"/>
                  </a:schemeClr>
                </a:solidFill>
                <a:latin typeface="Avenir Book" panose="02000503020000020003" pitchFamily="2" charset="0"/>
              </a:rPr>
              <a:t>’ Linear Model</a:t>
            </a:r>
          </a:p>
        </p:txBody>
      </p:sp>
      <p:sp>
        <p:nvSpPr>
          <p:cNvPr id="110" name="TextBox 109">
            <a:extLst>
              <a:ext uri="{FF2B5EF4-FFF2-40B4-BE49-F238E27FC236}">
                <a16:creationId xmlns:a16="http://schemas.microsoft.com/office/drawing/2014/main" id="{A7E9A69E-95D3-C448-CC0F-BA939714A86F}"/>
              </a:ext>
            </a:extLst>
          </p:cNvPr>
          <p:cNvSpPr txBox="1"/>
          <p:nvPr/>
        </p:nvSpPr>
        <p:spPr>
          <a:xfrm>
            <a:off x="4427112" y="5440855"/>
            <a:ext cx="6616202" cy="707886"/>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You just need to think about your data and make educated decisions with this one!</a:t>
            </a:r>
          </a:p>
        </p:txBody>
      </p:sp>
      <p:sp>
        <p:nvSpPr>
          <p:cNvPr id="6" name="Rectangle 5">
            <a:extLst>
              <a:ext uri="{FF2B5EF4-FFF2-40B4-BE49-F238E27FC236}">
                <a16:creationId xmlns:a16="http://schemas.microsoft.com/office/drawing/2014/main" id="{1F04B9A8-9369-C123-5A2E-6819AC1B3B76}"/>
              </a:ext>
            </a:extLst>
          </p:cNvPr>
          <p:cNvSpPr/>
          <p:nvPr/>
        </p:nvSpPr>
        <p:spPr>
          <a:xfrm>
            <a:off x="425356" y="3258589"/>
            <a:ext cx="10963080" cy="3117191"/>
          </a:xfrm>
          <a:prstGeom prst="rect">
            <a:avLst/>
          </a:prstGeom>
          <a:solidFill>
            <a:schemeClr val="bg1">
              <a:alpha val="7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eft Arrow 8">
            <a:extLst>
              <a:ext uri="{FF2B5EF4-FFF2-40B4-BE49-F238E27FC236}">
                <a16:creationId xmlns:a16="http://schemas.microsoft.com/office/drawing/2014/main" id="{FFC4C413-C2DE-BC79-F557-D30D32BFFD5D}"/>
              </a:ext>
            </a:extLst>
          </p:cNvPr>
          <p:cNvSpPr/>
          <p:nvPr/>
        </p:nvSpPr>
        <p:spPr>
          <a:xfrm rot="2327543">
            <a:off x="10079740" y="3110200"/>
            <a:ext cx="696036" cy="354841"/>
          </a:xfrm>
          <a:prstGeom prst="leftArrow">
            <a:avLst>
              <a:gd name="adj1" fmla="val 20022"/>
              <a:gd name="adj2" fmla="val 500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D191645D-1DAB-D4C7-1B78-5F6A59834F8C}"/>
              </a:ext>
            </a:extLst>
          </p:cNvPr>
          <p:cNvSpPr txBox="1"/>
          <p:nvPr/>
        </p:nvSpPr>
        <p:spPr>
          <a:xfrm>
            <a:off x="10728696" y="3337610"/>
            <a:ext cx="7159837" cy="400110"/>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And now</a:t>
            </a:r>
            <a:endParaRPr lang="en-US" sz="2000" b="1"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5168576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C0A4-F8CC-B14F-18E4-C85F44FF019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640FE51-DFF2-C80C-B531-F652D0D2C786}"/>
              </a:ext>
            </a:extLst>
          </p:cNvPr>
          <p:cNvSpPr txBox="1"/>
          <p:nvPr/>
        </p:nvSpPr>
        <p:spPr>
          <a:xfrm>
            <a:off x="2010599" y="2123146"/>
            <a:ext cx="8529940"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Mixed Effects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037BA6A-02DA-E9DD-E312-1CA8B71F754C}"/>
              </a:ext>
            </a:extLst>
          </p:cNvPr>
          <p:cNvSpPr txBox="1"/>
          <p:nvPr/>
        </p:nvSpPr>
        <p:spPr>
          <a:xfrm>
            <a:off x="1989641" y="3379124"/>
            <a:ext cx="8899451" cy="1477328"/>
          </a:xfrm>
          <a:prstGeom prst="rect">
            <a:avLst/>
          </a:prstGeom>
          <a:noFill/>
        </p:spPr>
        <p:txBody>
          <a:bodyPr wrap="square">
            <a:spAutoFit/>
          </a:bodyPr>
          <a:lstStyle/>
          <a:p>
            <a:pPr algn="ctr"/>
            <a:r>
              <a:rPr lang="en-US" sz="3000" dirty="0">
                <a:solidFill>
                  <a:schemeClr val="accent6">
                    <a:lumMod val="50000"/>
                  </a:schemeClr>
                </a:solidFill>
                <a:latin typeface="Avenir Book" panose="02000503020000020003" pitchFamily="2" charset="0"/>
              </a:rPr>
              <a:t>Aka Linear Mixed Models</a:t>
            </a:r>
          </a:p>
          <a:p>
            <a:pPr algn="ctr"/>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Aka Hierarchical Models</a:t>
            </a:r>
          </a:p>
        </p:txBody>
      </p:sp>
    </p:spTree>
    <p:extLst>
      <p:ext uri="{BB962C8B-B14F-4D97-AF65-F5344CB8AC3E}">
        <p14:creationId xmlns:p14="http://schemas.microsoft.com/office/powerpoint/2010/main" val="2009951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0EC78-6BDD-91A8-9DB9-F954DBF8ABED}"/>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28A6D275-010C-BDF6-6186-EAC2B41F4F36}"/>
              </a:ext>
            </a:extLst>
          </p:cNvPr>
          <p:cNvGrpSpPr/>
          <p:nvPr/>
        </p:nvGrpSpPr>
        <p:grpSpPr>
          <a:xfrm>
            <a:off x="346018" y="439403"/>
            <a:ext cx="3370623" cy="2386923"/>
            <a:chOff x="4937760" y="4038600"/>
            <a:chExt cx="3550920" cy="2514600"/>
          </a:xfrm>
        </p:grpSpPr>
        <p:pic>
          <p:nvPicPr>
            <p:cNvPr id="4" name="Graphic 3" descr="Fir tree with solid fill">
              <a:extLst>
                <a:ext uri="{FF2B5EF4-FFF2-40B4-BE49-F238E27FC236}">
                  <a16:creationId xmlns:a16="http://schemas.microsoft.com/office/drawing/2014/main" id="{8315F45C-4452-A8AE-6298-2B97A785EB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5" name="Graphic 4" descr="Fir tree with solid fill">
              <a:extLst>
                <a:ext uri="{FF2B5EF4-FFF2-40B4-BE49-F238E27FC236}">
                  <a16:creationId xmlns:a16="http://schemas.microsoft.com/office/drawing/2014/main" id="{D4A69AA5-BCD2-F1AD-E16E-32D8E28C44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6" name="Graphic 5" descr="Fir tree with solid fill">
              <a:extLst>
                <a:ext uri="{FF2B5EF4-FFF2-40B4-BE49-F238E27FC236}">
                  <a16:creationId xmlns:a16="http://schemas.microsoft.com/office/drawing/2014/main" id="{13D48DBE-E204-7DF2-7E12-023A554B8D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7" name="Graphic 6" descr="Fir tree with solid fill">
              <a:extLst>
                <a:ext uri="{FF2B5EF4-FFF2-40B4-BE49-F238E27FC236}">
                  <a16:creationId xmlns:a16="http://schemas.microsoft.com/office/drawing/2014/main" id="{E8D4ACCF-41A0-534D-F0AC-21B5CFF7C8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8" name="Graphic 7" descr="Fir tree with solid fill">
              <a:extLst>
                <a:ext uri="{FF2B5EF4-FFF2-40B4-BE49-F238E27FC236}">
                  <a16:creationId xmlns:a16="http://schemas.microsoft.com/office/drawing/2014/main" id="{F0A6D797-7DDF-DCA1-E758-CFC044C851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9" name="Graphic 8" descr="Fir tree with solid fill">
              <a:extLst>
                <a:ext uri="{FF2B5EF4-FFF2-40B4-BE49-F238E27FC236}">
                  <a16:creationId xmlns:a16="http://schemas.microsoft.com/office/drawing/2014/main" id="{C8C01770-91EA-D856-D66E-AD0DD872A6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10" name="Graphic 9" descr="Fir tree with solid fill">
              <a:extLst>
                <a:ext uri="{FF2B5EF4-FFF2-40B4-BE49-F238E27FC236}">
                  <a16:creationId xmlns:a16="http://schemas.microsoft.com/office/drawing/2014/main" id="{061E1556-97DA-5B24-900D-368EF6EF07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19" name="Group 18">
            <a:extLst>
              <a:ext uri="{FF2B5EF4-FFF2-40B4-BE49-F238E27FC236}">
                <a16:creationId xmlns:a16="http://schemas.microsoft.com/office/drawing/2014/main" id="{700800BC-89EC-157A-AA7F-C44307D66AD1}"/>
              </a:ext>
            </a:extLst>
          </p:cNvPr>
          <p:cNvGrpSpPr/>
          <p:nvPr/>
        </p:nvGrpSpPr>
        <p:grpSpPr>
          <a:xfrm>
            <a:off x="4339244" y="492050"/>
            <a:ext cx="3070898" cy="2174671"/>
            <a:chOff x="4937760" y="4038600"/>
            <a:chExt cx="3550920" cy="2514600"/>
          </a:xfrm>
        </p:grpSpPr>
        <p:pic>
          <p:nvPicPr>
            <p:cNvPr id="20" name="Graphic 19" descr="Fir tree with solid fill">
              <a:extLst>
                <a:ext uri="{FF2B5EF4-FFF2-40B4-BE49-F238E27FC236}">
                  <a16:creationId xmlns:a16="http://schemas.microsoft.com/office/drawing/2014/main" id="{F8D00C18-9AA2-BE0E-6ED3-18BB1C2058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21" name="Graphic 20" descr="Fir tree with solid fill">
              <a:extLst>
                <a:ext uri="{FF2B5EF4-FFF2-40B4-BE49-F238E27FC236}">
                  <a16:creationId xmlns:a16="http://schemas.microsoft.com/office/drawing/2014/main" id="{2A684AF3-E058-C49B-E3F3-8DEC24FA41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22" name="Graphic 21" descr="Fir tree with solid fill">
              <a:extLst>
                <a:ext uri="{FF2B5EF4-FFF2-40B4-BE49-F238E27FC236}">
                  <a16:creationId xmlns:a16="http://schemas.microsoft.com/office/drawing/2014/main" id="{D36492E7-D100-0E12-085C-B9F5A9C96B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23" name="Graphic 22" descr="Fir tree with solid fill">
              <a:extLst>
                <a:ext uri="{FF2B5EF4-FFF2-40B4-BE49-F238E27FC236}">
                  <a16:creationId xmlns:a16="http://schemas.microsoft.com/office/drawing/2014/main" id="{F1774CB1-B68F-2E7F-13F4-BB35262ADD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24" name="Graphic 23" descr="Fir tree with solid fill">
              <a:extLst>
                <a:ext uri="{FF2B5EF4-FFF2-40B4-BE49-F238E27FC236}">
                  <a16:creationId xmlns:a16="http://schemas.microsoft.com/office/drawing/2014/main" id="{38548402-6293-0C7F-5851-F4F9616E8A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25" name="Graphic 24" descr="Fir tree with solid fill">
              <a:extLst>
                <a:ext uri="{FF2B5EF4-FFF2-40B4-BE49-F238E27FC236}">
                  <a16:creationId xmlns:a16="http://schemas.microsoft.com/office/drawing/2014/main" id="{8F076475-A3E6-FA5E-B90A-E38B30E1F2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26" name="Graphic 25" descr="Fir tree with solid fill">
              <a:extLst>
                <a:ext uri="{FF2B5EF4-FFF2-40B4-BE49-F238E27FC236}">
                  <a16:creationId xmlns:a16="http://schemas.microsoft.com/office/drawing/2014/main" id="{BEE30050-E61A-933B-1413-270658AC79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27" name="Group 26">
            <a:extLst>
              <a:ext uri="{FF2B5EF4-FFF2-40B4-BE49-F238E27FC236}">
                <a16:creationId xmlns:a16="http://schemas.microsoft.com/office/drawing/2014/main" id="{75D9B762-EADE-6F1B-7EC4-65000D3E588E}"/>
              </a:ext>
            </a:extLst>
          </p:cNvPr>
          <p:cNvGrpSpPr/>
          <p:nvPr/>
        </p:nvGrpSpPr>
        <p:grpSpPr>
          <a:xfrm>
            <a:off x="2995354" y="2922137"/>
            <a:ext cx="3070898" cy="2174671"/>
            <a:chOff x="4937760" y="4038600"/>
            <a:chExt cx="3550920" cy="2514600"/>
          </a:xfrm>
        </p:grpSpPr>
        <p:pic>
          <p:nvPicPr>
            <p:cNvPr id="28" name="Graphic 27" descr="Fir tree with solid fill">
              <a:extLst>
                <a:ext uri="{FF2B5EF4-FFF2-40B4-BE49-F238E27FC236}">
                  <a16:creationId xmlns:a16="http://schemas.microsoft.com/office/drawing/2014/main" id="{F39BA257-D0F8-0D64-CB2B-A4C0F2DCE5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29" name="Graphic 28" descr="Fir tree with solid fill">
              <a:extLst>
                <a:ext uri="{FF2B5EF4-FFF2-40B4-BE49-F238E27FC236}">
                  <a16:creationId xmlns:a16="http://schemas.microsoft.com/office/drawing/2014/main" id="{6DFCD5F0-BEBD-5E63-1FFB-2A54664A82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30" name="Graphic 29" descr="Fir tree with solid fill">
              <a:extLst>
                <a:ext uri="{FF2B5EF4-FFF2-40B4-BE49-F238E27FC236}">
                  <a16:creationId xmlns:a16="http://schemas.microsoft.com/office/drawing/2014/main" id="{4939B00D-E50B-FE65-6BFF-416070F8E6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31" name="Graphic 30" descr="Fir tree with solid fill">
              <a:extLst>
                <a:ext uri="{FF2B5EF4-FFF2-40B4-BE49-F238E27FC236}">
                  <a16:creationId xmlns:a16="http://schemas.microsoft.com/office/drawing/2014/main" id="{49FEB2A8-C70D-C860-3E41-92F2CFD089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32" name="Graphic 31" descr="Fir tree with solid fill">
              <a:extLst>
                <a:ext uri="{FF2B5EF4-FFF2-40B4-BE49-F238E27FC236}">
                  <a16:creationId xmlns:a16="http://schemas.microsoft.com/office/drawing/2014/main" id="{626754B2-57C4-1A44-9811-B3E472B02B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33" name="Graphic 32" descr="Fir tree with solid fill">
              <a:extLst>
                <a:ext uri="{FF2B5EF4-FFF2-40B4-BE49-F238E27FC236}">
                  <a16:creationId xmlns:a16="http://schemas.microsoft.com/office/drawing/2014/main" id="{4F9012E4-33BF-4688-99A4-F04DD6883F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34" name="Graphic 33" descr="Fir tree with solid fill">
              <a:extLst>
                <a:ext uri="{FF2B5EF4-FFF2-40B4-BE49-F238E27FC236}">
                  <a16:creationId xmlns:a16="http://schemas.microsoft.com/office/drawing/2014/main" id="{DBA6272A-C96B-E5F5-EB75-C15B4BF81A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35" name="Group 34">
            <a:extLst>
              <a:ext uri="{FF2B5EF4-FFF2-40B4-BE49-F238E27FC236}">
                <a16:creationId xmlns:a16="http://schemas.microsoft.com/office/drawing/2014/main" id="{DD9C5006-BC7A-664B-5102-40557299FAAD}"/>
              </a:ext>
            </a:extLst>
          </p:cNvPr>
          <p:cNvGrpSpPr/>
          <p:nvPr/>
        </p:nvGrpSpPr>
        <p:grpSpPr>
          <a:xfrm>
            <a:off x="254923" y="4271570"/>
            <a:ext cx="3070898" cy="2174671"/>
            <a:chOff x="4937760" y="4038600"/>
            <a:chExt cx="3550920" cy="2514600"/>
          </a:xfrm>
        </p:grpSpPr>
        <p:pic>
          <p:nvPicPr>
            <p:cNvPr id="36" name="Graphic 35" descr="Fir tree with solid fill">
              <a:extLst>
                <a:ext uri="{FF2B5EF4-FFF2-40B4-BE49-F238E27FC236}">
                  <a16:creationId xmlns:a16="http://schemas.microsoft.com/office/drawing/2014/main" id="{92CDFFB4-9A99-B5F8-CBA1-1E584A290B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37" name="Graphic 36" descr="Fir tree with solid fill">
              <a:extLst>
                <a:ext uri="{FF2B5EF4-FFF2-40B4-BE49-F238E27FC236}">
                  <a16:creationId xmlns:a16="http://schemas.microsoft.com/office/drawing/2014/main" id="{E67A3FE5-8A6E-39C1-9E65-8210371F2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38" name="Graphic 37" descr="Fir tree with solid fill">
              <a:extLst>
                <a:ext uri="{FF2B5EF4-FFF2-40B4-BE49-F238E27FC236}">
                  <a16:creationId xmlns:a16="http://schemas.microsoft.com/office/drawing/2014/main" id="{DE558913-116B-2A87-ADB5-D9BA4FEA4A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39" name="Graphic 38" descr="Fir tree with solid fill">
              <a:extLst>
                <a:ext uri="{FF2B5EF4-FFF2-40B4-BE49-F238E27FC236}">
                  <a16:creationId xmlns:a16="http://schemas.microsoft.com/office/drawing/2014/main" id="{DB55BE97-8162-AF4E-C47C-DBA897C64F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40" name="Graphic 39" descr="Fir tree with solid fill">
              <a:extLst>
                <a:ext uri="{FF2B5EF4-FFF2-40B4-BE49-F238E27FC236}">
                  <a16:creationId xmlns:a16="http://schemas.microsoft.com/office/drawing/2014/main" id="{CD92BCB5-7DC7-EDAE-01E3-B7E9FA58A1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41" name="Graphic 40" descr="Fir tree with solid fill">
              <a:extLst>
                <a:ext uri="{FF2B5EF4-FFF2-40B4-BE49-F238E27FC236}">
                  <a16:creationId xmlns:a16="http://schemas.microsoft.com/office/drawing/2014/main" id="{4DE33775-8090-4E1B-506E-E8678D7853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42" name="Graphic 41" descr="Fir tree with solid fill">
              <a:extLst>
                <a:ext uri="{FF2B5EF4-FFF2-40B4-BE49-F238E27FC236}">
                  <a16:creationId xmlns:a16="http://schemas.microsoft.com/office/drawing/2014/main" id="{1309F07E-A9CF-19BF-B63F-DE375B314C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43" name="Group 42">
            <a:extLst>
              <a:ext uri="{FF2B5EF4-FFF2-40B4-BE49-F238E27FC236}">
                <a16:creationId xmlns:a16="http://schemas.microsoft.com/office/drawing/2014/main" id="{6FBEE6A1-7525-C834-C2EE-72CECCCF8876}"/>
              </a:ext>
            </a:extLst>
          </p:cNvPr>
          <p:cNvGrpSpPr/>
          <p:nvPr/>
        </p:nvGrpSpPr>
        <p:grpSpPr>
          <a:xfrm>
            <a:off x="5921433" y="4202298"/>
            <a:ext cx="3070898" cy="2174671"/>
            <a:chOff x="4937760" y="4038600"/>
            <a:chExt cx="3550920" cy="2514600"/>
          </a:xfrm>
        </p:grpSpPr>
        <p:pic>
          <p:nvPicPr>
            <p:cNvPr id="44" name="Graphic 43" descr="Fir tree with solid fill">
              <a:extLst>
                <a:ext uri="{FF2B5EF4-FFF2-40B4-BE49-F238E27FC236}">
                  <a16:creationId xmlns:a16="http://schemas.microsoft.com/office/drawing/2014/main" id="{0AF2063F-D691-039F-5B97-F37B6BBD45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45" name="Graphic 44" descr="Fir tree with solid fill">
              <a:extLst>
                <a:ext uri="{FF2B5EF4-FFF2-40B4-BE49-F238E27FC236}">
                  <a16:creationId xmlns:a16="http://schemas.microsoft.com/office/drawing/2014/main" id="{22F3E09A-7F19-0040-848D-19297999EF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46" name="Graphic 45" descr="Fir tree with solid fill">
              <a:extLst>
                <a:ext uri="{FF2B5EF4-FFF2-40B4-BE49-F238E27FC236}">
                  <a16:creationId xmlns:a16="http://schemas.microsoft.com/office/drawing/2014/main" id="{D23E719E-D6A7-F930-5A53-9609B923C5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47" name="Graphic 46" descr="Fir tree with solid fill">
              <a:extLst>
                <a:ext uri="{FF2B5EF4-FFF2-40B4-BE49-F238E27FC236}">
                  <a16:creationId xmlns:a16="http://schemas.microsoft.com/office/drawing/2014/main" id="{FB290FA5-F808-5C92-FC72-4206FB6BC4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48" name="Graphic 47" descr="Fir tree with solid fill">
              <a:extLst>
                <a:ext uri="{FF2B5EF4-FFF2-40B4-BE49-F238E27FC236}">
                  <a16:creationId xmlns:a16="http://schemas.microsoft.com/office/drawing/2014/main" id="{04626C39-1268-9450-7B61-C0B9A43AC9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49" name="Graphic 48" descr="Fir tree with solid fill">
              <a:extLst>
                <a:ext uri="{FF2B5EF4-FFF2-40B4-BE49-F238E27FC236}">
                  <a16:creationId xmlns:a16="http://schemas.microsoft.com/office/drawing/2014/main" id="{8BA6B5C8-BCBD-98BF-B6B2-6D98EF48EA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50" name="Graphic 49" descr="Fir tree with solid fill">
              <a:extLst>
                <a:ext uri="{FF2B5EF4-FFF2-40B4-BE49-F238E27FC236}">
                  <a16:creationId xmlns:a16="http://schemas.microsoft.com/office/drawing/2014/main" id="{7554EB9A-225C-C029-2369-AB4A374428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sp>
        <p:nvSpPr>
          <p:cNvPr id="51" name="TextBox 50">
            <a:extLst>
              <a:ext uri="{FF2B5EF4-FFF2-40B4-BE49-F238E27FC236}">
                <a16:creationId xmlns:a16="http://schemas.microsoft.com/office/drawing/2014/main" id="{450B42D7-D23D-08F7-970D-E6FE979D5454}"/>
              </a:ext>
            </a:extLst>
          </p:cNvPr>
          <p:cNvSpPr txBox="1"/>
          <p:nvPr/>
        </p:nvSpPr>
        <p:spPr>
          <a:xfrm>
            <a:off x="8129848" y="220288"/>
            <a:ext cx="3790023" cy="4324261"/>
          </a:xfrm>
          <a:prstGeom prst="rect">
            <a:avLst/>
          </a:prstGeom>
          <a:noFill/>
        </p:spPr>
        <p:txBody>
          <a:bodyPr wrap="square">
            <a:spAutoFit/>
          </a:bodyPr>
          <a:lstStyle/>
          <a:p>
            <a:pPr algn="ctr"/>
            <a:r>
              <a:rPr lang="en-US" sz="2500" dirty="0">
                <a:solidFill>
                  <a:schemeClr val="accent6">
                    <a:lumMod val="50000"/>
                  </a:schemeClr>
                </a:solidFill>
                <a:latin typeface="Avenir Book" panose="02000503020000020003" pitchFamily="2" charset="0"/>
              </a:rPr>
              <a:t>Let’s stay we’re sampling trees, we want to know if soil conditions affect leaf size. </a:t>
            </a:r>
          </a:p>
          <a:p>
            <a:pPr algn="ctr"/>
            <a:endParaRPr lang="en-US" sz="2500" dirty="0">
              <a:solidFill>
                <a:schemeClr val="accent6">
                  <a:lumMod val="50000"/>
                </a:schemeClr>
              </a:solidFill>
              <a:latin typeface="Avenir Book" panose="02000503020000020003" pitchFamily="2" charset="0"/>
            </a:endParaRPr>
          </a:p>
          <a:p>
            <a:pPr algn="ctr"/>
            <a:r>
              <a:rPr lang="en-US" sz="2500" dirty="0">
                <a:solidFill>
                  <a:schemeClr val="accent6">
                    <a:lumMod val="50000"/>
                  </a:schemeClr>
                </a:solidFill>
                <a:latin typeface="Avenir Book" panose="02000503020000020003" pitchFamily="2" charset="0"/>
              </a:rPr>
              <a:t>We pick these 8 trees, and sample 10 leaves per tree</a:t>
            </a:r>
          </a:p>
          <a:p>
            <a:pPr algn="ctr"/>
            <a:endParaRPr lang="en-US" sz="2500" dirty="0">
              <a:solidFill>
                <a:schemeClr val="accent6">
                  <a:lumMod val="50000"/>
                </a:schemeClr>
              </a:solidFill>
              <a:latin typeface="Avenir Book" panose="02000503020000020003" pitchFamily="2" charset="0"/>
            </a:endParaRPr>
          </a:p>
          <a:p>
            <a:pPr algn="ctr"/>
            <a:r>
              <a:rPr lang="en-US" sz="2500" dirty="0">
                <a:solidFill>
                  <a:schemeClr val="accent6">
                    <a:lumMod val="50000"/>
                  </a:schemeClr>
                </a:solidFill>
                <a:latin typeface="Avenir Book" panose="02000503020000020003" pitchFamily="2" charset="0"/>
              </a:rPr>
              <a:t>Are our samples independent?</a:t>
            </a:r>
          </a:p>
        </p:txBody>
      </p:sp>
      <p:sp>
        <p:nvSpPr>
          <p:cNvPr id="100" name="Oval 99">
            <a:extLst>
              <a:ext uri="{FF2B5EF4-FFF2-40B4-BE49-F238E27FC236}">
                <a16:creationId xmlns:a16="http://schemas.microsoft.com/office/drawing/2014/main" id="{8341C969-6FD5-5631-F24A-66456EBDCCB9}"/>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a:extLst>
              <a:ext uri="{FF2B5EF4-FFF2-40B4-BE49-F238E27FC236}">
                <a16:creationId xmlns:a16="http://schemas.microsoft.com/office/drawing/2014/main" id="{2A15760B-A746-AED1-D6B7-406B266B16E9}"/>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9658CBC3-FA27-FF16-AB6E-1FAC99A1CCF7}"/>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a:extLst>
              <a:ext uri="{FF2B5EF4-FFF2-40B4-BE49-F238E27FC236}">
                <a16:creationId xmlns:a16="http://schemas.microsoft.com/office/drawing/2014/main" id="{31D24A7D-7A60-5437-1FA0-7BDC7E257EC0}"/>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a:extLst>
              <a:ext uri="{FF2B5EF4-FFF2-40B4-BE49-F238E27FC236}">
                <a16:creationId xmlns:a16="http://schemas.microsoft.com/office/drawing/2014/main" id="{47DEE0BD-0EA9-5910-9731-F88363AA9664}"/>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a:extLst>
              <a:ext uri="{FF2B5EF4-FFF2-40B4-BE49-F238E27FC236}">
                <a16:creationId xmlns:a16="http://schemas.microsoft.com/office/drawing/2014/main" id="{EBADA468-53B9-1278-EA3C-674E422D7C98}"/>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4782E842-50F8-5FBF-51AB-43652E8879DE}"/>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a:extLst>
              <a:ext uri="{FF2B5EF4-FFF2-40B4-BE49-F238E27FC236}">
                <a16:creationId xmlns:a16="http://schemas.microsoft.com/office/drawing/2014/main" id="{FE9C683A-2434-6086-0C19-8C1E1E607BB1}"/>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9227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E19ED-C9D7-959D-CE7B-ACC8BCD73DBB}"/>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F549962A-8A5D-F43E-8470-A5CC51A84D5D}"/>
              </a:ext>
            </a:extLst>
          </p:cNvPr>
          <p:cNvGrpSpPr/>
          <p:nvPr/>
        </p:nvGrpSpPr>
        <p:grpSpPr>
          <a:xfrm>
            <a:off x="346018" y="439403"/>
            <a:ext cx="3370623" cy="2386923"/>
            <a:chOff x="4937760" y="4038600"/>
            <a:chExt cx="3550920" cy="2514600"/>
          </a:xfrm>
        </p:grpSpPr>
        <p:pic>
          <p:nvPicPr>
            <p:cNvPr id="4" name="Graphic 3" descr="Fir tree with solid fill">
              <a:extLst>
                <a:ext uri="{FF2B5EF4-FFF2-40B4-BE49-F238E27FC236}">
                  <a16:creationId xmlns:a16="http://schemas.microsoft.com/office/drawing/2014/main" id="{4734AD8D-0F2C-DC15-CA09-8C2189AFF2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5" name="Graphic 4" descr="Fir tree with solid fill">
              <a:extLst>
                <a:ext uri="{FF2B5EF4-FFF2-40B4-BE49-F238E27FC236}">
                  <a16:creationId xmlns:a16="http://schemas.microsoft.com/office/drawing/2014/main" id="{D2159897-20F6-A06D-8143-DD2D632F8C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6" name="Graphic 5" descr="Fir tree with solid fill">
              <a:extLst>
                <a:ext uri="{FF2B5EF4-FFF2-40B4-BE49-F238E27FC236}">
                  <a16:creationId xmlns:a16="http://schemas.microsoft.com/office/drawing/2014/main" id="{AE075F5E-62A7-7A6F-605D-1F799BB925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7" name="Graphic 6" descr="Fir tree with solid fill">
              <a:extLst>
                <a:ext uri="{FF2B5EF4-FFF2-40B4-BE49-F238E27FC236}">
                  <a16:creationId xmlns:a16="http://schemas.microsoft.com/office/drawing/2014/main" id="{9925E0B5-1E51-6C48-F91D-2985CD8B12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8" name="Graphic 7" descr="Fir tree with solid fill">
              <a:extLst>
                <a:ext uri="{FF2B5EF4-FFF2-40B4-BE49-F238E27FC236}">
                  <a16:creationId xmlns:a16="http://schemas.microsoft.com/office/drawing/2014/main" id="{8A336C37-F542-41F6-D272-C4E9E12A19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9" name="Graphic 8" descr="Fir tree with solid fill">
              <a:extLst>
                <a:ext uri="{FF2B5EF4-FFF2-40B4-BE49-F238E27FC236}">
                  <a16:creationId xmlns:a16="http://schemas.microsoft.com/office/drawing/2014/main" id="{54438F99-2B5D-8715-3B65-2CE62E2F2D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10" name="Graphic 9" descr="Fir tree with solid fill">
              <a:extLst>
                <a:ext uri="{FF2B5EF4-FFF2-40B4-BE49-F238E27FC236}">
                  <a16:creationId xmlns:a16="http://schemas.microsoft.com/office/drawing/2014/main" id="{A5B251F3-1E02-C5DA-2288-C3F2701E6F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19" name="Group 18">
            <a:extLst>
              <a:ext uri="{FF2B5EF4-FFF2-40B4-BE49-F238E27FC236}">
                <a16:creationId xmlns:a16="http://schemas.microsoft.com/office/drawing/2014/main" id="{A84A2364-6CA7-1CC3-2009-241C1F05C60E}"/>
              </a:ext>
            </a:extLst>
          </p:cNvPr>
          <p:cNvGrpSpPr/>
          <p:nvPr/>
        </p:nvGrpSpPr>
        <p:grpSpPr>
          <a:xfrm>
            <a:off x="4339244" y="492050"/>
            <a:ext cx="3070898" cy="2174671"/>
            <a:chOff x="4937760" y="4038600"/>
            <a:chExt cx="3550920" cy="2514600"/>
          </a:xfrm>
        </p:grpSpPr>
        <p:pic>
          <p:nvPicPr>
            <p:cNvPr id="20" name="Graphic 19" descr="Fir tree with solid fill">
              <a:extLst>
                <a:ext uri="{FF2B5EF4-FFF2-40B4-BE49-F238E27FC236}">
                  <a16:creationId xmlns:a16="http://schemas.microsoft.com/office/drawing/2014/main" id="{B7F03FFC-A548-68B2-256C-B5EB94B742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21" name="Graphic 20" descr="Fir tree with solid fill">
              <a:extLst>
                <a:ext uri="{FF2B5EF4-FFF2-40B4-BE49-F238E27FC236}">
                  <a16:creationId xmlns:a16="http://schemas.microsoft.com/office/drawing/2014/main" id="{B3D5DCCB-3AFB-AECA-2326-E374E0D458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22" name="Graphic 21" descr="Fir tree with solid fill">
              <a:extLst>
                <a:ext uri="{FF2B5EF4-FFF2-40B4-BE49-F238E27FC236}">
                  <a16:creationId xmlns:a16="http://schemas.microsoft.com/office/drawing/2014/main" id="{353F7D58-8007-76D8-8188-200ADF692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23" name="Graphic 22" descr="Fir tree with solid fill">
              <a:extLst>
                <a:ext uri="{FF2B5EF4-FFF2-40B4-BE49-F238E27FC236}">
                  <a16:creationId xmlns:a16="http://schemas.microsoft.com/office/drawing/2014/main" id="{378B9118-CD8B-4862-4B43-53AF7C7F5C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24" name="Graphic 23" descr="Fir tree with solid fill">
              <a:extLst>
                <a:ext uri="{FF2B5EF4-FFF2-40B4-BE49-F238E27FC236}">
                  <a16:creationId xmlns:a16="http://schemas.microsoft.com/office/drawing/2014/main" id="{71DA9C92-CC89-56D6-DA62-508AB5D1A4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25" name="Graphic 24" descr="Fir tree with solid fill">
              <a:extLst>
                <a:ext uri="{FF2B5EF4-FFF2-40B4-BE49-F238E27FC236}">
                  <a16:creationId xmlns:a16="http://schemas.microsoft.com/office/drawing/2014/main" id="{28DDD989-BE58-1EFB-C07C-570C8F6C20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26" name="Graphic 25" descr="Fir tree with solid fill">
              <a:extLst>
                <a:ext uri="{FF2B5EF4-FFF2-40B4-BE49-F238E27FC236}">
                  <a16:creationId xmlns:a16="http://schemas.microsoft.com/office/drawing/2014/main" id="{4DEC1200-92D1-D26A-DB22-34C83515A8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27" name="Group 26">
            <a:extLst>
              <a:ext uri="{FF2B5EF4-FFF2-40B4-BE49-F238E27FC236}">
                <a16:creationId xmlns:a16="http://schemas.microsoft.com/office/drawing/2014/main" id="{2264A032-EBDB-3FCB-1B07-57D8B26B54D2}"/>
              </a:ext>
            </a:extLst>
          </p:cNvPr>
          <p:cNvGrpSpPr/>
          <p:nvPr/>
        </p:nvGrpSpPr>
        <p:grpSpPr>
          <a:xfrm>
            <a:off x="2995354" y="2922137"/>
            <a:ext cx="3070898" cy="2174671"/>
            <a:chOff x="4937760" y="4038600"/>
            <a:chExt cx="3550920" cy="2514600"/>
          </a:xfrm>
        </p:grpSpPr>
        <p:pic>
          <p:nvPicPr>
            <p:cNvPr id="28" name="Graphic 27" descr="Fir tree with solid fill">
              <a:extLst>
                <a:ext uri="{FF2B5EF4-FFF2-40B4-BE49-F238E27FC236}">
                  <a16:creationId xmlns:a16="http://schemas.microsoft.com/office/drawing/2014/main" id="{BDA98DCE-47EF-EEF7-45CF-7F00D28F14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29" name="Graphic 28" descr="Fir tree with solid fill">
              <a:extLst>
                <a:ext uri="{FF2B5EF4-FFF2-40B4-BE49-F238E27FC236}">
                  <a16:creationId xmlns:a16="http://schemas.microsoft.com/office/drawing/2014/main" id="{FDFE5F1D-9589-23FB-C04E-5289100A88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30" name="Graphic 29" descr="Fir tree with solid fill">
              <a:extLst>
                <a:ext uri="{FF2B5EF4-FFF2-40B4-BE49-F238E27FC236}">
                  <a16:creationId xmlns:a16="http://schemas.microsoft.com/office/drawing/2014/main" id="{3C1A2BC1-8596-47B9-DADF-BD5FB18E62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31" name="Graphic 30" descr="Fir tree with solid fill">
              <a:extLst>
                <a:ext uri="{FF2B5EF4-FFF2-40B4-BE49-F238E27FC236}">
                  <a16:creationId xmlns:a16="http://schemas.microsoft.com/office/drawing/2014/main" id="{ADA859D6-9299-DFCA-155F-47BFC8246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32" name="Graphic 31" descr="Fir tree with solid fill">
              <a:extLst>
                <a:ext uri="{FF2B5EF4-FFF2-40B4-BE49-F238E27FC236}">
                  <a16:creationId xmlns:a16="http://schemas.microsoft.com/office/drawing/2014/main" id="{A9243511-ABFC-3CBE-019E-01884E5539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33" name="Graphic 32" descr="Fir tree with solid fill">
              <a:extLst>
                <a:ext uri="{FF2B5EF4-FFF2-40B4-BE49-F238E27FC236}">
                  <a16:creationId xmlns:a16="http://schemas.microsoft.com/office/drawing/2014/main" id="{7F9292A7-2A12-D191-EA3F-D73EE7A5E9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34" name="Graphic 33" descr="Fir tree with solid fill">
              <a:extLst>
                <a:ext uri="{FF2B5EF4-FFF2-40B4-BE49-F238E27FC236}">
                  <a16:creationId xmlns:a16="http://schemas.microsoft.com/office/drawing/2014/main" id="{079279D6-81F7-01E2-00E5-D9E89F71D7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35" name="Group 34">
            <a:extLst>
              <a:ext uri="{FF2B5EF4-FFF2-40B4-BE49-F238E27FC236}">
                <a16:creationId xmlns:a16="http://schemas.microsoft.com/office/drawing/2014/main" id="{9FA6393C-F401-EB59-9D09-7702843B0CAD}"/>
              </a:ext>
            </a:extLst>
          </p:cNvPr>
          <p:cNvGrpSpPr/>
          <p:nvPr/>
        </p:nvGrpSpPr>
        <p:grpSpPr>
          <a:xfrm>
            <a:off x="254923" y="4271570"/>
            <a:ext cx="3070898" cy="2174671"/>
            <a:chOff x="4937760" y="4038600"/>
            <a:chExt cx="3550920" cy="2514600"/>
          </a:xfrm>
        </p:grpSpPr>
        <p:pic>
          <p:nvPicPr>
            <p:cNvPr id="36" name="Graphic 35" descr="Fir tree with solid fill">
              <a:extLst>
                <a:ext uri="{FF2B5EF4-FFF2-40B4-BE49-F238E27FC236}">
                  <a16:creationId xmlns:a16="http://schemas.microsoft.com/office/drawing/2014/main" id="{B490246C-1A19-3A2A-7D30-BA57996367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37" name="Graphic 36" descr="Fir tree with solid fill">
              <a:extLst>
                <a:ext uri="{FF2B5EF4-FFF2-40B4-BE49-F238E27FC236}">
                  <a16:creationId xmlns:a16="http://schemas.microsoft.com/office/drawing/2014/main" id="{FF471968-823C-6AB8-D751-0CE0DD6ED5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38" name="Graphic 37" descr="Fir tree with solid fill">
              <a:extLst>
                <a:ext uri="{FF2B5EF4-FFF2-40B4-BE49-F238E27FC236}">
                  <a16:creationId xmlns:a16="http://schemas.microsoft.com/office/drawing/2014/main" id="{97AD7A29-1283-9BE2-B866-FFE23E396A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39" name="Graphic 38" descr="Fir tree with solid fill">
              <a:extLst>
                <a:ext uri="{FF2B5EF4-FFF2-40B4-BE49-F238E27FC236}">
                  <a16:creationId xmlns:a16="http://schemas.microsoft.com/office/drawing/2014/main" id="{A32F1FF1-4D67-A8EF-4FB6-DF750A54B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40" name="Graphic 39" descr="Fir tree with solid fill">
              <a:extLst>
                <a:ext uri="{FF2B5EF4-FFF2-40B4-BE49-F238E27FC236}">
                  <a16:creationId xmlns:a16="http://schemas.microsoft.com/office/drawing/2014/main" id="{2A55E6E6-8E4E-3F02-5B07-6C5E2ECDD8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41" name="Graphic 40" descr="Fir tree with solid fill">
              <a:extLst>
                <a:ext uri="{FF2B5EF4-FFF2-40B4-BE49-F238E27FC236}">
                  <a16:creationId xmlns:a16="http://schemas.microsoft.com/office/drawing/2014/main" id="{89B02C35-C241-97EE-F077-5836BDA95E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42" name="Graphic 41" descr="Fir tree with solid fill">
              <a:extLst>
                <a:ext uri="{FF2B5EF4-FFF2-40B4-BE49-F238E27FC236}">
                  <a16:creationId xmlns:a16="http://schemas.microsoft.com/office/drawing/2014/main" id="{8C9463E0-A102-E8C0-B86F-6E2DA1382E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grpSp>
        <p:nvGrpSpPr>
          <p:cNvPr id="43" name="Group 42">
            <a:extLst>
              <a:ext uri="{FF2B5EF4-FFF2-40B4-BE49-F238E27FC236}">
                <a16:creationId xmlns:a16="http://schemas.microsoft.com/office/drawing/2014/main" id="{D14BC701-147C-C2C9-4669-C9A94028E73B}"/>
              </a:ext>
            </a:extLst>
          </p:cNvPr>
          <p:cNvGrpSpPr/>
          <p:nvPr/>
        </p:nvGrpSpPr>
        <p:grpSpPr>
          <a:xfrm>
            <a:off x="5921433" y="4202298"/>
            <a:ext cx="3070898" cy="2174671"/>
            <a:chOff x="4937760" y="4038600"/>
            <a:chExt cx="3550920" cy="2514600"/>
          </a:xfrm>
        </p:grpSpPr>
        <p:pic>
          <p:nvPicPr>
            <p:cNvPr id="44" name="Graphic 43" descr="Fir tree with solid fill">
              <a:extLst>
                <a:ext uri="{FF2B5EF4-FFF2-40B4-BE49-F238E27FC236}">
                  <a16:creationId xmlns:a16="http://schemas.microsoft.com/office/drawing/2014/main" id="{45D07C61-37F8-3990-7389-90C50450D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5000" y="4038600"/>
              <a:ext cx="914400" cy="914400"/>
            </a:xfrm>
            <a:prstGeom prst="rect">
              <a:avLst/>
            </a:prstGeom>
          </p:spPr>
        </p:pic>
        <p:pic>
          <p:nvPicPr>
            <p:cNvPr id="45" name="Graphic 44" descr="Fir tree with solid fill">
              <a:extLst>
                <a:ext uri="{FF2B5EF4-FFF2-40B4-BE49-F238E27FC236}">
                  <a16:creationId xmlns:a16="http://schemas.microsoft.com/office/drawing/2014/main" id="{7F997ABF-6AAE-3911-0B66-284522A830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0280" y="5151120"/>
              <a:ext cx="914400" cy="914400"/>
            </a:xfrm>
            <a:prstGeom prst="rect">
              <a:avLst/>
            </a:prstGeom>
          </p:spPr>
        </p:pic>
        <p:pic>
          <p:nvPicPr>
            <p:cNvPr id="46" name="Graphic 45" descr="Fir tree with solid fill">
              <a:extLst>
                <a:ext uri="{FF2B5EF4-FFF2-40B4-BE49-F238E27FC236}">
                  <a16:creationId xmlns:a16="http://schemas.microsoft.com/office/drawing/2014/main" id="{74425A4B-6CAC-2AB7-CD14-98C4EB49F8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3040" y="5608320"/>
              <a:ext cx="914400" cy="914400"/>
            </a:xfrm>
            <a:prstGeom prst="rect">
              <a:avLst/>
            </a:prstGeom>
          </p:spPr>
        </p:pic>
        <p:pic>
          <p:nvPicPr>
            <p:cNvPr id="47" name="Graphic 46" descr="Fir tree with solid fill">
              <a:extLst>
                <a:ext uri="{FF2B5EF4-FFF2-40B4-BE49-F238E27FC236}">
                  <a16:creationId xmlns:a16="http://schemas.microsoft.com/office/drawing/2014/main" id="{7FF08C57-FBC2-F6C6-CD45-E4632D0739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7760" y="4251960"/>
              <a:ext cx="914400" cy="914400"/>
            </a:xfrm>
            <a:prstGeom prst="rect">
              <a:avLst/>
            </a:prstGeom>
          </p:spPr>
        </p:pic>
        <p:pic>
          <p:nvPicPr>
            <p:cNvPr id="48" name="Graphic 47" descr="Fir tree with solid fill">
              <a:extLst>
                <a:ext uri="{FF2B5EF4-FFF2-40B4-BE49-F238E27FC236}">
                  <a16:creationId xmlns:a16="http://schemas.microsoft.com/office/drawing/2014/main" id="{BF55D1A8-55F2-6B70-D816-3552B01969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42760" y="4206240"/>
              <a:ext cx="914400" cy="914400"/>
            </a:xfrm>
            <a:prstGeom prst="rect">
              <a:avLst/>
            </a:prstGeom>
          </p:spPr>
        </p:pic>
        <p:pic>
          <p:nvPicPr>
            <p:cNvPr id="49" name="Graphic 48" descr="Fir tree with solid fill">
              <a:extLst>
                <a:ext uri="{FF2B5EF4-FFF2-40B4-BE49-F238E27FC236}">
                  <a16:creationId xmlns:a16="http://schemas.microsoft.com/office/drawing/2014/main" id="{D9881771-9F4F-49C8-78AA-8D10C08A22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49440" y="5638800"/>
              <a:ext cx="914400" cy="914400"/>
            </a:xfrm>
            <a:prstGeom prst="rect">
              <a:avLst/>
            </a:prstGeom>
          </p:spPr>
        </p:pic>
        <p:pic>
          <p:nvPicPr>
            <p:cNvPr id="50" name="Graphic 49" descr="Fir tree with solid fill">
              <a:extLst>
                <a:ext uri="{FF2B5EF4-FFF2-40B4-BE49-F238E27FC236}">
                  <a16:creationId xmlns:a16="http://schemas.microsoft.com/office/drawing/2014/main" id="{17BF57A8-FD8F-B0D6-61D3-FC641A0F2D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280" y="4846320"/>
              <a:ext cx="914400" cy="914400"/>
            </a:xfrm>
            <a:prstGeom prst="rect">
              <a:avLst/>
            </a:prstGeom>
          </p:spPr>
        </p:pic>
      </p:grpSp>
      <p:sp>
        <p:nvSpPr>
          <p:cNvPr id="51" name="TextBox 50">
            <a:extLst>
              <a:ext uri="{FF2B5EF4-FFF2-40B4-BE49-F238E27FC236}">
                <a16:creationId xmlns:a16="http://schemas.microsoft.com/office/drawing/2014/main" id="{FCD60C9E-399B-89CC-C3A4-44CC946EB531}"/>
              </a:ext>
            </a:extLst>
          </p:cNvPr>
          <p:cNvSpPr txBox="1"/>
          <p:nvPr/>
        </p:nvSpPr>
        <p:spPr>
          <a:xfrm>
            <a:off x="8401977" y="236913"/>
            <a:ext cx="3790023" cy="5478423"/>
          </a:xfrm>
          <a:prstGeom prst="rect">
            <a:avLst/>
          </a:prstGeom>
          <a:noFill/>
        </p:spPr>
        <p:txBody>
          <a:bodyPr wrap="square">
            <a:spAutoFit/>
          </a:bodyPr>
          <a:lstStyle/>
          <a:p>
            <a:pPr algn="ctr"/>
            <a:r>
              <a:rPr lang="en-US" sz="2500" dirty="0">
                <a:solidFill>
                  <a:schemeClr val="accent6">
                    <a:lumMod val="50000"/>
                  </a:schemeClr>
                </a:solidFill>
                <a:latin typeface="Avenir Book" panose="02000503020000020003" pitchFamily="2" charset="0"/>
              </a:rPr>
              <a:t>Let’s stay we’re sampling trees, we want to know if soil conditions affect leaf size. </a:t>
            </a:r>
          </a:p>
          <a:p>
            <a:pPr algn="ctr"/>
            <a:endParaRPr lang="en-US" sz="2500" dirty="0">
              <a:solidFill>
                <a:schemeClr val="accent6">
                  <a:lumMod val="50000"/>
                </a:schemeClr>
              </a:solidFill>
              <a:latin typeface="Avenir Book" panose="02000503020000020003" pitchFamily="2" charset="0"/>
            </a:endParaRPr>
          </a:p>
          <a:p>
            <a:pPr algn="ctr"/>
            <a:r>
              <a:rPr lang="en-US" sz="2500" dirty="0">
                <a:solidFill>
                  <a:schemeClr val="accent6">
                    <a:lumMod val="50000"/>
                  </a:schemeClr>
                </a:solidFill>
                <a:latin typeface="Avenir Book" panose="02000503020000020003" pitchFamily="2" charset="0"/>
              </a:rPr>
              <a:t>We pick these 8 trees, and sample 10 leaves per tree</a:t>
            </a:r>
          </a:p>
          <a:p>
            <a:pPr algn="ctr"/>
            <a:endParaRPr lang="en-US" sz="2500" dirty="0">
              <a:solidFill>
                <a:schemeClr val="accent6">
                  <a:lumMod val="50000"/>
                </a:schemeClr>
              </a:solidFill>
              <a:latin typeface="Avenir Book" panose="02000503020000020003" pitchFamily="2" charset="0"/>
            </a:endParaRPr>
          </a:p>
          <a:p>
            <a:pPr algn="ctr"/>
            <a:r>
              <a:rPr lang="en-US" sz="2500" dirty="0">
                <a:solidFill>
                  <a:schemeClr val="accent6">
                    <a:lumMod val="50000"/>
                  </a:schemeClr>
                </a:solidFill>
                <a:latin typeface="Avenir Book" panose="02000503020000020003" pitchFamily="2" charset="0"/>
              </a:rPr>
              <a:t>Are our samples independent?</a:t>
            </a:r>
          </a:p>
          <a:p>
            <a:pPr algn="ctr"/>
            <a:endParaRPr lang="en-US" sz="2500" dirty="0">
              <a:solidFill>
                <a:schemeClr val="accent6">
                  <a:lumMod val="50000"/>
                </a:schemeClr>
              </a:solidFill>
              <a:latin typeface="Avenir Book" panose="02000503020000020003" pitchFamily="2" charset="0"/>
            </a:endParaRPr>
          </a:p>
          <a:p>
            <a:pPr algn="ctr"/>
            <a:endParaRPr lang="en-US" sz="2500" dirty="0">
              <a:solidFill>
                <a:schemeClr val="accent6">
                  <a:lumMod val="50000"/>
                </a:schemeClr>
              </a:solidFill>
              <a:latin typeface="Avenir Book" panose="02000503020000020003" pitchFamily="2" charset="0"/>
            </a:endParaRPr>
          </a:p>
          <a:p>
            <a:pPr algn="ctr"/>
            <a:r>
              <a:rPr lang="en-US" sz="2500" dirty="0">
                <a:solidFill>
                  <a:schemeClr val="accent6">
                    <a:lumMod val="50000"/>
                  </a:schemeClr>
                </a:solidFill>
                <a:latin typeface="Avenir Book" panose="02000503020000020003" pitchFamily="2" charset="0"/>
              </a:rPr>
              <a:t>What can we do?</a:t>
            </a:r>
          </a:p>
        </p:txBody>
      </p:sp>
      <p:sp>
        <p:nvSpPr>
          <p:cNvPr id="100" name="Oval 99">
            <a:extLst>
              <a:ext uri="{FF2B5EF4-FFF2-40B4-BE49-F238E27FC236}">
                <a16:creationId xmlns:a16="http://schemas.microsoft.com/office/drawing/2014/main" id="{F9EE15AB-6A30-24A6-1DB8-D98D8C2A2698}"/>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a:extLst>
              <a:ext uri="{FF2B5EF4-FFF2-40B4-BE49-F238E27FC236}">
                <a16:creationId xmlns:a16="http://schemas.microsoft.com/office/drawing/2014/main" id="{C91DE929-2228-4D5D-8800-477CA1519392}"/>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5A1B6577-4688-7DDD-0F2A-8979F31D11E1}"/>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a:extLst>
              <a:ext uri="{FF2B5EF4-FFF2-40B4-BE49-F238E27FC236}">
                <a16:creationId xmlns:a16="http://schemas.microsoft.com/office/drawing/2014/main" id="{87DD4BCC-6D9F-DAF3-0B2C-C7E632E6BD28}"/>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a:extLst>
              <a:ext uri="{FF2B5EF4-FFF2-40B4-BE49-F238E27FC236}">
                <a16:creationId xmlns:a16="http://schemas.microsoft.com/office/drawing/2014/main" id="{FC29F451-E9C6-E682-DE3A-DECCAF81A472}"/>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a:extLst>
              <a:ext uri="{FF2B5EF4-FFF2-40B4-BE49-F238E27FC236}">
                <a16:creationId xmlns:a16="http://schemas.microsoft.com/office/drawing/2014/main" id="{F1A1C0B9-4F4A-266D-7E44-4917C4359C17}"/>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C98BD1BA-0FE3-BAEE-A1F2-969958046EEB}"/>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a:extLst>
              <a:ext uri="{FF2B5EF4-FFF2-40B4-BE49-F238E27FC236}">
                <a16:creationId xmlns:a16="http://schemas.microsoft.com/office/drawing/2014/main" id="{80DC03C9-7639-C20F-721A-034C80A591DC}"/>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94012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A838-EE36-2BCB-8021-5529AF311A5F}"/>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7B1A41CA-6146-ADEA-9EE5-250729F052DA}"/>
              </a:ext>
            </a:extLst>
          </p:cNvPr>
          <p:cNvSpPr txBox="1"/>
          <p:nvPr/>
        </p:nvSpPr>
        <p:spPr>
          <a:xfrm>
            <a:off x="571388" y="1861715"/>
            <a:ext cx="5430401" cy="1631216"/>
          </a:xfrm>
          <a:prstGeom prst="rect">
            <a:avLst/>
          </a:prstGeom>
          <a:noFill/>
        </p:spPr>
        <p:txBody>
          <a:bodyPr wrap="square">
            <a:spAutoFit/>
          </a:bodyPr>
          <a:lstStyle/>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We could include ‘</a:t>
            </a:r>
            <a:r>
              <a:rPr lang="en-US" sz="2500" dirty="0" err="1">
                <a:solidFill>
                  <a:schemeClr val="accent6">
                    <a:lumMod val="50000"/>
                  </a:schemeClr>
                </a:solidFill>
                <a:latin typeface="Avenir Book" panose="02000503020000020003" pitchFamily="2" charset="0"/>
              </a:rPr>
              <a:t>TreeID</a:t>
            </a:r>
            <a:r>
              <a:rPr lang="en-US" sz="2500" dirty="0">
                <a:solidFill>
                  <a:schemeClr val="accent6">
                    <a:lumMod val="50000"/>
                  </a:schemeClr>
                </a:solidFill>
                <a:latin typeface="Avenir Book" panose="02000503020000020003" pitchFamily="2" charset="0"/>
              </a:rPr>
              <a:t>’ as a predictor in our model</a:t>
            </a:r>
          </a:p>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But then we’ll get an estimate for every tree</a:t>
            </a:r>
          </a:p>
        </p:txBody>
      </p:sp>
      <p:grpSp>
        <p:nvGrpSpPr>
          <p:cNvPr id="11" name="Group 10">
            <a:extLst>
              <a:ext uri="{FF2B5EF4-FFF2-40B4-BE49-F238E27FC236}">
                <a16:creationId xmlns:a16="http://schemas.microsoft.com/office/drawing/2014/main" id="{17C590ED-D63E-F69F-67CD-C7365B4DED04}"/>
              </a:ext>
            </a:extLst>
          </p:cNvPr>
          <p:cNvGrpSpPr/>
          <p:nvPr/>
        </p:nvGrpSpPr>
        <p:grpSpPr>
          <a:xfrm>
            <a:off x="6815428" y="2059036"/>
            <a:ext cx="5036480" cy="3759874"/>
            <a:chOff x="254923" y="144087"/>
            <a:chExt cx="8737408" cy="6522720"/>
          </a:xfrm>
        </p:grpSpPr>
        <p:grpSp>
          <p:nvGrpSpPr>
            <p:cNvPr id="2" name="Group 1">
              <a:extLst>
                <a:ext uri="{FF2B5EF4-FFF2-40B4-BE49-F238E27FC236}">
                  <a16:creationId xmlns:a16="http://schemas.microsoft.com/office/drawing/2014/main" id="{B50A9A77-28A1-99D6-ACC5-2BD1698185A7}"/>
                </a:ext>
              </a:extLst>
            </p:cNvPr>
            <p:cNvGrpSpPr/>
            <p:nvPr/>
          </p:nvGrpSpPr>
          <p:grpSpPr>
            <a:xfrm>
              <a:off x="254923" y="439403"/>
              <a:ext cx="8737408" cy="6006838"/>
              <a:chOff x="254923" y="439403"/>
              <a:chExt cx="8737408" cy="6006838"/>
            </a:xfrm>
          </p:grpSpPr>
          <p:pic>
            <p:nvPicPr>
              <p:cNvPr id="4" name="Graphic 3" descr="Fir tree with solid fill">
                <a:extLst>
                  <a:ext uri="{FF2B5EF4-FFF2-40B4-BE49-F238E27FC236}">
                    <a16:creationId xmlns:a16="http://schemas.microsoft.com/office/drawing/2014/main" id="{26ABFDE1-C6BA-77A9-BC12-071680C7CD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794" y="439403"/>
                <a:ext cx="867972" cy="867972"/>
              </a:xfrm>
              <a:prstGeom prst="rect">
                <a:avLst/>
              </a:prstGeom>
            </p:spPr>
          </p:pic>
          <p:pic>
            <p:nvPicPr>
              <p:cNvPr id="5" name="Graphic 4" descr="Fir tree with solid fill">
                <a:extLst>
                  <a:ext uri="{FF2B5EF4-FFF2-40B4-BE49-F238E27FC236}">
                    <a16:creationId xmlns:a16="http://schemas.microsoft.com/office/drawing/2014/main" id="{06EAD800-90EF-3418-FF80-225FA2812C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2050" y="1495436"/>
                <a:ext cx="867972" cy="867972"/>
              </a:xfrm>
              <a:prstGeom prst="rect">
                <a:avLst/>
              </a:prstGeom>
            </p:spPr>
          </p:pic>
          <p:pic>
            <p:nvPicPr>
              <p:cNvPr id="6" name="Graphic 5" descr="Fir tree with solid fill">
                <a:extLst>
                  <a:ext uri="{FF2B5EF4-FFF2-40B4-BE49-F238E27FC236}">
                    <a16:creationId xmlns:a16="http://schemas.microsoft.com/office/drawing/2014/main" id="{F8356A16-A78A-39DA-1686-BAFA326EEA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274" y="1929422"/>
                <a:ext cx="867972" cy="867972"/>
              </a:xfrm>
              <a:prstGeom prst="rect">
                <a:avLst/>
              </a:prstGeom>
            </p:spPr>
          </p:pic>
          <p:pic>
            <p:nvPicPr>
              <p:cNvPr id="7" name="Graphic 6" descr="Fir tree with solid fill">
                <a:extLst>
                  <a:ext uri="{FF2B5EF4-FFF2-40B4-BE49-F238E27FC236}">
                    <a16:creationId xmlns:a16="http://schemas.microsoft.com/office/drawing/2014/main" id="{BFA68A29-41F2-64DE-E59E-1D5406A490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018" y="641930"/>
                <a:ext cx="867972" cy="867972"/>
              </a:xfrm>
              <a:prstGeom prst="rect">
                <a:avLst/>
              </a:prstGeom>
            </p:spPr>
          </p:pic>
          <p:pic>
            <p:nvPicPr>
              <p:cNvPr id="8" name="Graphic 7" descr="Fir tree with solid fill">
                <a:extLst>
                  <a:ext uri="{FF2B5EF4-FFF2-40B4-BE49-F238E27FC236}">
                    <a16:creationId xmlns:a16="http://schemas.microsoft.com/office/drawing/2014/main" id="{35DF5CAD-47A3-FBF0-9343-E42B5D302A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54292" y="598531"/>
                <a:ext cx="867972" cy="867972"/>
              </a:xfrm>
              <a:prstGeom prst="rect">
                <a:avLst/>
              </a:prstGeom>
            </p:spPr>
          </p:pic>
          <p:pic>
            <p:nvPicPr>
              <p:cNvPr id="9" name="Graphic 8" descr="Fir tree with solid fill">
                <a:extLst>
                  <a:ext uri="{FF2B5EF4-FFF2-40B4-BE49-F238E27FC236}">
                    <a16:creationId xmlns:a16="http://schemas.microsoft.com/office/drawing/2014/main" id="{0822584B-E9D2-F16E-ED76-495CC95334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5555" y="1958354"/>
                <a:ext cx="867972" cy="867972"/>
              </a:xfrm>
              <a:prstGeom prst="rect">
                <a:avLst/>
              </a:prstGeom>
            </p:spPr>
          </p:pic>
          <p:pic>
            <p:nvPicPr>
              <p:cNvPr id="10" name="Graphic 9" descr="Fir tree with solid fill">
                <a:extLst>
                  <a:ext uri="{FF2B5EF4-FFF2-40B4-BE49-F238E27FC236}">
                    <a16:creationId xmlns:a16="http://schemas.microsoft.com/office/drawing/2014/main" id="{11CED28D-E0BE-36C6-1477-80E6DB644F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48669" y="1206112"/>
                <a:ext cx="867972" cy="867972"/>
              </a:xfrm>
              <a:prstGeom prst="rect">
                <a:avLst/>
              </a:prstGeom>
            </p:spPr>
          </p:pic>
          <p:pic>
            <p:nvPicPr>
              <p:cNvPr id="20" name="Graphic 19" descr="Fir tree with solid fill">
                <a:extLst>
                  <a:ext uri="{FF2B5EF4-FFF2-40B4-BE49-F238E27FC236}">
                    <a16:creationId xmlns:a16="http://schemas.microsoft.com/office/drawing/2014/main" id="{FD900136-52CC-B6B9-8160-98E19DA0E0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1415" y="492050"/>
                <a:ext cx="790789" cy="790789"/>
              </a:xfrm>
              <a:prstGeom prst="rect">
                <a:avLst/>
              </a:prstGeom>
            </p:spPr>
          </p:pic>
          <p:pic>
            <p:nvPicPr>
              <p:cNvPr id="21" name="Graphic 20" descr="Fir tree with solid fill">
                <a:extLst>
                  <a:ext uri="{FF2B5EF4-FFF2-40B4-BE49-F238E27FC236}">
                    <a16:creationId xmlns:a16="http://schemas.microsoft.com/office/drawing/2014/main" id="{BF50EA2D-A5C3-B716-4F28-189DEBD866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1371" y="1454177"/>
                <a:ext cx="790789" cy="790789"/>
              </a:xfrm>
              <a:prstGeom prst="rect">
                <a:avLst/>
              </a:prstGeom>
            </p:spPr>
          </p:pic>
          <p:pic>
            <p:nvPicPr>
              <p:cNvPr id="22" name="Graphic 21" descr="Fir tree with solid fill">
                <a:extLst>
                  <a:ext uri="{FF2B5EF4-FFF2-40B4-BE49-F238E27FC236}">
                    <a16:creationId xmlns:a16="http://schemas.microsoft.com/office/drawing/2014/main" id="{0B15F60C-F19A-7F21-04A6-C6FBFB8964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9200" y="1849572"/>
                <a:ext cx="790789" cy="790789"/>
              </a:xfrm>
              <a:prstGeom prst="rect">
                <a:avLst/>
              </a:prstGeom>
            </p:spPr>
          </p:pic>
          <p:pic>
            <p:nvPicPr>
              <p:cNvPr id="23" name="Graphic 22" descr="Fir tree with solid fill">
                <a:extLst>
                  <a:ext uri="{FF2B5EF4-FFF2-40B4-BE49-F238E27FC236}">
                    <a16:creationId xmlns:a16="http://schemas.microsoft.com/office/drawing/2014/main" id="{1475367C-B895-472D-7156-410ACD0DD7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9244" y="676568"/>
                <a:ext cx="790789" cy="790789"/>
              </a:xfrm>
              <a:prstGeom prst="rect">
                <a:avLst/>
              </a:prstGeom>
            </p:spPr>
          </p:pic>
          <p:pic>
            <p:nvPicPr>
              <p:cNvPr id="24" name="Graphic 23" descr="Fir tree with solid fill">
                <a:extLst>
                  <a:ext uri="{FF2B5EF4-FFF2-40B4-BE49-F238E27FC236}">
                    <a16:creationId xmlns:a16="http://schemas.microsoft.com/office/drawing/2014/main" id="{F8CE0F65-E25B-A7E5-0D12-8800227B3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86721" y="637028"/>
                <a:ext cx="790789" cy="790789"/>
              </a:xfrm>
              <a:prstGeom prst="rect">
                <a:avLst/>
              </a:prstGeom>
            </p:spPr>
          </p:pic>
          <p:pic>
            <p:nvPicPr>
              <p:cNvPr id="25" name="Graphic 24" descr="Fir tree with solid fill">
                <a:extLst>
                  <a:ext uri="{FF2B5EF4-FFF2-40B4-BE49-F238E27FC236}">
                    <a16:creationId xmlns:a16="http://schemas.microsoft.com/office/drawing/2014/main" id="{5C1A2C14-1A0A-1CDF-7276-7478A393F9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8980" y="1875932"/>
                <a:ext cx="790789" cy="790789"/>
              </a:xfrm>
              <a:prstGeom prst="rect">
                <a:avLst/>
              </a:prstGeom>
            </p:spPr>
          </p:pic>
          <p:pic>
            <p:nvPicPr>
              <p:cNvPr id="26" name="Graphic 25" descr="Fir tree with solid fill">
                <a:extLst>
                  <a:ext uri="{FF2B5EF4-FFF2-40B4-BE49-F238E27FC236}">
                    <a16:creationId xmlns:a16="http://schemas.microsoft.com/office/drawing/2014/main" id="{AD04A901-9C1F-8E64-6113-7C98206ECB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9353" y="1190581"/>
                <a:ext cx="790789" cy="790789"/>
              </a:xfrm>
              <a:prstGeom prst="rect">
                <a:avLst/>
              </a:prstGeom>
            </p:spPr>
          </p:pic>
          <p:pic>
            <p:nvPicPr>
              <p:cNvPr id="28" name="Graphic 27" descr="Fir tree with solid fill">
                <a:extLst>
                  <a:ext uri="{FF2B5EF4-FFF2-40B4-BE49-F238E27FC236}">
                    <a16:creationId xmlns:a16="http://schemas.microsoft.com/office/drawing/2014/main" id="{575CDAFA-EBCE-7139-3667-B91E5B168D9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7525" y="2922137"/>
                <a:ext cx="790789" cy="790789"/>
              </a:xfrm>
              <a:prstGeom prst="rect">
                <a:avLst/>
              </a:prstGeom>
            </p:spPr>
          </p:pic>
          <p:pic>
            <p:nvPicPr>
              <p:cNvPr id="29" name="Graphic 28" descr="Fir tree with solid fill">
                <a:extLst>
                  <a:ext uri="{FF2B5EF4-FFF2-40B4-BE49-F238E27FC236}">
                    <a16:creationId xmlns:a16="http://schemas.microsoft.com/office/drawing/2014/main" id="{C6189B5C-9699-2FD6-B299-B2B005C5AE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7481" y="3884264"/>
                <a:ext cx="790789" cy="790789"/>
              </a:xfrm>
              <a:prstGeom prst="rect">
                <a:avLst/>
              </a:prstGeom>
            </p:spPr>
          </p:pic>
          <p:pic>
            <p:nvPicPr>
              <p:cNvPr id="30" name="Graphic 29" descr="Fir tree with solid fill">
                <a:extLst>
                  <a:ext uri="{FF2B5EF4-FFF2-40B4-BE49-F238E27FC236}">
                    <a16:creationId xmlns:a16="http://schemas.microsoft.com/office/drawing/2014/main" id="{56CA07FB-ED44-2F58-ADA4-FF42C92E3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5310" y="4279659"/>
                <a:ext cx="790789" cy="790789"/>
              </a:xfrm>
              <a:prstGeom prst="rect">
                <a:avLst/>
              </a:prstGeom>
            </p:spPr>
          </p:pic>
          <p:pic>
            <p:nvPicPr>
              <p:cNvPr id="31" name="Graphic 30" descr="Fir tree with solid fill">
                <a:extLst>
                  <a:ext uri="{FF2B5EF4-FFF2-40B4-BE49-F238E27FC236}">
                    <a16:creationId xmlns:a16="http://schemas.microsoft.com/office/drawing/2014/main" id="{98935F77-AE66-CCDF-9706-871F1A1E81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5354" y="3106655"/>
                <a:ext cx="790789" cy="790789"/>
              </a:xfrm>
              <a:prstGeom prst="rect">
                <a:avLst/>
              </a:prstGeom>
            </p:spPr>
          </p:pic>
          <p:pic>
            <p:nvPicPr>
              <p:cNvPr id="32" name="Graphic 31" descr="Fir tree with solid fill">
                <a:extLst>
                  <a:ext uri="{FF2B5EF4-FFF2-40B4-BE49-F238E27FC236}">
                    <a16:creationId xmlns:a16="http://schemas.microsoft.com/office/drawing/2014/main" id="{B769078D-EA44-2B8A-8934-EF7B4D0347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2831" y="3067115"/>
                <a:ext cx="790789" cy="790789"/>
              </a:xfrm>
              <a:prstGeom prst="rect">
                <a:avLst/>
              </a:prstGeom>
            </p:spPr>
          </p:pic>
          <p:pic>
            <p:nvPicPr>
              <p:cNvPr id="33" name="Graphic 32" descr="Fir tree with solid fill">
                <a:extLst>
                  <a:ext uri="{FF2B5EF4-FFF2-40B4-BE49-F238E27FC236}">
                    <a16:creationId xmlns:a16="http://schemas.microsoft.com/office/drawing/2014/main" id="{65E1946D-4892-BC6E-BCD3-FC4499A126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5090" y="4306019"/>
                <a:ext cx="790789" cy="790789"/>
              </a:xfrm>
              <a:prstGeom prst="rect">
                <a:avLst/>
              </a:prstGeom>
            </p:spPr>
          </p:pic>
          <p:pic>
            <p:nvPicPr>
              <p:cNvPr id="34" name="Graphic 33" descr="Fir tree with solid fill">
                <a:extLst>
                  <a:ext uri="{FF2B5EF4-FFF2-40B4-BE49-F238E27FC236}">
                    <a16:creationId xmlns:a16="http://schemas.microsoft.com/office/drawing/2014/main" id="{75BF3014-13B8-DEEA-C057-EFC8D2A8F9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5463" y="3620668"/>
                <a:ext cx="790789" cy="790789"/>
              </a:xfrm>
              <a:prstGeom prst="rect">
                <a:avLst/>
              </a:prstGeom>
            </p:spPr>
          </p:pic>
          <p:pic>
            <p:nvPicPr>
              <p:cNvPr id="36" name="Graphic 35" descr="Fir tree with solid fill">
                <a:extLst>
                  <a:ext uri="{FF2B5EF4-FFF2-40B4-BE49-F238E27FC236}">
                    <a16:creationId xmlns:a16="http://schemas.microsoft.com/office/drawing/2014/main" id="{529DC930-D74D-9175-1B3D-824EF4AB7A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94" y="4271570"/>
                <a:ext cx="790789" cy="790789"/>
              </a:xfrm>
              <a:prstGeom prst="rect">
                <a:avLst/>
              </a:prstGeom>
            </p:spPr>
          </p:pic>
          <p:pic>
            <p:nvPicPr>
              <p:cNvPr id="37" name="Graphic 36" descr="Fir tree with solid fill">
                <a:extLst>
                  <a:ext uri="{FF2B5EF4-FFF2-40B4-BE49-F238E27FC236}">
                    <a16:creationId xmlns:a16="http://schemas.microsoft.com/office/drawing/2014/main" id="{EAE5297E-4DC9-3599-93C1-E8FFEE81DC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7050" y="5233697"/>
                <a:ext cx="790789" cy="790789"/>
              </a:xfrm>
              <a:prstGeom prst="rect">
                <a:avLst/>
              </a:prstGeom>
            </p:spPr>
          </p:pic>
          <p:pic>
            <p:nvPicPr>
              <p:cNvPr id="38" name="Graphic 37" descr="Fir tree with solid fill">
                <a:extLst>
                  <a:ext uri="{FF2B5EF4-FFF2-40B4-BE49-F238E27FC236}">
                    <a16:creationId xmlns:a16="http://schemas.microsoft.com/office/drawing/2014/main" id="{766CE036-6784-AE0C-9B00-ED7A8A3AF1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879" y="5629092"/>
                <a:ext cx="790789" cy="790789"/>
              </a:xfrm>
              <a:prstGeom prst="rect">
                <a:avLst/>
              </a:prstGeom>
            </p:spPr>
          </p:pic>
          <p:pic>
            <p:nvPicPr>
              <p:cNvPr id="39" name="Graphic 38" descr="Fir tree with solid fill">
                <a:extLst>
                  <a:ext uri="{FF2B5EF4-FFF2-40B4-BE49-F238E27FC236}">
                    <a16:creationId xmlns:a16="http://schemas.microsoft.com/office/drawing/2014/main" id="{AA98275F-795A-B3ED-C411-CD9A998DB9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923" y="4456088"/>
                <a:ext cx="790789" cy="790789"/>
              </a:xfrm>
              <a:prstGeom prst="rect">
                <a:avLst/>
              </a:prstGeom>
            </p:spPr>
          </p:pic>
          <p:pic>
            <p:nvPicPr>
              <p:cNvPr id="40" name="Graphic 39" descr="Fir tree with solid fill">
                <a:extLst>
                  <a:ext uri="{FF2B5EF4-FFF2-40B4-BE49-F238E27FC236}">
                    <a16:creationId xmlns:a16="http://schemas.microsoft.com/office/drawing/2014/main" id="{7F22A13D-B470-E2B4-8F52-2160D76E5E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02400" y="4416548"/>
                <a:ext cx="790789" cy="790789"/>
              </a:xfrm>
              <a:prstGeom prst="rect">
                <a:avLst/>
              </a:prstGeom>
            </p:spPr>
          </p:pic>
          <p:pic>
            <p:nvPicPr>
              <p:cNvPr id="41" name="Graphic 40" descr="Fir tree with solid fill">
                <a:extLst>
                  <a:ext uri="{FF2B5EF4-FFF2-40B4-BE49-F238E27FC236}">
                    <a16:creationId xmlns:a16="http://schemas.microsoft.com/office/drawing/2014/main" id="{81326A39-FD8C-9BBB-63DC-51594AE2ED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4659" y="5655452"/>
                <a:ext cx="790789" cy="790789"/>
              </a:xfrm>
              <a:prstGeom prst="rect">
                <a:avLst/>
              </a:prstGeom>
            </p:spPr>
          </p:pic>
          <p:pic>
            <p:nvPicPr>
              <p:cNvPr id="42" name="Graphic 41" descr="Fir tree with solid fill">
                <a:extLst>
                  <a:ext uri="{FF2B5EF4-FFF2-40B4-BE49-F238E27FC236}">
                    <a16:creationId xmlns:a16="http://schemas.microsoft.com/office/drawing/2014/main" id="{FE306EF8-D3D4-9D08-07D6-F5195B017D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35032" y="4970101"/>
                <a:ext cx="790789" cy="790789"/>
              </a:xfrm>
              <a:prstGeom prst="rect">
                <a:avLst/>
              </a:prstGeom>
            </p:spPr>
          </p:pic>
          <p:pic>
            <p:nvPicPr>
              <p:cNvPr id="44" name="Graphic 43" descr="Fir tree with solid fill">
                <a:extLst>
                  <a:ext uri="{FF2B5EF4-FFF2-40B4-BE49-F238E27FC236}">
                    <a16:creationId xmlns:a16="http://schemas.microsoft.com/office/drawing/2014/main" id="{A2525C5C-59C6-5B5D-614F-01B9C57CBD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3604" y="4202298"/>
                <a:ext cx="790789" cy="790789"/>
              </a:xfrm>
              <a:prstGeom prst="rect">
                <a:avLst/>
              </a:prstGeom>
            </p:spPr>
          </p:pic>
          <p:pic>
            <p:nvPicPr>
              <p:cNvPr id="45" name="Graphic 44" descr="Fir tree with solid fill">
                <a:extLst>
                  <a:ext uri="{FF2B5EF4-FFF2-40B4-BE49-F238E27FC236}">
                    <a16:creationId xmlns:a16="http://schemas.microsoft.com/office/drawing/2014/main" id="{F2EC82E4-8854-41EF-7111-AC946E3D04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3560" y="5164425"/>
                <a:ext cx="790789" cy="790789"/>
              </a:xfrm>
              <a:prstGeom prst="rect">
                <a:avLst/>
              </a:prstGeom>
            </p:spPr>
          </p:pic>
          <p:pic>
            <p:nvPicPr>
              <p:cNvPr id="46" name="Graphic 45" descr="Fir tree with solid fill">
                <a:extLst>
                  <a:ext uri="{FF2B5EF4-FFF2-40B4-BE49-F238E27FC236}">
                    <a16:creationId xmlns:a16="http://schemas.microsoft.com/office/drawing/2014/main" id="{6606B985-971B-B254-65A7-1CA6771C07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1389" y="5559820"/>
                <a:ext cx="790789" cy="790789"/>
              </a:xfrm>
              <a:prstGeom prst="rect">
                <a:avLst/>
              </a:prstGeom>
            </p:spPr>
          </p:pic>
          <p:pic>
            <p:nvPicPr>
              <p:cNvPr id="47" name="Graphic 46" descr="Fir tree with solid fill">
                <a:extLst>
                  <a:ext uri="{FF2B5EF4-FFF2-40B4-BE49-F238E27FC236}">
                    <a16:creationId xmlns:a16="http://schemas.microsoft.com/office/drawing/2014/main" id="{0BC08E94-8373-5710-1E6B-84BF6699C3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1433" y="4386816"/>
                <a:ext cx="790789" cy="790789"/>
              </a:xfrm>
              <a:prstGeom prst="rect">
                <a:avLst/>
              </a:prstGeom>
            </p:spPr>
          </p:pic>
          <p:pic>
            <p:nvPicPr>
              <p:cNvPr id="48" name="Graphic 47" descr="Fir tree with solid fill">
                <a:extLst>
                  <a:ext uri="{FF2B5EF4-FFF2-40B4-BE49-F238E27FC236}">
                    <a16:creationId xmlns:a16="http://schemas.microsoft.com/office/drawing/2014/main" id="{2837B229-8E91-92E6-C521-356B6F7F26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68910" y="4347276"/>
                <a:ext cx="790789" cy="790789"/>
              </a:xfrm>
              <a:prstGeom prst="rect">
                <a:avLst/>
              </a:prstGeom>
            </p:spPr>
          </p:pic>
          <p:pic>
            <p:nvPicPr>
              <p:cNvPr id="49" name="Graphic 48" descr="Fir tree with solid fill">
                <a:extLst>
                  <a:ext uri="{FF2B5EF4-FFF2-40B4-BE49-F238E27FC236}">
                    <a16:creationId xmlns:a16="http://schemas.microsoft.com/office/drawing/2014/main" id="{0E6BBB9F-B5DB-DAE2-2E13-53723436A2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61169" y="5586180"/>
                <a:ext cx="790789" cy="790789"/>
              </a:xfrm>
              <a:prstGeom prst="rect">
                <a:avLst/>
              </a:prstGeom>
            </p:spPr>
          </p:pic>
          <p:pic>
            <p:nvPicPr>
              <p:cNvPr id="50" name="Graphic 49" descr="Fir tree with solid fill">
                <a:extLst>
                  <a:ext uri="{FF2B5EF4-FFF2-40B4-BE49-F238E27FC236}">
                    <a16:creationId xmlns:a16="http://schemas.microsoft.com/office/drawing/2014/main" id="{DE3D75D5-E687-706F-8F43-C8403B5E2F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1542" y="4900829"/>
                <a:ext cx="790789" cy="790789"/>
              </a:xfrm>
              <a:prstGeom prst="rect">
                <a:avLst/>
              </a:prstGeom>
            </p:spPr>
          </p:pic>
        </p:grpSp>
        <p:sp>
          <p:nvSpPr>
            <p:cNvPr id="100" name="Oval 99">
              <a:extLst>
                <a:ext uri="{FF2B5EF4-FFF2-40B4-BE49-F238E27FC236}">
                  <a16:creationId xmlns:a16="http://schemas.microsoft.com/office/drawing/2014/main" id="{83115402-D974-A916-7991-A8E5D6FC395B}"/>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a:extLst>
                <a:ext uri="{FF2B5EF4-FFF2-40B4-BE49-F238E27FC236}">
                  <a16:creationId xmlns:a16="http://schemas.microsoft.com/office/drawing/2014/main" id="{09BABF70-8069-8FBE-6872-C38239AB4837}"/>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70367482-1DC4-E25B-2CD9-A327BD230AD6}"/>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a:extLst>
                <a:ext uri="{FF2B5EF4-FFF2-40B4-BE49-F238E27FC236}">
                  <a16:creationId xmlns:a16="http://schemas.microsoft.com/office/drawing/2014/main" id="{9D4848D0-139D-051C-2103-91AE76C2F636}"/>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a:extLst>
                <a:ext uri="{FF2B5EF4-FFF2-40B4-BE49-F238E27FC236}">
                  <a16:creationId xmlns:a16="http://schemas.microsoft.com/office/drawing/2014/main" id="{09AF4D36-C461-3FB9-C4E0-90620A71DAEE}"/>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a:extLst>
                <a:ext uri="{FF2B5EF4-FFF2-40B4-BE49-F238E27FC236}">
                  <a16:creationId xmlns:a16="http://schemas.microsoft.com/office/drawing/2014/main" id="{5597BF81-85C1-5718-4727-D847A59EB184}"/>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5D2FD293-32CF-59B2-6C05-68D5D8A7F3EF}"/>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a:extLst>
                <a:ext uri="{FF2B5EF4-FFF2-40B4-BE49-F238E27FC236}">
                  <a16:creationId xmlns:a16="http://schemas.microsoft.com/office/drawing/2014/main" id="{594BC7A5-F0FD-F341-4B0D-59879160CF8A}"/>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B6C31928-9E05-97FF-240C-65CDD03E1B7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Fixing Independence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5" name="Picture 14">
            <a:extLst>
              <a:ext uri="{FF2B5EF4-FFF2-40B4-BE49-F238E27FC236}">
                <a16:creationId xmlns:a16="http://schemas.microsoft.com/office/drawing/2014/main" id="{58335927-CC8F-C5AE-AC41-7620D6ADFA2D}"/>
              </a:ext>
            </a:extLst>
          </p:cNvPr>
          <p:cNvPicPr>
            <a:picLocks noChangeAspect="1"/>
          </p:cNvPicPr>
          <p:nvPr/>
        </p:nvPicPr>
        <p:blipFill>
          <a:blip r:embed="rId4"/>
          <a:stretch>
            <a:fillRect/>
          </a:stretch>
        </p:blipFill>
        <p:spPr>
          <a:xfrm>
            <a:off x="1056178" y="3413981"/>
            <a:ext cx="4081087" cy="3232159"/>
          </a:xfrm>
          <a:prstGeom prst="rect">
            <a:avLst/>
          </a:prstGeom>
        </p:spPr>
      </p:pic>
    </p:spTree>
    <p:extLst>
      <p:ext uri="{BB962C8B-B14F-4D97-AF65-F5344CB8AC3E}">
        <p14:creationId xmlns:p14="http://schemas.microsoft.com/office/powerpoint/2010/main" val="4240325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7793F-05AF-A2B0-D8B9-1CEAEF329477}"/>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5CA2FA5E-3351-9089-806E-AA595613DD04}"/>
              </a:ext>
            </a:extLst>
          </p:cNvPr>
          <p:cNvSpPr txBox="1"/>
          <p:nvPr/>
        </p:nvSpPr>
        <p:spPr>
          <a:xfrm>
            <a:off x="571388" y="1861715"/>
            <a:ext cx="5430401" cy="1631216"/>
          </a:xfrm>
          <a:prstGeom prst="rect">
            <a:avLst/>
          </a:prstGeom>
          <a:noFill/>
        </p:spPr>
        <p:txBody>
          <a:bodyPr wrap="square">
            <a:spAutoFit/>
          </a:bodyPr>
          <a:lstStyle/>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We could include ‘</a:t>
            </a:r>
            <a:r>
              <a:rPr lang="en-US" sz="2500" dirty="0" err="1">
                <a:solidFill>
                  <a:schemeClr val="accent6">
                    <a:lumMod val="50000"/>
                  </a:schemeClr>
                </a:solidFill>
                <a:latin typeface="Avenir Book" panose="02000503020000020003" pitchFamily="2" charset="0"/>
              </a:rPr>
              <a:t>TreeID</a:t>
            </a:r>
            <a:r>
              <a:rPr lang="en-US" sz="2500" dirty="0">
                <a:solidFill>
                  <a:schemeClr val="accent6">
                    <a:lumMod val="50000"/>
                  </a:schemeClr>
                </a:solidFill>
                <a:latin typeface="Avenir Book" panose="02000503020000020003" pitchFamily="2" charset="0"/>
              </a:rPr>
              <a:t>’ as a predictor in our model</a:t>
            </a:r>
          </a:p>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But then we’ll get an estimate for every tree</a:t>
            </a:r>
          </a:p>
        </p:txBody>
      </p:sp>
      <p:grpSp>
        <p:nvGrpSpPr>
          <p:cNvPr id="11" name="Group 10">
            <a:extLst>
              <a:ext uri="{FF2B5EF4-FFF2-40B4-BE49-F238E27FC236}">
                <a16:creationId xmlns:a16="http://schemas.microsoft.com/office/drawing/2014/main" id="{412C299F-0975-E6E1-D602-6DDFC1383C36}"/>
              </a:ext>
            </a:extLst>
          </p:cNvPr>
          <p:cNvGrpSpPr/>
          <p:nvPr/>
        </p:nvGrpSpPr>
        <p:grpSpPr>
          <a:xfrm>
            <a:off x="6815428" y="2059036"/>
            <a:ext cx="5036480" cy="3759874"/>
            <a:chOff x="254923" y="144087"/>
            <a:chExt cx="8737408" cy="6522720"/>
          </a:xfrm>
        </p:grpSpPr>
        <p:grpSp>
          <p:nvGrpSpPr>
            <p:cNvPr id="2" name="Group 1">
              <a:extLst>
                <a:ext uri="{FF2B5EF4-FFF2-40B4-BE49-F238E27FC236}">
                  <a16:creationId xmlns:a16="http://schemas.microsoft.com/office/drawing/2014/main" id="{59DEF0A2-2610-1E4D-016F-945723256134}"/>
                </a:ext>
              </a:extLst>
            </p:cNvPr>
            <p:cNvGrpSpPr/>
            <p:nvPr/>
          </p:nvGrpSpPr>
          <p:grpSpPr>
            <a:xfrm>
              <a:off x="254923" y="439403"/>
              <a:ext cx="8737408" cy="6006838"/>
              <a:chOff x="254923" y="439403"/>
              <a:chExt cx="8737408" cy="6006838"/>
            </a:xfrm>
          </p:grpSpPr>
          <p:pic>
            <p:nvPicPr>
              <p:cNvPr id="4" name="Graphic 3" descr="Fir tree with solid fill">
                <a:extLst>
                  <a:ext uri="{FF2B5EF4-FFF2-40B4-BE49-F238E27FC236}">
                    <a16:creationId xmlns:a16="http://schemas.microsoft.com/office/drawing/2014/main" id="{E8032C35-4D70-D619-000E-856011BC43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794" y="439403"/>
                <a:ext cx="867972" cy="867972"/>
              </a:xfrm>
              <a:prstGeom prst="rect">
                <a:avLst/>
              </a:prstGeom>
            </p:spPr>
          </p:pic>
          <p:pic>
            <p:nvPicPr>
              <p:cNvPr id="5" name="Graphic 4" descr="Fir tree with solid fill">
                <a:extLst>
                  <a:ext uri="{FF2B5EF4-FFF2-40B4-BE49-F238E27FC236}">
                    <a16:creationId xmlns:a16="http://schemas.microsoft.com/office/drawing/2014/main" id="{C020AF30-2245-1CE2-19E6-1A9FB4668E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2050" y="1495436"/>
                <a:ext cx="867972" cy="867972"/>
              </a:xfrm>
              <a:prstGeom prst="rect">
                <a:avLst/>
              </a:prstGeom>
            </p:spPr>
          </p:pic>
          <p:pic>
            <p:nvPicPr>
              <p:cNvPr id="6" name="Graphic 5" descr="Fir tree with solid fill">
                <a:extLst>
                  <a:ext uri="{FF2B5EF4-FFF2-40B4-BE49-F238E27FC236}">
                    <a16:creationId xmlns:a16="http://schemas.microsoft.com/office/drawing/2014/main" id="{C19C12F1-626D-6F44-AC87-FA11F78D85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274" y="1929422"/>
                <a:ext cx="867972" cy="867972"/>
              </a:xfrm>
              <a:prstGeom prst="rect">
                <a:avLst/>
              </a:prstGeom>
            </p:spPr>
          </p:pic>
          <p:pic>
            <p:nvPicPr>
              <p:cNvPr id="7" name="Graphic 6" descr="Fir tree with solid fill">
                <a:extLst>
                  <a:ext uri="{FF2B5EF4-FFF2-40B4-BE49-F238E27FC236}">
                    <a16:creationId xmlns:a16="http://schemas.microsoft.com/office/drawing/2014/main" id="{D28397E7-5031-150C-0A6E-BD250949F3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018" y="641930"/>
                <a:ext cx="867972" cy="867972"/>
              </a:xfrm>
              <a:prstGeom prst="rect">
                <a:avLst/>
              </a:prstGeom>
            </p:spPr>
          </p:pic>
          <p:pic>
            <p:nvPicPr>
              <p:cNvPr id="8" name="Graphic 7" descr="Fir tree with solid fill">
                <a:extLst>
                  <a:ext uri="{FF2B5EF4-FFF2-40B4-BE49-F238E27FC236}">
                    <a16:creationId xmlns:a16="http://schemas.microsoft.com/office/drawing/2014/main" id="{128612B6-E9AF-419E-1F02-3FDAB476AA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54292" y="598531"/>
                <a:ext cx="867972" cy="867972"/>
              </a:xfrm>
              <a:prstGeom prst="rect">
                <a:avLst/>
              </a:prstGeom>
            </p:spPr>
          </p:pic>
          <p:pic>
            <p:nvPicPr>
              <p:cNvPr id="9" name="Graphic 8" descr="Fir tree with solid fill">
                <a:extLst>
                  <a:ext uri="{FF2B5EF4-FFF2-40B4-BE49-F238E27FC236}">
                    <a16:creationId xmlns:a16="http://schemas.microsoft.com/office/drawing/2014/main" id="{07033DD9-28CE-A43D-1960-336D86DE7E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5555" y="1958354"/>
                <a:ext cx="867972" cy="867972"/>
              </a:xfrm>
              <a:prstGeom prst="rect">
                <a:avLst/>
              </a:prstGeom>
            </p:spPr>
          </p:pic>
          <p:pic>
            <p:nvPicPr>
              <p:cNvPr id="10" name="Graphic 9" descr="Fir tree with solid fill">
                <a:extLst>
                  <a:ext uri="{FF2B5EF4-FFF2-40B4-BE49-F238E27FC236}">
                    <a16:creationId xmlns:a16="http://schemas.microsoft.com/office/drawing/2014/main" id="{91C1FD91-D891-C373-1A00-23D444FF18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48669" y="1206112"/>
                <a:ext cx="867972" cy="867972"/>
              </a:xfrm>
              <a:prstGeom prst="rect">
                <a:avLst/>
              </a:prstGeom>
            </p:spPr>
          </p:pic>
          <p:pic>
            <p:nvPicPr>
              <p:cNvPr id="20" name="Graphic 19" descr="Fir tree with solid fill">
                <a:extLst>
                  <a:ext uri="{FF2B5EF4-FFF2-40B4-BE49-F238E27FC236}">
                    <a16:creationId xmlns:a16="http://schemas.microsoft.com/office/drawing/2014/main" id="{01F13899-B448-9591-EC49-23B26CFF78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1415" y="492050"/>
                <a:ext cx="790789" cy="790789"/>
              </a:xfrm>
              <a:prstGeom prst="rect">
                <a:avLst/>
              </a:prstGeom>
            </p:spPr>
          </p:pic>
          <p:pic>
            <p:nvPicPr>
              <p:cNvPr id="21" name="Graphic 20" descr="Fir tree with solid fill">
                <a:extLst>
                  <a:ext uri="{FF2B5EF4-FFF2-40B4-BE49-F238E27FC236}">
                    <a16:creationId xmlns:a16="http://schemas.microsoft.com/office/drawing/2014/main" id="{D9928B08-2910-7F5D-DBF8-72564814AB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1371" y="1454177"/>
                <a:ext cx="790789" cy="790789"/>
              </a:xfrm>
              <a:prstGeom prst="rect">
                <a:avLst/>
              </a:prstGeom>
            </p:spPr>
          </p:pic>
          <p:pic>
            <p:nvPicPr>
              <p:cNvPr id="22" name="Graphic 21" descr="Fir tree with solid fill">
                <a:extLst>
                  <a:ext uri="{FF2B5EF4-FFF2-40B4-BE49-F238E27FC236}">
                    <a16:creationId xmlns:a16="http://schemas.microsoft.com/office/drawing/2014/main" id="{8D77CE54-0EA6-D809-7116-FC096FCB13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9200" y="1849572"/>
                <a:ext cx="790789" cy="790789"/>
              </a:xfrm>
              <a:prstGeom prst="rect">
                <a:avLst/>
              </a:prstGeom>
            </p:spPr>
          </p:pic>
          <p:pic>
            <p:nvPicPr>
              <p:cNvPr id="23" name="Graphic 22" descr="Fir tree with solid fill">
                <a:extLst>
                  <a:ext uri="{FF2B5EF4-FFF2-40B4-BE49-F238E27FC236}">
                    <a16:creationId xmlns:a16="http://schemas.microsoft.com/office/drawing/2014/main" id="{C19CDE8B-5A76-3FBF-CA76-A4CECEB295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9244" y="676568"/>
                <a:ext cx="790789" cy="790789"/>
              </a:xfrm>
              <a:prstGeom prst="rect">
                <a:avLst/>
              </a:prstGeom>
            </p:spPr>
          </p:pic>
          <p:pic>
            <p:nvPicPr>
              <p:cNvPr id="24" name="Graphic 23" descr="Fir tree with solid fill">
                <a:extLst>
                  <a:ext uri="{FF2B5EF4-FFF2-40B4-BE49-F238E27FC236}">
                    <a16:creationId xmlns:a16="http://schemas.microsoft.com/office/drawing/2014/main" id="{8BEE42CC-FB94-9B2E-34A0-CE00F03F76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86721" y="637028"/>
                <a:ext cx="790789" cy="790789"/>
              </a:xfrm>
              <a:prstGeom prst="rect">
                <a:avLst/>
              </a:prstGeom>
            </p:spPr>
          </p:pic>
          <p:pic>
            <p:nvPicPr>
              <p:cNvPr id="25" name="Graphic 24" descr="Fir tree with solid fill">
                <a:extLst>
                  <a:ext uri="{FF2B5EF4-FFF2-40B4-BE49-F238E27FC236}">
                    <a16:creationId xmlns:a16="http://schemas.microsoft.com/office/drawing/2014/main" id="{659556E3-FC56-1A53-E00E-AFF30BBC3D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8980" y="1875932"/>
                <a:ext cx="790789" cy="790789"/>
              </a:xfrm>
              <a:prstGeom prst="rect">
                <a:avLst/>
              </a:prstGeom>
            </p:spPr>
          </p:pic>
          <p:pic>
            <p:nvPicPr>
              <p:cNvPr id="26" name="Graphic 25" descr="Fir tree with solid fill">
                <a:extLst>
                  <a:ext uri="{FF2B5EF4-FFF2-40B4-BE49-F238E27FC236}">
                    <a16:creationId xmlns:a16="http://schemas.microsoft.com/office/drawing/2014/main" id="{3B451AD0-4930-F652-FB0D-4DFD9BD834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9353" y="1190581"/>
                <a:ext cx="790789" cy="790789"/>
              </a:xfrm>
              <a:prstGeom prst="rect">
                <a:avLst/>
              </a:prstGeom>
            </p:spPr>
          </p:pic>
          <p:pic>
            <p:nvPicPr>
              <p:cNvPr id="28" name="Graphic 27" descr="Fir tree with solid fill">
                <a:extLst>
                  <a:ext uri="{FF2B5EF4-FFF2-40B4-BE49-F238E27FC236}">
                    <a16:creationId xmlns:a16="http://schemas.microsoft.com/office/drawing/2014/main" id="{19543CE5-EB55-708F-CD16-0341573364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7525" y="2922137"/>
                <a:ext cx="790789" cy="790789"/>
              </a:xfrm>
              <a:prstGeom prst="rect">
                <a:avLst/>
              </a:prstGeom>
            </p:spPr>
          </p:pic>
          <p:pic>
            <p:nvPicPr>
              <p:cNvPr id="29" name="Graphic 28" descr="Fir tree with solid fill">
                <a:extLst>
                  <a:ext uri="{FF2B5EF4-FFF2-40B4-BE49-F238E27FC236}">
                    <a16:creationId xmlns:a16="http://schemas.microsoft.com/office/drawing/2014/main" id="{B7B93D18-C91C-B739-969E-EA0F7BA7BF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7481" y="3884264"/>
                <a:ext cx="790789" cy="790789"/>
              </a:xfrm>
              <a:prstGeom prst="rect">
                <a:avLst/>
              </a:prstGeom>
            </p:spPr>
          </p:pic>
          <p:pic>
            <p:nvPicPr>
              <p:cNvPr id="30" name="Graphic 29" descr="Fir tree with solid fill">
                <a:extLst>
                  <a:ext uri="{FF2B5EF4-FFF2-40B4-BE49-F238E27FC236}">
                    <a16:creationId xmlns:a16="http://schemas.microsoft.com/office/drawing/2014/main" id="{2702537D-C378-2347-54C4-E46BBF94C9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5310" y="4279659"/>
                <a:ext cx="790789" cy="790789"/>
              </a:xfrm>
              <a:prstGeom prst="rect">
                <a:avLst/>
              </a:prstGeom>
            </p:spPr>
          </p:pic>
          <p:pic>
            <p:nvPicPr>
              <p:cNvPr id="31" name="Graphic 30" descr="Fir tree with solid fill">
                <a:extLst>
                  <a:ext uri="{FF2B5EF4-FFF2-40B4-BE49-F238E27FC236}">
                    <a16:creationId xmlns:a16="http://schemas.microsoft.com/office/drawing/2014/main" id="{D2694864-E78A-4B07-E9F6-0F97AD2DEC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5354" y="3106655"/>
                <a:ext cx="790789" cy="790789"/>
              </a:xfrm>
              <a:prstGeom prst="rect">
                <a:avLst/>
              </a:prstGeom>
            </p:spPr>
          </p:pic>
          <p:pic>
            <p:nvPicPr>
              <p:cNvPr id="32" name="Graphic 31" descr="Fir tree with solid fill">
                <a:extLst>
                  <a:ext uri="{FF2B5EF4-FFF2-40B4-BE49-F238E27FC236}">
                    <a16:creationId xmlns:a16="http://schemas.microsoft.com/office/drawing/2014/main" id="{7B2176A1-096E-E287-DFDF-C42F9BF74A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2831" y="3067115"/>
                <a:ext cx="790789" cy="790789"/>
              </a:xfrm>
              <a:prstGeom prst="rect">
                <a:avLst/>
              </a:prstGeom>
            </p:spPr>
          </p:pic>
          <p:pic>
            <p:nvPicPr>
              <p:cNvPr id="33" name="Graphic 32" descr="Fir tree with solid fill">
                <a:extLst>
                  <a:ext uri="{FF2B5EF4-FFF2-40B4-BE49-F238E27FC236}">
                    <a16:creationId xmlns:a16="http://schemas.microsoft.com/office/drawing/2014/main" id="{B7C554ED-8C12-66E1-6472-F46B30FBEA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5090" y="4306019"/>
                <a:ext cx="790789" cy="790789"/>
              </a:xfrm>
              <a:prstGeom prst="rect">
                <a:avLst/>
              </a:prstGeom>
            </p:spPr>
          </p:pic>
          <p:pic>
            <p:nvPicPr>
              <p:cNvPr id="34" name="Graphic 33" descr="Fir tree with solid fill">
                <a:extLst>
                  <a:ext uri="{FF2B5EF4-FFF2-40B4-BE49-F238E27FC236}">
                    <a16:creationId xmlns:a16="http://schemas.microsoft.com/office/drawing/2014/main" id="{2DFF9365-1EC6-3F12-B780-99694C6767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5463" y="3620668"/>
                <a:ext cx="790789" cy="790789"/>
              </a:xfrm>
              <a:prstGeom prst="rect">
                <a:avLst/>
              </a:prstGeom>
            </p:spPr>
          </p:pic>
          <p:pic>
            <p:nvPicPr>
              <p:cNvPr id="36" name="Graphic 35" descr="Fir tree with solid fill">
                <a:extLst>
                  <a:ext uri="{FF2B5EF4-FFF2-40B4-BE49-F238E27FC236}">
                    <a16:creationId xmlns:a16="http://schemas.microsoft.com/office/drawing/2014/main" id="{168BCBFD-49D8-CCA6-D953-6089CD1FDC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94" y="4271570"/>
                <a:ext cx="790789" cy="790789"/>
              </a:xfrm>
              <a:prstGeom prst="rect">
                <a:avLst/>
              </a:prstGeom>
            </p:spPr>
          </p:pic>
          <p:pic>
            <p:nvPicPr>
              <p:cNvPr id="37" name="Graphic 36" descr="Fir tree with solid fill">
                <a:extLst>
                  <a:ext uri="{FF2B5EF4-FFF2-40B4-BE49-F238E27FC236}">
                    <a16:creationId xmlns:a16="http://schemas.microsoft.com/office/drawing/2014/main" id="{6EFE1CBE-95D9-4736-2948-666029F724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7050" y="5233697"/>
                <a:ext cx="790789" cy="790789"/>
              </a:xfrm>
              <a:prstGeom prst="rect">
                <a:avLst/>
              </a:prstGeom>
            </p:spPr>
          </p:pic>
          <p:pic>
            <p:nvPicPr>
              <p:cNvPr id="38" name="Graphic 37" descr="Fir tree with solid fill">
                <a:extLst>
                  <a:ext uri="{FF2B5EF4-FFF2-40B4-BE49-F238E27FC236}">
                    <a16:creationId xmlns:a16="http://schemas.microsoft.com/office/drawing/2014/main" id="{B1CC1075-2672-2C66-5CFD-6C2F812B81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879" y="5629092"/>
                <a:ext cx="790789" cy="790789"/>
              </a:xfrm>
              <a:prstGeom prst="rect">
                <a:avLst/>
              </a:prstGeom>
            </p:spPr>
          </p:pic>
          <p:pic>
            <p:nvPicPr>
              <p:cNvPr id="39" name="Graphic 38" descr="Fir tree with solid fill">
                <a:extLst>
                  <a:ext uri="{FF2B5EF4-FFF2-40B4-BE49-F238E27FC236}">
                    <a16:creationId xmlns:a16="http://schemas.microsoft.com/office/drawing/2014/main" id="{C285A3A3-4ED1-FB59-C11B-F8F5FC71EF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923" y="4456088"/>
                <a:ext cx="790789" cy="790789"/>
              </a:xfrm>
              <a:prstGeom prst="rect">
                <a:avLst/>
              </a:prstGeom>
            </p:spPr>
          </p:pic>
          <p:pic>
            <p:nvPicPr>
              <p:cNvPr id="40" name="Graphic 39" descr="Fir tree with solid fill">
                <a:extLst>
                  <a:ext uri="{FF2B5EF4-FFF2-40B4-BE49-F238E27FC236}">
                    <a16:creationId xmlns:a16="http://schemas.microsoft.com/office/drawing/2014/main" id="{E53AB497-3288-1804-EAFD-64BEC89FB0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02400" y="4416548"/>
                <a:ext cx="790789" cy="790789"/>
              </a:xfrm>
              <a:prstGeom prst="rect">
                <a:avLst/>
              </a:prstGeom>
            </p:spPr>
          </p:pic>
          <p:pic>
            <p:nvPicPr>
              <p:cNvPr id="41" name="Graphic 40" descr="Fir tree with solid fill">
                <a:extLst>
                  <a:ext uri="{FF2B5EF4-FFF2-40B4-BE49-F238E27FC236}">
                    <a16:creationId xmlns:a16="http://schemas.microsoft.com/office/drawing/2014/main" id="{57AB7284-CCCD-1566-5A6F-8F7F787C32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4659" y="5655452"/>
                <a:ext cx="790789" cy="790789"/>
              </a:xfrm>
              <a:prstGeom prst="rect">
                <a:avLst/>
              </a:prstGeom>
            </p:spPr>
          </p:pic>
          <p:pic>
            <p:nvPicPr>
              <p:cNvPr id="42" name="Graphic 41" descr="Fir tree with solid fill">
                <a:extLst>
                  <a:ext uri="{FF2B5EF4-FFF2-40B4-BE49-F238E27FC236}">
                    <a16:creationId xmlns:a16="http://schemas.microsoft.com/office/drawing/2014/main" id="{4386E49A-390D-6FB2-BB7D-AC40502CF7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35032" y="4970101"/>
                <a:ext cx="790789" cy="790789"/>
              </a:xfrm>
              <a:prstGeom prst="rect">
                <a:avLst/>
              </a:prstGeom>
            </p:spPr>
          </p:pic>
          <p:pic>
            <p:nvPicPr>
              <p:cNvPr id="44" name="Graphic 43" descr="Fir tree with solid fill">
                <a:extLst>
                  <a:ext uri="{FF2B5EF4-FFF2-40B4-BE49-F238E27FC236}">
                    <a16:creationId xmlns:a16="http://schemas.microsoft.com/office/drawing/2014/main" id="{2017F70A-EF5A-1783-2138-0F7F8F451F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3604" y="4202298"/>
                <a:ext cx="790789" cy="790789"/>
              </a:xfrm>
              <a:prstGeom prst="rect">
                <a:avLst/>
              </a:prstGeom>
            </p:spPr>
          </p:pic>
          <p:pic>
            <p:nvPicPr>
              <p:cNvPr id="45" name="Graphic 44" descr="Fir tree with solid fill">
                <a:extLst>
                  <a:ext uri="{FF2B5EF4-FFF2-40B4-BE49-F238E27FC236}">
                    <a16:creationId xmlns:a16="http://schemas.microsoft.com/office/drawing/2014/main" id="{03FDA9D0-1DA6-7935-7CC7-44C42FAF03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3560" y="5164425"/>
                <a:ext cx="790789" cy="790789"/>
              </a:xfrm>
              <a:prstGeom prst="rect">
                <a:avLst/>
              </a:prstGeom>
            </p:spPr>
          </p:pic>
          <p:pic>
            <p:nvPicPr>
              <p:cNvPr id="46" name="Graphic 45" descr="Fir tree with solid fill">
                <a:extLst>
                  <a:ext uri="{FF2B5EF4-FFF2-40B4-BE49-F238E27FC236}">
                    <a16:creationId xmlns:a16="http://schemas.microsoft.com/office/drawing/2014/main" id="{2F88A8E7-4396-14F1-F9DB-687DB1C1DA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1389" y="5559820"/>
                <a:ext cx="790789" cy="790789"/>
              </a:xfrm>
              <a:prstGeom prst="rect">
                <a:avLst/>
              </a:prstGeom>
            </p:spPr>
          </p:pic>
          <p:pic>
            <p:nvPicPr>
              <p:cNvPr id="47" name="Graphic 46" descr="Fir tree with solid fill">
                <a:extLst>
                  <a:ext uri="{FF2B5EF4-FFF2-40B4-BE49-F238E27FC236}">
                    <a16:creationId xmlns:a16="http://schemas.microsoft.com/office/drawing/2014/main" id="{509EBD64-5CB7-FF01-F4A8-DE42D3166F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1433" y="4386816"/>
                <a:ext cx="790789" cy="790789"/>
              </a:xfrm>
              <a:prstGeom prst="rect">
                <a:avLst/>
              </a:prstGeom>
            </p:spPr>
          </p:pic>
          <p:pic>
            <p:nvPicPr>
              <p:cNvPr id="48" name="Graphic 47" descr="Fir tree with solid fill">
                <a:extLst>
                  <a:ext uri="{FF2B5EF4-FFF2-40B4-BE49-F238E27FC236}">
                    <a16:creationId xmlns:a16="http://schemas.microsoft.com/office/drawing/2014/main" id="{28103D4C-8FC8-7337-45DD-F4DBD51C40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68910" y="4347276"/>
                <a:ext cx="790789" cy="790789"/>
              </a:xfrm>
              <a:prstGeom prst="rect">
                <a:avLst/>
              </a:prstGeom>
            </p:spPr>
          </p:pic>
          <p:pic>
            <p:nvPicPr>
              <p:cNvPr id="49" name="Graphic 48" descr="Fir tree with solid fill">
                <a:extLst>
                  <a:ext uri="{FF2B5EF4-FFF2-40B4-BE49-F238E27FC236}">
                    <a16:creationId xmlns:a16="http://schemas.microsoft.com/office/drawing/2014/main" id="{D8A8AF3E-954D-584F-F94C-C6BD8820FD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61169" y="5586180"/>
                <a:ext cx="790789" cy="790789"/>
              </a:xfrm>
              <a:prstGeom prst="rect">
                <a:avLst/>
              </a:prstGeom>
            </p:spPr>
          </p:pic>
          <p:pic>
            <p:nvPicPr>
              <p:cNvPr id="50" name="Graphic 49" descr="Fir tree with solid fill">
                <a:extLst>
                  <a:ext uri="{FF2B5EF4-FFF2-40B4-BE49-F238E27FC236}">
                    <a16:creationId xmlns:a16="http://schemas.microsoft.com/office/drawing/2014/main" id="{C08875D6-9EAE-F032-3855-7BFF875A2F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1542" y="4900829"/>
                <a:ext cx="790789" cy="790789"/>
              </a:xfrm>
              <a:prstGeom prst="rect">
                <a:avLst/>
              </a:prstGeom>
            </p:spPr>
          </p:pic>
        </p:grpSp>
        <p:sp>
          <p:nvSpPr>
            <p:cNvPr id="100" name="Oval 99">
              <a:extLst>
                <a:ext uri="{FF2B5EF4-FFF2-40B4-BE49-F238E27FC236}">
                  <a16:creationId xmlns:a16="http://schemas.microsoft.com/office/drawing/2014/main" id="{E4169BDB-E4E0-7D83-BB9C-EFCB19EFCEF6}"/>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a:extLst>
                <a:ext uri="{FF2B5EF4-FFF2-40B4-BE49-F238E27FC236}">
                  <a16:creationId xmlns:a16="http://schemas.microsoft.com/office/drawing/2014/main" id="{03066F81-4AFE-738A-AA11-399C8717358B}"/>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3433211A-F8A3-63FE-0E07-64409094881C}"/>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a:extLst>
                <a:ext uri="{FF2B5EF4-FFF2-40B4-BE49-F238E27FC236}">
                  <a16:creationId xmlns:a16="http://schemas.microsoft.com/office/drawing/2014/main" id="{72AF1560-D983-4F66-FC0C-93B5117476C2}"/>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a:extLst>
                <a:ext uri="{FF2B5EF4-FFF2-40B4-BE49-F238E27FC236}">
                  <a16:creationId xmlns:a16="http://schemas.microsoft.com/office/drawing/2014/main" id="{C088E115-31F1-3863-9998-94E2E9EB2361}"/>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a:extLst>
                <a:ext uri="{FF2B5EF4-FFF2-40B4-BE49-F238E27FC236}">
                  <a16:creationId xmlns:a16="http://schemas.microsoft.com/office/drawing/2014/main" id="{92F620AB-9D24-80B8-C5F8-21B7E5A5F6F4}"/>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8D283008-B7BC-BB5D-D40F-93FC40B7492C}"/>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a:extLst>
                <a:ext uri="{FF2B5EF4-FFF2-40B4-BE49-F238E27FC236}">
                  <a16:creationId xmlns:a16="http://schemas.microsoft.com/office/drawing/2014/main" id="{43400430-A76F-E950-26AB-27A625481EC6}"/>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B7773425-4093-DB6C-A55D-48491166E0B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Fixing Independence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5" name="Picture 14">
            <a:extLst>
              <a:ext uri="{FF2B5EF4-FFF2-40B4-BE49-F238E27FC236}">
                <a16:creationId xmlns:a16="http://schemas.microsoft.com/office/drawing/2014/main" id="{45848C07-ECAF-DC64-32DE-06219DB96273}"/>
              </a:ext>
            </a:extLst>
          </p:cNvPr>
          <p:cNvPicPr>
            <a:picLocks noChangeAspect="1"/>
          </p:cNvPicPr>
          <p:nvPr/>
        </p:nvPicPr>
        <p:blipFill>
          <a:blip r:embed="rId4"/>
          <a:stretch>
            <a:fillRect/>
          </a:stretch>
        </p:blipFill>
        <p:spPr>
          <a:xfrm>
            <a:off x="1056178" y="3413981"/>
            <a:ext cx="4081087" cy="3232159"/>
          </a:xfrm>
          <a:prstGeom prst="rect">
            <a:avLst/>
          </a:prstGeom>
        </p:spPr>
      </p:pic>
      <p:sp>
        <p:nvSpPr>
          <p:cNvPr id="3" name="TextBox 2">
            <a:extLst>
              <a:ext uri="{FF2B5EF4-FFF2-40B4-BE49-F238E27FC236}">
                <a16:creationId xmlns:a16="http://schemas.microsoft.com/office/drawing/2014/main" id="{19BC3B68-9C65-9970-0BC0-819C85ACF9B3}"/>
              </a:ext>
            </a:extLst>
          </p:cNvPr>
          <p:cNvSpPr txBox="1"/>
          <p:nvPr/>
        </p:nvSpPr>
        <p:spPr>
          <a:xfrm>
            <a:off x="7044232" y="6231317"/>
            <a:ext cx="5430401" cy="477054"/>
          </a:xfrm>
          <a:prstGeom prst="rect">
            <a:avLst/>
          </a:prstGeom>
          <a:noFill/>
        </p:spPr>
        <p:txBody>
          <a:bodyPr wrap="square">
            <a:spAutoFit/>
          </a:bodyPr>
          <a:lstStyle/>
          <a:p>
            <a:r>
              <a:rPr lang="en-US" sz="2500" dirty="0">
                <a:solidFill>
                  <a:schemeClr val="accent6">
                    <a:lumMod val="50000"/>
                  </a:schemeClr>
                </a:solidFill>
                <a:latin typeface="Avenir Book" panose="02000503020000020003" pitchFamily="2" charset="0"/>
              </a:rPr>
              <a:t>Do we care about every tree??</a:t>
            </a:r>
          </a:p>
        </p:txBody>
      </p:sp>
    </p:spTree>
    <p:extLst>
      <p:ext uri="{BB962C8B-B14F-4D97-AF65-F5344CB8AC3E}">
        <p14:creationId xmlns:p14="http://schemas.microsoft.com/office/powerpoint/2010/main" val="4287144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3BA18-F757-7DEF-A53D-46E532E83C4A}"/>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BF318731-5EA3-0455-8D54-09D14B2D285C}"/>
              </a:ext>
            </a:extLst>
          </p:cNvPr>
          <p:cNvSpPr txBox="1"/>
          <p:nvPr/>
        </p:nvSpPr>
        <p:spPr>
          <a:xfrm>
            <a:off x="571388" y="1861715"/>
            <a:ext cx="5430401" cy="1631216"/>
          </a:xfrm>
          <a:prstGeom prst="rect">
            <a:avLst/>
          </a:prstGeom>
          <a:noFill/>
        </p:spPr>
        <p:txBody>
          <a:bodyPr wrap="square">
            <a:spAutoFit/>
          </a:bodyPr>
          <a:lstStyle/>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We could include ‘</a:t>
            </a:r>
            <a:r>
              <a:rPr lang="en-US" sz="2500" dirty="0" err="1">
                <a:solidFill>
                  <a:schemeClr val="accent6">
                    <a:lumMod val="50000"/>
                  </a:schemeClr>
                </a:solidFill>
                <a:latin typeface="Avenir Book" panose="02000503020000020003" pitchFamily="2" charset="0"/>
              </a:rPr>
              <a:t>TreeID</a:t>
            </a:r>
            <a:r>
              <a:rPr lang="en-US" sz="2500" dirty="0">
                <a:solidFill>
                  <a:schemeClr val="accent6">
                    <a:lumMod val="50000"/>
                  </a:schemeClr>
                </a:solidFill>
                <a:latin typeface="Avenir Book" panose="02000503020000020003" pitchFamily="2" charset="0"/>
              </a:rPr>
              <a:t>’ as a predictor in our model</a:t>
            </a:r>
          </a:p>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But then we’ll get an estimate for every tree</a:t>
            </a:r>
          </a:p>
        </p:txBody>
      </p:sp>
      <p:grpSp>
        <p:nvGrpSpPr>
          <p:cNvPr id="11" name="Group 10">
            <a:extLst>
              <a:ext uri="{FF2B5EF4-FFF2-40B4-BE49-F238E27FC236}">
                <a16:creationId xmlns:a16="http://schemas.microsoft.com/office/drawing/2014/main" id="{487E0904-B0D8-6CD5-7349-6D04EAA30C72}"/>
              </a:ext>
            </a:extLst>
          </p:cNvPr>
          <p:cNvGrpSpPr/>
          <p:nvPr/>
        </p:nvGrpSpPr>
        <p:grpSpPr>
          <a:xfrm>
            <a:off x="6815428" y="2059036"/>
            <a:ext cx="5036480" cy="3759874"/>
            <a:chOff x="254923" y="144087"/>
            <a:chExt cx="8737408" cy="6522720"/>
          </a:xfrm>
        </p:grpSpPr>
        <p:grpSp>
          <p:nvGrpSpPr>
            <p:cNvPr id="2" name="Group 1">
              <a:extLst>
                <a:ext uri="{FF2B5EF4-FFF2-40B4-BE49-F238E27FC236}">
                  <a16:creationId xmlns:a16="http://schemas.microsoft.com/office/drawing/2014/main" id="{1C88C66E-2892-DB7B-5FC2-3F210556A2A2}"/>
                </a:ext>
              </a:extLst>
            </p:cNvPr>
            <p:cNvGrpSpPr/>
            <p:nvPr/>
          </p:nvGrpSpPr>
          <p:grpSpPr>
            <a:xfrm>
              <a:off x="254923" y="439403"/>
              <a:ext cx="8737408" cy="6006838"/>
              <a:chOff x="254923" y="439403"/>
              <a:chExt cx="8737408" cy="6006838"/>
            </a:xfrm>
          </p:grpSpPr>
          <p:pic>
            <p:nvPicPr>
              <p:cNvPr id="4" name="Graphic 3" descr="Fir tree with solid fill">
                <a:extLst>
                  <a:ext uri="{FF2B5EF4-FFF2-40B4-BE49-F238E27FC236}">
                    <a16:creationId xmlns:a16="http://schemas.microsoft.com/office/drawing/2014/main" id="{B0AB8357-67A8-7090-9D96-8C0543306D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794" y="439403"/>
                <a:ext cx="867972" cy="867972"/>
              </a:xfrm>
              <a:prstGeom prst="rect">
                <a:avLst/>
              </a:prstGeom>
            </p:spPr>
          </p:pic>
          <p:pic>
            <p:nvPicPr>
              <p:cNvPr id="5" name="Graphic 4" descr="Fir tree with solid fill">
                <a:extLst>
                  <a:ext uri="{FF2B5EF4-FFF2-40B4-BE49-F238E27FC236}">
                    <a16:creationId xmlns:a16="http://schemas.microsoft.com/office/drawing/2014/main" id="{47682BAC-7FC2-58D5-C3F7-FA2E360B83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2050" y="1495436"/>
                <a:ext cx="867972" cy="867972"/>
              </a:xfrm>
              <a:prstGeom prst="rect">
                <a:avLst/>
              </a:prstGeom>
            </p:spPr>
          </p:pic>
          <p:pic>
            <p:nvPicPr>
              <p:cNvPr id="6" name="Graphic 5" descr="Fir tree with solid fill">
                <a:extLst>
                  <a:ext uri="{FF2B5EF4-FFF2-40B4-BE49-F238E27FC236}">
                    <a16:creationId xmlns:a16="http://schemas.microsoft.com/office/drawing/2014/main" id="{4838189C-3C7B-1BEC-A703-12CF707311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274" y="1929422"/>
                <a:ext cx="867972" cy="867972"/>
              </a:xfrm>
              <a:prstGeom prst="rect">
                <a:avLst/>
              </a:prstGeom>
            </p:spPr>
          </p:pic>
          <p:pic>
            <p:nvPicPr>
              <p:cNvPr id="7" name="Graphic 6" descr="Fir tree with solid fill">
                <a:extLst>
                  <a:ext uri="{FF2B5EF4-FFF2-40B4-BE49-F238E27FC236}">
                    <a16:creationId xmlns:a16="http://schemas.microsoft.com/office/drawing/2014/main" id="{3BB74D8C-19F3-4E46-583C-D6A1E9C59A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018" y="641930"/>
                <a:ext cx="867972" cy="867972"/>
              </a:xfrm>
              <a:prstGeom prst="rect">
                <a:avLst/>
              </a:prstGeom>
            </p:spPr>
          </p:pic>
          <p:pic>
            <p:nvPicPr>
              <p:cNvPr id="8" name="Graphic 7" descr="Fir tree with solid fill">
                <a:extLst>
                  <a:ext uri="{FF2B5EF4-FFF2-40B4-BE49-F238E27FC236}">
                    <a16:creationId xmlns:a16="http://schemas.microsoft.com/office/drawing/2014/main" id="{B7DC52E3-6765-DD07-17F5-A8D1A0B050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54292" y="598531"/>
                <a:ext cx="867972" cy="867972"/>
              </a:xfrm>
              <a:prstGeom prst="rect">
                <a:avLst/>
              </a:prstGeom>
            </p:spPr>
          </p:pic>
          <p:pic>
            <p:nvPicPr>
              <p:cNvPr id="9" name="Graphic 8" descr="Fir tree with solid fill">
                <a:extLst>
                  <a:ext uri="{FF2B5EF4-FFF2-40B4-BE49-F238E27FC236}">
                    <a16:creationId xmlns:a16="http://schemas.microsoft.com/office/drawing/2014/main" id="{50B1E392-A465-252F-189C-650E14FD71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5555" y="1958354"/>
                <a:ext cx="867972" cy="867972"/>
              </a:xfrm>
              <a:prstGeom prst="rect">
                <a:avLst/>
              </a:prstGeom>
            </p:spPr>
          </p:pic>
          <p:pic>
            <p:nvPicPr>
              <p:cNvPr id="10" name="Graphic 9" descr="Fir tree with solid fill">
                <a:extLst>
                  <a:ext uri="{FF2B5EF4-FFF2-40B4-BE49-F238E27FC236}">
                    <a16:creationId xmlns:a16="http://schemas.microsoft.com/office/drawing/2014/main" id="{E39C6541-B505-AD15-15E3-1465F3D64C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48669" y="1206112"/>
                <a:ext cx="867972" cy="867972"/>
              </a:xfrm>
              <a:prstGeom prst="rect">
                <a:avLst/>
              </a:prstGeom>
            </p:spPr>
          </p:pic>
          <p:pic>
            <p:nvPicPr>
              <p:cNvPr id="20" name="Graphic 19" descr="Fir tree with solid fill">
                <a:extLst>
                  <a:ext uri="{FF2B5EF4-FFF2-40B4-BE49-F238E27FC236}">
                    <a16:creationId xmlns:a16="http://schemas.microsoft.com/office/drawing/2014/main" id="{C335048D-F2BF-7F17-7ED3-166402F8A8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1415" y="492050"/>
                <a:ext cx="790789" cy="790789"/>
              </a:xfrm>
              <a:prstGeom prst="rect">
                <a:avLst/>
              </a:prstGeom>
            </p:spPr>
          </p:pic>
          <p:pic>
            <p:nvPicPr>
              <p:cNvPr id="21" name="Graphic 20" descr="Fir tree with solid fill">
                <a:extLst>
                  <a:ext uri="{FF2B5EF4-FFF2-40B4-BE49-F238E27FC236}">
                    <a16:creationId xmlns:a16="http://schemas.microsoft.com/office/drawing/2014/main" id="{B269598B-368D-CF5A-0831-B2124F00EE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1371" y="1454177"/>
                <a:ext cx="790789" cy="790789"/>
              </a:xfrm>
              <a:prstGeom prst="rect">
                <a:avLst/>
              </a:prstGeom>
            </p:spPr>
          </p:pic>
          <p:pic>
            <p:nvPicPr>
              <p:cNvPr id="22" name="Graphic 21" descr="Fir tree with solid fill">
                <a:extLst>
                  <a:ext uri="{FF2B5EF4-FFF2-40B4-BE49-F238E27FC236}">
                    <a16:creationId xmlns:a16="http://schemas.microsoft.com/office/drawing/2014/main" id="{405134AC-4B7F-9F9E-3FFF-C1F5676A13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9200" y="1849572"/>
                <a:ext cx="790789" cy="790789"/>
              </a:xfrm>
              <a:prstGeom prst="rect">
                <a:avLst/>
              </a:prstGeom>
            </p:spPr>
          </p:pic>
          <p:pic>
            <p:nvPicPr>
              <p:cNvPr id="23" name="Graphic 22" descr="Fir tree with solid fill">
                <a:extLst>
                  <a:ext uri="{FF2B5EF4-FFF2-40B4-BE49-F238E27FC236}">
                    <a16:creationId xmlns:a16="http://schemas.microsoft.com/office/drawing/2014/main" id="{AF2BCBC3-28CD-8B1A-6660-0AEC9BD3FC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9244" y="676568"/>
                <a:ext cx="790789" cy="790789"/>
              </a:xfrm>
              <a:prstGeom prst="rect">
                <a:avLst/>
              </a:prstGeom>
            </p:spPr>
          </p:pic>
          <p:pic>
            <p:nvPicPr>
              <p:cNvPr id="24" name="Graphic 23" descr="Fir tree with solid fill">
                <a:extLst>
                  <a:ext uri="{FF2B5EF4-FFF2-40B4-BE49-F238E27FC236}">
                    <a16:creationId xmlns:a16="http://schemas.microsoft.com/office/drawing/2014/main" id="{1DA76BD7-2249-AB05-65CF-208FACAC54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86721" y="637028"/>
                <a:ext cx="790789" cy="790789"/>
              </a:xfrm>
              <a:prstGeom prst="rect">
                <a:avLst/>
              </a:prstGeom>
            </p:spPr>
          </p:pic>
          <p:pic>
            <p:nvPicPr>
              <p:cNvPr id="25" name="Graphic 24" descr="Fir tree with solid fill">
                <a:extLst>
                  <a:ext uri="{FF2B5EF4-FFF2-40B4-BE49-F238E27FC236}">
                    <a16:creationId xmlns:a16="http://schemas.microsoft.com/office/drawing/2014/main" id="{965DB712-BD26-D858-2286-FEBB897322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8980" y="1875932"/>
                <a:ext cx="790789" cy="790789"/>
              </a:xfrm>
              <a:prstGeom prst="rect">
                <a:avLst/>
              </a:prstGeom>
            </p:spPr>
          </p:pic>
          <p:pic>
            <p:nvPicPr>
              <p:cNvPr id="26" name="Graphic 25" descr="Fir tree with solid fill">
                <a:extLst>
                  <a:ext uri="{FF2B5EF4-FFF2-40B4-BE49-F238E27FC236}">
                    <a16:creationId xmlns:a16="http://schemas.microsoft.com/office/drawing/2014/main" id="{601739A9-5498-84C1-D6BF-34BA6A8E51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9353" y="1190581"/>
                <a:ext cx="790789" cy="790789"/>
              </a:xfrm>
              <a:prstGeom prst="rect">
                <a:avLst/>
              </a:prstGeom>
            </p:spPr>
          </p:pic>
          <p:pic>
            <p:nvPicPr>
              <p:cNvPr id="28" name="Graphic 27" descr="Fir tree with solid fill">
                <a:extLst>
                  <a:ext uri="{FF2B5EF4-FFF2-40B4-BE49-F238E27FC236}">
                    <a16:creationId xmlns:a16="http://schemas.microsoft.com/office/drawing/2014/main" id="{C45A401E-818C-C62C-F0AF-FCC8C4E9E7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7525" y="2922137"/>
                <a:ext cx="790789" cy="790789"/>
              </a:xfrm>
              <a:prstGeom prst="rect">
                <a:avLst/>
              </a:prstGeom>
            </p:spPr>
          </p:pic>
          <p:pic>
            <p:nvPicPr>
              <p:cNvPr id="29" name="Graphic 28" descr="Fir tree with solid fill">
                <a:extLst>
                  <a:ext uri="{FF2B5EF4-FFF2-40B4-BE49-F238E27FC236}">
                    <a16:creationId xmlns:a16="http://schemas.microsoft.com/office/drawing/2014/main" id="{F0D4F3A8-4955-AF2B-2D44-A76B258D11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7481" y="3884264"/>
                <a:ext cx="790789" cy="790789"/>
              </a:xfrm>
              <a:prstGeom prst="rect">
                <a:avLst/>
              </a:prstGeom>
            </p:spPr>
          </p:pic>
          <p:pic>
            <p:nvPicPr>
              <p:cNvPr id="30" name="Graphic 29" descr="Fir tree with solid fill">
                <a:extLst>
                  <a:ext uri="{FF2B5EF4-FFF2-40B4-BE49-F238E27FC236}">
                    <a16:creationId xmlns:a16="http://schemas.microsoft.com/office/drawing/2014/main" id="{4007BE15-0F9E-9F44-B0BA-F7C9A34A8F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5310" y="4279659"/>
                <a:ext cx="790789" cy="790789"/>
              </a:xfrm>
              <a:prstGeom prst="rect">
                <a:avLst/>
              </a:prstGeom>
            </p:spPr>
          </p:pic>
          <p:pic>
            <p:nvPicPr>
              <p:cNvPr id="31" name="Graphic 30" descr="Fir tree with solid fill">
                <a:extLst>
                  <a:ext uri="{FF2B5EF4-FFF2-40B4-BE49-F238E27FC236}">
                    <a16:creationId xmlns:a16="http://schemas.microsoft.com/office/drawing/2014/main" id="{7EF86E98-0D74-4EBB-CDB5-46AA9E3735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5354" y="3106655"/>
                <a:ext cx="790789" cy="790789"/>
              </a:xfrm>
              <a:prstGeom prst="rect">
                <a:avLst/>
              </a:prstGeom>
            </p:spPr>
          </p:pic>
          <p:pic>
            <p:nvPicPr>
              <p:cNvPr id="32" name="Graphic 31" descr="Fir tree with solid fill">
                <a:extLst>
                  <a:ext uri="{FF2B5EF4-FFF2-40B4-BE49-F238E27FC236}">
                    <a16:creationId xmlns:a16="http://schemas.microsoft.com/office/drawing/2014/main" id="{7B40BAAC-B1D7-5AC8-BD46-D4B7A7209C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2831" y="3067115"/>
                <a:ext cx="790789" cy="790789"/>
              </a:xfrm>
              <a:prstGeom prst="rect">
                <a:avLst/>
              </a:prstGeom>
            </p:spPr>
          </p:pic>
          <p:pic>
            <p:nvPicPr>
              <p:cNvPr id="33" name="Graphic 32" descr="Fir tree with solid fill">
                <a:extLst>
                  <a:ext uri="{FF2B5EF4-FFF2-40B4-BE49-F238E27FC236}">
                    <a16:creationId xmlns:a16="http://schemas.microsoft.com/office/drawing/2014/main" id="{64D53BCB-F01C-A4FA-262D-8BCFADA3CF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5090" y="4306019"/>
                <a:ext cx="790789" cy="790789"/>
              </a:xfrm>
              <a:prstGeom prst="rect">
                <a:avLst/>
              </a:prstGeom>
            </p:spPr>
          </p:pic>
          <p:pic>
            <p:nvPicPr>
              <p:cNvPr id="34" name="Graphic 33" descr="Fir tree with solid fill">
                <a:extLst>
                  <a:ext uri="{FF2B5EF4-FFF2-40B4-BE49-F238E27FC236}">
                    <a16:creationId xmlns:a16="http://schemas.microsoft.com/office/drawing/2014/main" id="{D02FA60A-B6DC-15EC-812F-0F50C01C9E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5463" y="3620668"/>
                <a:ext cx="790789" cy="790789"/>
              </a:xfrm>
              <a:prstGeom prst="rect">
                <a:avLst/>
              </a:prstGeom>
            </p:spPr>
          </p:pic>
          <p:pic>
            <p:nvPicPr>
              <p:cNvPr id="36" name="Graphic 35" descr="Fir tree with solid fill">
                <a:extLst>
                  <a:ext uri="{FF2B5EF4-FFF2-40B4-BE49-F238E27FC236}">
                    <a16:creationId xmlns:a16="http://schemas.microsoft.com/office/drawing/2014/main" id="{89CE3978-50CD-81CE-E5CE-4B26DC978E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94" y="4271570"/>
                <a:ext cx="790789" cy="790789"/>
              </a:xfrm>
              <a:prstGeom prst="rect">
                <a:avLst/>
              </a:prstGeom>
            </p:spPr>
          </p:pic>
          <p:pic>
            <p:nvPicPr>
              <p:cNvPr id="37" name="Graphic 36" descr="Fir tree with solid fill">
                <a:extLst>
                  <a:ext uri="{FF2B5EF4-FFF2-40B4-BE49-F238E27FC236}">
                    <a16:creationId xmlns:a16="http://schemas.microsoft.com/office/drawing/2014/main" id="{C4EE81FF-3C5C-B3F5-B5C2-59E7190795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7050" y="5233697"/>
                <a:ext cx="790789" cy="790789"/>
              </a:xfrm>
              <a:prstGeom prst="rect">
                <a:avLst/>
              </a:prstGeom>
            </p:spPr>
          </p:pic>
          <p:pic>
            <p:nvPicPr>
              <p:cNvPr id="38" name="Graphic 37" descr="Fir tree with solid fill">
                <a:extLst>
                  <a:ext uri="{FF2B5EF4-FFF2-40B4-BE49-F238E27FC236}">
                    <a16:creationId xmlns:a16="http://schemas.microsoft.com/office/drawing/2014/main" id="{6B66077F-7FF6-8394-F048-9BEAE71E26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879" y="5629092"/>
                <a:ext cx="790789" cy="790789"/>
              </a:xfrm>
              <a:prstGeom prst="rect">
                <a:avLst/>
              </a:prstGeom>
            </p:spPr>
          </p:pic>
          <p:pic>
            <p:nvPicPr>
              <p:cNvPr id="39" name="Graphic 38" descr="Fir tree with solid fill">
                <a:extLst>
                  <a:ext uri="{FF2B5EF4-FFF2-40B4-BE49-F238E27FC236}">
                    <a16:creationId xmlns:a16="http://schemas.microsoft.com/office/drawing/2014/main" id="{A8E239F2-3C58-AA7E-8B63-0425A9B71E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923" y="4456088"/>
                <a:ext cx="790789" cy="790789"/>
              </a:xfrm>
              <a:prstGeom prst="rect">
                <a:avLst/>
              </a:prstGeom>
            </p:spPr>
          </p:pic>
          <p:pic>
            <p:nvPicPr>
              <p:cNvPr id="40" name="Graphic 39" descr="Fir tree with solid fill">
                <a:extLst>
                  <a:ext uri="{FF2B5EF4-FFF2-40B4-BE49-F238E27FC236}">
                    <a16:creationId xmlns:a16="http://schemas.microsoft.com/office/drawing/2014/main" id="{99C9A9B1-3102-F1DF-AA46-51BF131F02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02400" y="4416548"/>
                <a:ext cx="790789" cy="790789"/>
              </a:xfrm>
              <a:prstGeom prst="rect">
                <a:avLst/>
              </a:prstGeom>
            </p:spPr>
          </p:pic>
          <p:pic>
            <p:nvPicPr>
              <p:cNvPr id="41" name="Graphic 40" descr="Fir tree with solid fill">
                <a:extLst>
                  <a:ext uri="{FF2B5EF4-FFF2-40B4-BE49-F238E27FC236}">
                    <a16:creationId xmlns:a16="http://schemas.microsoft.com/office/drawing/2014/main" id="{80E3E859-7131-FFBA-9599-27AEBE17FC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4659" y="5655452"/>
                <a:ext cx="790789" cy="790789"/>
              </a:xfrm>
              <a:prstGeom prst="rect">
                <a:avLst/>
              </a:prstGeom>
            </p:spPr>
          </p:pic>
          <p:pic>
            <p:nvPicPr>
              <p:cNvPr id="42" name="Graphic 41" descr="Fir tree with solid fill">
                <a:extLst>
                  <a:ext uri="{FF2B5EF4-FFF2-40B4-BE49-F238E27FC236}">
                    <a16:creationId xmlns:a16="http://schemas.microsoft.com/office/drawing/2014/main" id="{583E2A2C-A7CE-6B32-FFDB-E1EACB6E66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35032" y="4970101"/>
                <a:ext cx="790789" cy="790789"/>
              </a:xfrm>
              <a:prstGeom prst="rect">
                <a:avLst/>
              </a:prstGeom>
            </p:spPr>
          </p:pic>
          <p:pic>
            <p:nvPicPr>
              <p:cNvPr id="44" name="Graphic 43" descr="Fir tree with solid fill">
                <a:extLst>
                  <a:ext uri="{FF2B5EF4-FFF2-40B4-BE49-F238E27FC236}">
                    <a16:creationId xmlns:a16="http://schemas.microsoft.com/office/drawing/2014/main" id="{210B2538-07E4-4F6A-41B7-9C4A9A088C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3604" y="4202298"/>
                <a:ext cx="790789" cy="790789"/>
              </a:xfrm>
              <a:prstGeom prst="rect">
                <a:avLst/>
              </a:prstGeom>
            </p:spPr>
          </p:pic>
          <p:pic>
            <p:nvPicPr>
              <p:cNvPr id="45" name="Graphic 44" descr="Fir tree with solid fill">
                <a:extLst>
                  <a:ext uri="{FF2B5EF4-FFF2-40B4-BE49-F238E27FC236}">
                    <a16:creationId xmlns:a16="http://schemas.microsoft.com/office/drawing/2014/main" id="{FF2411A8-73F3-5756-C2FA-A657AA72A6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3560" y="5164425"/>
                <a:ext cx="790789" cy="790789"/>
              </a:xfrm>
              <a:prstGeom prst="rect">
                <a:avLst/>
              </a:prstGeom>
            </p:spPr>
          </p:pic>
          <p:pic>
            <p:nvPicPr>
              <p:cNvPr id="46" name="Graphic 45" descr="Fir tree with solid fill">
                <a:extLst>
                  <a:ext uri="{FF2B5EF4-FFF2-40B4-BE49-F238E27FC236}">
                    <a16:creationId xmlns:a16="http://schemas.microsoft.com/office/drawing/2014/main" id="{C1FD7BAE-41DF-CCC5-09CD-862A97A89F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1389" y="5559820"/>
                <a:ext cx="790789" cy="790789"/>
              </a:xfrm>
              <a:prstGeom prst="rect">
                <a:avLst/>
              </a:prstGeom>
            </p:spPr>
          </p:pic>
          <p:pic>
            <p:nvPicPr>
              <p:cNvPr id="47" name="Graphic 46" descr="Fir tree with solid fill">
                <a:extLst>
                  <a:ext uri="{FF2B5EF4-FFF2-40B4-BE49-F238E27FC236}">
                    <a16:creationId xmlns:a16="http://schemas.microsoft.com/office/drawing/2014/main" id="{6FBFF1E9-312D-3D18-8C4F-DC516B1124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1433" y="4386816"/>
                <a:ext cx="790789" cy="790789"/>
              </a:xfrm>
              <a:prstGeom prst="rect">
                <a:avLst/>
              </a:prstGeom>
            </p:spPr>
          </p:pic>
          <p:pic>
            <p:nvPicPr>
              <p:cNvPr id="48" name="Graphic 47" descr="Fir tree with solid fill">
                <a:extLst>
                  <a:ext uri="{FF2B5EF4-FFF2-40B4-BE49-F238E27FC236}">
                    <a16:creationId xmlns:a16="http://schemas.microsoft.com/office/drawing/2014/main" id="{0E96D338-43DD-72AC-D932-E7E3A934F2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68910" y="4347276"/>
                <a:ext cx="790789" cy="790789"/>
              </a:xfrm>
              <a:prstGeom prst="rect">
                <a:avLst/>
              </a:prstGeom>
            </p:spPr>
          </p:pic>
          <p:pic>
            <p:nvPicPr>
              <p:cNvPr id="49" name="Graphic 48" descr="Fir tree with solid fill">
                <a:extLst>
                  <a:ext uri="{FF2B5EF4-FFF2-40B4-BE49-F238E27FC236}">
                    <a16:creationId xmlns:a16="http://schemas.microsoft.com/office/drawing/2014/main" id="{DB44597E-2187-D498-E156-4A2EA841B7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61169" y="5586180"/>
                <a:ext cx="790789" cy="790789"/>
              </a:xfrm>
              <a:prstGeom prst="rect">
                <a:avLst/>
              </a:prstGeom>
            </p:spPr>
          </p:pic>
          <p:pic>
            <p:nvPicPr>
              <p:cNvPr id="50" name="Graphic 49" descr="Fir tree with solid fill">
                <a:extLst>
                  <a:ext uri="{FF2B5EF4-FFF2-40B4-BE49-F238E27FC236}">
                    <a16:creationId xmlns:a16="http://schemas.microsoft.com/office/drawing/2014/main" id="{79AA2FE9-3D4E-1558-9E50-1096ECCA91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1542" y="4900829"/>
                <a:ext cx="790789" cy="790789"/>
              </a:xfrm>
              <a:prstGeom prst="rect">
                <a:avLst/>
              </a:prstGeom>
            </p:spPr>
          </p:pic>
        </p:grpSp>
        <p:sp>
          <p:nvSpPr>
            <p:cNvPr id="100" name="Oval 99">
              <a:extLst>
                <a:ext uri="{FF2B5EF4-FFF2-40B4-BE49-F238E27FC236}">
                  <a16:creationId xmlns:a16="http://schemas.microsoft.com/office/drawing/2014/main" id="{4CDA72C3-80A9-1BEC-8B12-FB06A0186879}"/>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Oval 100">
              <a:extLst>
                <a:ext uri="{FF2B5EF4-FFF2-40B4-BE49-F238E27FC236}">
                  <a16:creationId xmlns:a16="http://schemas.microsoft.com/office/drawing/2014/main" id="{B11CF205-722C-BCF5-955F-A7E2AFE1BB8E}"/>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Oval 101">
              <a:extLst>
                <a:ext uri="{FF2B5EF4-FFF2-40B4-BE49-F238E27FC236}">
                  <a16:creationId xmlns:a16="http://schemas.microsoft.com/office/drawing/2014/main" id="{0960FA5C-462C-E2E5-7C42-344221704775}"/>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Oval 102">
              <a:extLst>
                <a:ext uri="{FF2B5EF4-FFF2-40B4-BE49-F238E27FC236}">
                  <a16:creationId xmlns:a16="http://schemas.microsoft.com/office/drawing/2014/main" id="{F417930D-0807-0141-3BE8-9A0C4093F928}"/>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 name="Oval 103">
              <a:extLst>
                <a:ext uri="{FF2B5EF4-FFF2-40B4-BE49-F238E27FC236}">
                  <a16:creationId xmlns:a16="http://schemas.microsoft.com/office/drawing/2014/main" id="{D4468E50-39EC-4823-E637-C1C653693C9E}"/>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5" name="Oval 104">
              <a:extLst>
                <a:ext uri="{FF2B5EF4-FFF2-40B4-BE49-F238E27FC236}">
                  <a16:creationId xmlns:a16="http://schemas.microsoft.com/office/drawing/2014/main" id="{BC6A4304-0A2C-4F26-6E13-0B2B74CD8C7B}"/>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Oval 105">
              <a:extLst>
                <a:ext uri="{FF2B5EF4-FFF2-40B4-BE49-F238E27FC236}">
                  <a16:creationId xmlns:a16="http://schemas.microsoft.com/office/drawing/2014/main" id="{21C4B067-371C-8F87-6C5E-6F6E1C93C331}"/>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7" name="Oval 106">
              <a:extLst>
                <a:ext uri="{FF2B5EF4-FFF2-40B4-BE49-F238E27FC236}">
                  <a16:creationId xmlns:a16="http://schemas.microsoft.com/office/drawing/2014/main" id="{D129F0FA-5E1F-AF4E-2085-4A0364344DA5}"/>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660A793C-DAF9-5DFB-60BB-C78007138D1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Fixing Independence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15" name="Picture 14">
            <a:extLst>
              <a:ext uri="{FF2B5EF4-FFF2-40B4-BE49-F238E27FC236}">
                <a16:creationId xmlns:a16="http://schemas.microsoft.com/office/drawing/2014/main" id="{062714D0-1380-10E8-037E-BC94C26C0775}"/>
              </a:ext>
            </a:extLst>
          </p:cNvPr>
          <p:cNvPicPr>
            <a:picLocks noChangeAspect="1"/>
          </p:cNvPicPr>
          <p:nvPr/>
        </p:nvPicPr>
        <p:blipFill>
          <a:blip r:embed="rId4"/>
          <a:stretch>
            <a:fillRect/>
          </a:stretch>
        </p:blipFill>
        <p:spPr>
          <a:xfrm>
            <a:off x="1056178" y="3413981"/>
            <a:ext cx="4081087" cy="3232159"/>
          </a:xfrm>
          <a:prstGeom prst="rect">
            <a:avLst/>
          </a:prstGeom>
        </p:spPr>
      </p:pic>
      <p:sp>
        <p:nvSpPr>
          <p:cNvPr id="3" name="TextBox 2">
            <a:extLst>
              <a:ext uri="{FF2B5EF4-FFF2-40B4-BE49-F238E27FC236}">
                <a16:creationId xmlns:a16="http://schemas.microsoft.com/office/drawing/2014/main" id="{681FDBAF-DE52-5AC0-4C71-789B97B2629B}"/>
              </a:ext>
            </a:extLst>
          </p:cNvPr>
          <p:cNvSpPr txBox="1"/>
          <p:nvPr/>
        </p:nvSpPr>
        <p:spPr>
          <a:xfrm>
            <a:off x="7044232" y="6231317"/>
            <a:ext cx="5430401" cy="477054"/>
          </a:xfrm>
          <a:prstGeom prst="rect">
            <a:avLst/>
          </a:prstGeom>
          <a:noFill/>
        </p:spPr>
        <p:txBody>
          <a:bodyPr wrap="square">
            <a:spAutoFit/>
          </a:bodyPr>
          <a:lstStyle/>
          <a:p>
            <a:r>
              <a:rPr lang="en-US" sz="2500" dirty="0">
                <a:solidFill>
                  <a:schemeClr val="accent6">
                    <a:lumMod val="50000"/>
                  </a:schemeClr>
                </a:solidFill>
                <a:latin typeface="Avenir Book" panose="02000503020000020003" pitchFamily="2" charset="0"/>
              </a:rPr>
              <a:t>What if we sampled 500 trees?!</a:t>
            </a:r>
          </a:p>
        </p:txBody>
      </p:sp>
    </p:spTree>
    <p:extLst>
      <p:ext uri="{BB962C8B-B14F-4D97-AF65-F5344CB8AC3E}">
        <p14:creationId xmlns:p14="http://schemas.microsoft.com/office/powerpoint/2010/main" val="36902490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2C771-E41B-D6AB-D4AA-3D797895DDFE}"/>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43E42CCD-7EBF-A9CF-A45A-713E755D9120}"/>
              </a:ext>
            </a:extLst>
          </p:cNvPr>
          <p:cNvSpPr txBox="1"/>
          <p:nvPr/>
        </p:nvSpPr>
        <p:spPr>
          <a:xfrm>
            <a:off x="571388" y="1861715"/>
            <a:ext cx="8023972" cy="477054"/>
          </a:xfrm>
          <a:prstGeom prst="rect">
            <a:avLst/>
          </a:prstGeom>
          <a:noFill/>
        </p:spPr>
        <p:txBody>
          <a:bodyPr wrap="square">
            <a:spAutoFit/>
          </a:bodyPr>
          <a:lstStyle/>
          <a:p>
            <a:pPr marL="342900" indent="-342900">
              <a:buFont typeface="Arial" panose="020B0604020202020204" pitchFamily="34" charset="0"/>
              <a:buChar char="•"/>
            </a:pPr>
            <a:r>
              <a:rPr lang="en-US" sz="2500" dirty="0">
                <a:solidFill>
                  <a:schemeClr val="accent6">
                    <a:lumMod val="50000"/>
                  </a:schemeClr>
                </a:solidFill>
                <a:latin typeface="Avenir Book" panose="02000503020000020003" pitchFamily="2" charset="0"/>
              </a:rPr>
              <a:t>In these, we have two types of predictor variables:</a:t>
            </a:r>
          </a:p>
        </p:txBody>
      </p:sp>
      <p:sp>
        <p:nvSpPr>
          <p:cNvPr id="12" name="TextBox 11">
            <a:extLst>
              <a:ext uri="{FF2B5EF4-FFF2-40B4-BE49-F238E27FC236}">
                <a16:creationId xmlns:a16="http://schemas.microsoft.com/office/drawing/2014/main" id="{3FB1B26F-F06B-5A8B-7421-62B549A25F4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Enter Mixed Effects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 name="TextBox 12">
            <a:extLst>
              <a:ext uri="{FF2B5EF4-FFF2-40B4-BE49-F238E27FC236}">
                <a16:creationId xmlns:a16="http://schemas.microsoft.com/office/drawing/2014/main" id="{34638A25-0557-7CC4-9711-7339ACD62248}"/>
              </a:ext>
            </a:extLst>
          </p:cNvPr>
          <p:cNvSpPr txBox="1"/>
          <p:nvPr/>
        </p:nvSpPr>
        <p:spPr>
          <a:xfrm>
            <a:off x="689569" y="2964573"/>
            <a:ext cx="10973534" cy="5170646"/>
          </a:xfrm>
          <a:prstGeom prst="rect">
            <a:avLst/>
          </a:prstGeom>
          <a:noFill/>
        </p:spPr>
        <p:txBody>
          <a:bodyPr wrap="square">
            <a:spAutoFit/>
          </a:bodyPr>
          <a:lstStyle/>
          <a:p>
            <a:r>
              <a:rPr lang="en-US" sz="3000" b="1" dirty="0">
                <a:solidFill>
                  <a:schemeClr val="accent6">
                    <a:lumMod val="50000"/>
                  </a:schemeClr>
                </a:solidFill>
                <a:latin typeface="Avenir Book" panose="02000503020000020003" pitchFamily="2" charset="0"/>
              </a:rPr>
              <a:t>Random effect </a:t>
            </a:r>
            <a:r>
              <a:rPr lang="en-US" sz="3000" dirty="0">
                <a:solidFill>
                  <a:schemeClr val="accent6">
                    <a:lumMod val="50000"/>
                  </a:schemeClr>
                </a:solidFill>
                <a:latin typeface="Avenir Book" panose="02000503020000020003" pitchFamily="2" charset="0"/>
              </a:rPr>
              <a:t>= how you tell the model there are groups (that you don’t care about)</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r>
              <a:rPr lang="en-US" sz="3000" b="1" dirty="0">
                <a:solidFill>
                  <a:schemeClr val="accent6">
                    <a:lumMod val="50000"/>
                  </a:schemeClr>
                </a:solidFill>
                <a:latin typeface="Avenir Book" panose="02000503020000020003" pitchFamily="2" charset="0"/>
              </a:rPr>
              <a:t>Fixed effect </a:t>
            </a:r>
            <a:r>
              <a:rPr lang="en-US" sz="3000" dirty="0">
                <a:solidFill>
                  <a:schemeClr val="accent6">
                    <a:lumMod val="50000"/>
                  </a:schemeClr>
                </a:solidFill>
                <a:latin typeface="Avenir Book" panose="02000503020000020003" pitchFamily="2" charset="0"/>
              </a:rPr>
              <a:t>= ‘Normal’ predictors (Fixed effects can also be groups!! They’re just groups you </a:t>
            </a:r>
            <a:r>
              <a:rPr lang="en-US" sz="3000" i="1" dirty="0">
                <a:solidFill>
                  <a:schemeClr val="accent6">
                    <a:lumMod val="50000"/>
                  </a:schemeClr>
                </a:solidFill>
                <a:latin typeface="Avenir Book" panose="02000503020000020003" pitchFamily="2" charset="0"/>
              </a:rPr>
              <a:t>do</a:t>
            </a:r>
            <a:r>
              <a:rPr lang="en-US" sz="3000" dirty="0">
                <a:solidFill>
                  <a:schemeClr val="accent6">
                    <a:lumMod val="50000"/>
                  </a:schemeClr>
                </a:solidFill>
                <a:latin typeface="Avenir Book" panose="02000503020000020003" pitchFamily="2" charset="0"/>
              </a:rPr>
              <a:t> care about)</a:t>
            </a: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89942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512C8-CC0A-DED6-D822-47E41C81D073}"/>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7A10DED2-8EF3-A34D-7898-824CCECC1604}"/>
              </a:ext>
            </a:extLst>
          </p:cNvPr>
          <p:cNvSpPr txBox="1"/>
          <p:nvPr/>
        </p:nvSpPr>
        <p:spPr>
          <a:xfrm>
            <a:off x="571388" y="1861715"/>
            <a:ext cx="10817048" cy="3323987"/>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Account for the fact there’s non-independence, without giving us loads of estimates (and with other statistical benefits)</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Model assumes that each group in your variable is a random sample of a potentially bigger pool of samples, hence the name</a:t>
            </a:r>
          </a:p>
        </p:txBody>
      </p:sp>
      <p:sp>
        <p:nvSpPr>
          <p:cNvPr id="12" name="TextBox 11">
            <a:extLst>
              <a:ext uri="{FF2B5EF4-FFF2-40B4-BE49-F238E27FC236}">
                <a16:creationId xmlns:a16="http://schemas.microsoft.com/office/drawing/2014/main" id="{3BAFC57F-9549-981A-40E7-C75BCA82F13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Random Effects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2" name="Group 1">
            <a:extLst>
              <a:ext uri="{FF2B5EF4-FFF2-40B4-BE49-F238E27FC236}">
                <a16:creationId xmlns:a16="http://schemas.microsoft.com/office/drawing/2014/main" id="{3AC7790C-27F5-FC04-239A-6256F20C1F4B}"/>
              </a:ext>
            </a:extLst>
          </p:cNvPr>
          <p:cNvGrpSpPr/>
          <p:nvPr/>
        </p:nvGrpSpPr>
        <p:grpSpPr>
          <a:xfrm>
            <a:off x="5053129" y="4854631"/>
            <a:ext cx="2378448" cy="1596045"/>
            <a:chOff x="254923" y="144087"/>
            <a:chExt cx="8737408" cy="6522720"/>
          </a:xfrm>
        </p:grpSpPr>
        <p:grpSp>
          <p:nvGrpSpPr>
            <p:cNvPr id="3" name="Group 2">
              <a:extLst>
                <a:ext uri="{FF2B5EF4-FFF2-40B4-BE49-F238E27FC236}">
                  <a16:creationId xmlns:a16="http://schemas.microsoft.com/office/drawing/2014/main" id="{D8E3CCE8-95C4-1AEC-CF6C-FA587D58EC57}"/>
                </a:ext>
              </a:extLst>
            </p:cNvPr>
            <p:cNvGrpSpPr/>
            <p:nvPr/>
          </p:nvGrpSpPr>
          <p:grpSpPr>
            <a:xfrm>
              <a:off x="254923" y="439403"/>
              <a:ext cx="8737408" cy="6006838"/>
              <a:chOff x="254923" y="439403"/>
              <a:chExt cx="8737408" cy="6006838"/>
            </a:xfrm>
          </p:grpSpPr>
          <p:pic>
            <p:nvPicPr>
              <p:cNvPr id="14" name="Graphic 13" descr="Fir tree with solid fill">
                <a:extLst>
                  <a:ext uri="{FF2B5EF4-FFF2-40B4-BE49-F238E27FC236}">
                    <a16:creationId xmlns:a16="http://schemas.microsoft.com/office/drawing/2014/main" id="{5C2EBBE4-9E62-8F63-E7BE-24A51F6B8C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794" y="439403"/>
                <a:ext cx="867972" cy="867972"/>
              </a:xfrm>
              <a:prstGeom prst="rect">
                <a:avLst/>
              </a:prstGeom>
            </p:spPr>
          </p:pic>
          <p:pic>
            <p:nvPicPr>
              <p:cNvPr id="15" name="Graphic 14" descr="Fir tree with solid fill">
                <a:extLst>
                  <a:ext uri="{FF2B5EF4-FFF2-40B4-BE49-F238E27FC236}">
                    <a16:creationId xmlns:a16="http://schemas.microsoft.com/office/drawing/2014/main" id="{4A97742B-F5EB-5068-837A-5A75613D5A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2050" y="1495436"/>
                <a:ext cx="867972" cy="867972"/>
              </a:xfrm>
              <a:prstGeom prst="rect">
                <a:avLst/>
              </a:prstGeom>
            </p:spPr>
          </p:pic>
          <p:pic>
            <p:nvPicPr>
              <p:cNvPr id="16" name="Graphic 15" descr="Fir tree with solid fill">
                <a:extLst>
                  <a:ext uri="{FF2B5EF4-FFF2-40B4-BE49-F238E27FC236}">
                    <a16:creationId xmlns:a16="http://schemas.microsoft.com/office/drawing/2014/main" id="{6D0A5973-12BC-BECE-392E-8308842FC2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274" y="1929422"/>
                <a:ext cx="867972" cy="867972"/>
              </a:xfrm>
              <a:prstGeom prst="rect">
                <a:avLst/>
              </a:prstGeom>
            </p:spPr>
          </p:pic>
          <p:pic>
            <p:nvPicPr>
              <p:cNvPr id="17" name="Graphic 16" descr="Fir tree with solid fill">
                <a:extLst>
                  <a:ext uri="{FF2B5EF4-FFF2-40B4-BE49-F238E27FC236}">
                    <a16:creationId xmlns:a16="http://schemas.microsoft.com/office/drawing/2014/main" id="{21E3221B-ACD2-60FC-874F-B7DEFA15AF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018" y="641930"/>
                <a:ext cx="867972" cy="867972"/>
              </a:xfrm>
              <a:prstGeom prst="rect">
                <a:avLst/>
              </a:prstGeom>
            </p:spPr>
          </p:pic>
          <p:pic>
            <p:nvPicPr>
              <p:cNvPr id="18" name="Graphic 17" descr="Fir tree with solid fill">
                <a:extLst>
                  <a:ext uri="{FF2B5EF4-FFF2-40B4-BE49-F238E27FC236}">
                    <a16:creationId xmlns:a16="http://schemas.microsoft.com/office/drawing/2014/main" id="{2DB8A022-E228-A012-650E-4E242BF01B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54292" y="598531"/>
                <a:ext cx="867972" cy="867972"/>
              </a:xfrm>
              <a:prstGeom prst="rect">
                <a:avLst/>
              </a:prstGeom>
            </p:spPr>
          </p:pic>
          <p:pic>
            <p:nvPicPr>
              <p:cNvPr id="19" name="Graphic 18" descr="Fir tree with solid fill">
                <a:extLst>
                  <a:ext uri="{FF2B5EF4-FFF2-40B4-BE49-F238E27FC236}">
                    <a16:creationId xmlns:a16="http://schemas.microsoft.com/office/drawing/2014/main" id="{205C0013-F50D-1749-3CFC-8ED88D6EBD1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5555" y="1958354"/>
                <a:ext cx="867972" cy="867972"/>
              </a:xfrm>
              <a:prstGeom prst="rect">
                <a:avLst/>
              </a:prstGeom>
            </p:spPr>
          </p:pic>
          <p:pic>
            <p:nvPicPr>
              <p:cNvPr id="20" name="Graphic 19" descr="Fir tree with solid fill">
                <a:extLst>
                  <a:ext uri="{FF2B5EF4-FFF2-40B4-BE49-F238E27FC236}">
                    <a16:creationId xmlns:a16="http://schemas.microsoft.com/office/drawing/2014/main" id="{C1CA6807-FAE0-F879-5348-4B8E0A242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48669" y="1206112"/>
                <a:ext cx="867972" cy="867972"/>
              </a:xfrm>
              <a:prstGeom prst="rect">
                <a:avLst/>
              </a:prstGeom>
            </p:spPr>
          </p:pic>
          <p:pic>
            <p:nvPicPr>
              <p:cNvPr id="21" name="Graphic 20" descr="Fir tree with solid fill">
                <a:extLst>
                  <a:ext uri="{FF2B5EF4-FFF2-40B4-BE49-F238E27FC236}">
                    <a16:creationId xmlns:a16="http://schemas.microsoft.com/office/drawing/2014/main" id="{A0D0464C-0546-BBB3-D255-48CEE7F1A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1415" y="492050"/>
                <a:ext cx="790789" cy="790789"/>
              </a:xfrm>
              <a:prstGeom prst="rect">
                <a:avLst/>
              </a:prstGeom>
            </p:spPr>
          </p:pic>
          <p:pic>
            <p:nvPicPr>
              <p:cNvPr id="22" name="Graphic 21" descr="Fir tree with solid fill">
                <a:extLst>
                  <a:ext uri="{FF2B5EF4-FFF2-40B4-BE49-F238E27FC236}">
                    <a16:creationId xmlns:a16="http://schemas.microsoft.com/office/drawing/2014/main" id="{D77B7F15-71F7-85C4-B29E-E890EC569F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1371" y="1454177"/>
                <a:ext cx="790789" cy="790789"/>
              </a:xfrm>
              <a:prstGeom prst="rect">
                <a:avLst/>
              </a:prstGeom>
            </p:spPr>
          </p:pic>
          <p:pic>
            <p:nvPicPr>
              <p:cNvPr id="23" name="Graphic 22" descr="Fir tree with solid fill">
                <a:extLst>
                  <a:ext uri="{FF2B5EF4-FFF2-40B4-BE49-F238E27FC236}">
                    <a16:creationId xmlns:a16="http://schemas.microsoft.com/office/drawing/2014/main" id="{DD2CDD5F-FAA0-52CA-EE82-C6BB797EE5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9200" y="1849572"/>
                <a:ext cx="790789" cy="790789"/>
              </a:xfrm>
              <a:prstGeom prst="rect">
                <a:avLst/>
              </a:prstGeom>
            </p:spPr>
          </p:pic>
          <p:pic>
            <p:nvPicPr>
              <p:cNvPr id="24" name="Graphic 23" descr="Fir tree with solid fill">
                <a:extLst>
                  <a:ext uri="{FF2B5EF4-FFF2-40B4-BE49-F238E27FC236}">
                    <a16:creationId xmlns:a16="http://schemas.microsoft.com/office/drawing/2014/main" id="{E081BA24-8F63-AA92-0DDE-4103FBABAB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39244" y="676568"/>
                <a:ext cx="790789" cy="790789"/>
              </a:xfrm>
              <a:prstGeom prst="rect">
                <a:avLst/>
              </a:prstGeom>
            </p:spPr>
          </p:pic>
          <p:pic>
            <p:nvPicPr>
              <p:cNvPr id="25" name="Graphic 24" descr="Fir tree with solid fill">
                <a:extLst>
                  <a:ext uri="{FF2B5EF4-FFF2-40B4-BE49-F238E27FC236}">
                    <a16:creationId xmlns:a16="http://schemas.microsoft.com/office/drawing/2014/main" id="{E3062F51-EA88-FCF7-17A9-F07A4B614E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86721" y="637028"/>
                <a:ext cx="790789" cy="790789"/>
              </a:xfrm>
              <a:prstGeom prst="rect">
                <a:avLst/>
              </a:prstGeom>
            </p:spPr>
          </p:pic>
          <p:pic>
            <p:nvPicPr>
              <p:cNvPr id="26" name="Graphic 25" descr="Fir tree with solid fill">
                <a:extLst>
                  <a:ext uri="{FF2B5EF4-FFF2-40B4-BE49-F238E27FC236}">
                    <a16:creationId xmlns:a16="http://schemas.microsoft.com/office/drawing/2014/main" id="{C5819142-ADEF-C65A-514D-3A9CFE3ACA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8980" y="1875932"/>
                <a:ext cx="790789" cy="790789"/>
              </a:xfrm>
              <a:prstGeom prst="rect">
                <a:avLst/>
              </a:prstGeom>
            </p:spPr>
          </p:pic>
          <p:pic>
            <p:nvPicPr>
              <p:cNvPr id="27" name="Graphic 26" descr="Fir tree with solid fill">
                <a:extLst>
                  <a:ext uri="{FF2B5EF4-FFF2-40B4-BE49-F238E27FC236}">
                    <a16:creationId xmlns:a16="http://schemas.microsoft.com/office/drawing/2014/main" id="{11AD3D78-6BF0-D721-A377-6560BABD36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9353" y="1190581"/>
                <a:ext cx="790789" cy="790789"/>
              </a:xfrm>
              <a:prstGeom prst="rect">
                <a:avLst/>
              </a:prstGeom>
            </p:spPr>
          </p:pic>
          <p:pic>
            <p:nvPicPr>
              <p:cNvPr id="28" name="Graphic 27" descr="Fir tree with solid fill">
                <a:extLst>
                  <a:ext uri="{FF2B5EF4-FFF2-40B4-BE49-F238E27FC236}">
                    <a16:creationId xmlns:a16="http://schemas.microsoft.com/office/drawing/2014/main" id="{6BD76C3F-86DD-5235-5207-01A042036F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7525" y="2922137"/>
                <a:ext cx="790789" cy="790789"/>
              </a:xfrm>
              <a:prstGeom prst="rect">
                <a:avLst/>
              </a:prstGeom>
            </p:spPr>
          </p:pic>
          <p:pic>
            <p:nvPicPr>
              <p:cNvPr id="29" name="Graphic 28" descr="Fir tree with solid fill">
                <a:extLst>
                  <a:ext uri="{FF2B5EF4-FFF2-40B4-BE49-F238E27FC236}">
                    <a16:creationId xmlns:a16="http://schemas.microsoft.com/office/drawing/2014/main" id="{B3745847-2364-8FB5-E7F5-C54CAD5CCB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7481" y="3884264"/>
                <a:ext cx="790789" cy="790789"/>
              </a:xfrm>
              <a:prstGeom prst="rect">
                <a:avLst/>
              </a:prstGeom>
            </p:spPr>
          </p:pic>
          <p:pic>
            <p:nvPicPr>
              <p:cNvPr id="30" name="Graphic 29" descr="Fir tree with solid fill">
                <a:extLst>
                  <a:ext uri="{FF2B5EF4-FFF2-40B4-BE49-F238E27FC236}">
                    <a16:creationId xmlns:a16="http://schemas.microsoft.com/office/drawing/2014/main" id="{FB695066-2DB0-9132-C5B9-29CB2F77D3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5310" y="4279659"/>
                <a:ext cx="790789" cy="790789"/>
              </a:xfrm>
              <a:prstGeom prst="rect">
                <a:avLst/>
              </a:prstGeom>
            </p:spPr>
          </p:pic>
          <p:pic>
            <p:nvPicPr>
              <p:cNvPr id="31" name="Graphic 30" descr="Fir tree with solid fill">
                <a:extLst>
                  <a:ext uri="{FF2B5EF4-FFF2-40B4-BE49-F238E27FC236}">
                    <a16:creationId xmlns:a16="http://schemas.microsoft.com/office/drawing/2014/main" id="{F477C988-EAFE-2AA1-A647-D36DC1FD9C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95354" y="3106655"/>
                <a:ext cx="790789" cy="790789"/>
              </a:xfrm>
              <a:prstGeom prst="rect">
                <a:avLst/>
              </a:prstGeom>
            </p:spPr>
          </p:pic>
          <p:pic>
            <p:nvPicPr>
              <p:cNvPr id="32" name="Graphic 31" descr="Fir tree with solid fill">
                <a:extLst>
                  <a:ext uri="{FF2B5EF4-FFF2-40B4-BE49-F238E27FC236}">
                    <a16:creationId xmlns:a16="http://schemas.microsoft.com/office/drawing/2014/main" id="{0D5468A6-2A3F-36B6-13B1-DF005D445D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2831" y="3067115"/>
                <a:ext cx="790789" cy="790789"/>
              </a:xfrm>
              <a:prstGeom prst="rect">
                <a:avLst/>
              </a:prstGeom>
            </p:spPr>
          </p:pic>
          <p:pic>
            <p:nvPicPr>
              <p:cNvPr id="33" name="Graphic 32" descr="Fir tree with solid fill">
                <a:extLst>
                  <a:ext uri="{FF2B5EF4-FFF2-40B4-BE49-F238E27FC236}">
                    <a16:creationId xmlns:a16="http://schemas.microsoft.com/office/drawing/2014/main" id="{13AC2336-CFE4-1568-9DCA-3A980181E57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5090" y="4306019"/>
                <a:ext cx="790789" cy="790789"/>
              </a:xfrm>
              <a:prstGeom prst="rect">
                <a:avLst/>
              </a:prstGeom>
            </p:spPr>
          </p:pic>
          <p:pic>
            <p:nvPicPr>
              <p:cNvPr id="34" name="Graphic 33" descr="Fir tree with solid fill">
                <a:extLst>
                  <a:ext uri="{FF2B5EF4-FFF2-40B4-BE49-F238E27FC236}">
                    <a16:creationId xmlns:a16="http://schemas.microsoft.com/office/drawing/2014/main" id="{E1139680-D789-ED75-1929-9CD80EB95C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75463" y="3620668"/>
                <a:ext cx="790789" cy="790789"/>
              </a:xfrm>
              <a:prstGeom prst="rect">
                <a:avLst/>
              </a:prstGeom>
            </p:spPr>
          </p:pic>
          <p:pic>
            <p:nvPicPr>
              <p:cNvPr id="35" name="Graphic 34" descr="Fir tree with solid fill">
                <a:extLst>
                  <a:ext uri="{FF2B5EF4-FFF2-40B4-BE49-F238E27FC236}">
                    <a16:creationId xmlns:a16="http://schemas.microsoft.com/office/drawing/2014/main" id="{6F08FEB5-7AFD-9D5C-9A9A-93201F85F1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094" y="4271570"/>
                <a:ext cx="790789" cy="790789"/>
              </a:xfrm>
              <a:prstGeom prst="rect">
                <a:avLst/>
              </a:prstGeom>
            </p:spPr>
          </p:pic>
          <p:pic>
            <p:nvPicPr>
              <p:cNvPr id="36" name="Graphic 35" descr="Fir tree with solid fill">
                <a:extLst>
                  <a:ext uri="{FF2B5EF4-FFF2-40B4-BE49-F238E27FC236}">
                    <a16:creationId xmlns:a16="http://schemas.microsoft.com/office/drawing/2014/main" id="{77E448E1-CD3C-0E62-B88A-20F89B1931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7050" y="5233697"/>
                <a:ext cx="790789" cy="790789"/>
              </a:xfrm>
              <a:prstGeom prst="rect">
                <a:avLst/>
              </a:prstGeom>
            </p:spPr>
          </p:pic>
          <p:pic>
            <p:nvPicPr>
              <p:cNvPr id="37" name="Graphic 36" descr="Fir tree with solid fill">
                <a:extLst>
                  <a:ext uri="{FF2B5EF4-FFF2-40B4-BE49-F238E27FC236}">
                    <a16:creationId xmlns:a16="http://schemas.microsoft.com/office/drawing/2014/main" id="{2E4F8AEB-2995-3A1E-98B1-ECD873B601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879" y="5629092"/>
                <a:ext cx="790789" cy="790789"/>
              </a:xfrm>
              <a:prstGeom prst="rect">
                <a:avLst/>
              </a:prstGeom>
            </p:spPr>
          </p:pic>
          <p:pic>
            <p:nvPicPr>
              <p:cNvPr id="38" name="Graphic 37" descr="Fir tree with solid fill">
                <a:extLst>
                  <a:ext uri="{FF2B5EF4-FFF2-40B4-BE49-F238E27FC236}">
                    <a16:creationId xmlns:a16="http://schemas.microsoft.com/office/drawing/2014/main" id="{C28183A7-D62E-2A47-A922-6396CAEC9F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923" y="4456088"/>
                <a:ext cx="790789" cy="790789"/>
              </a:xfrm>
              <a:prstGeom prst="rect">
                <a:avLst/>
              </a:prstGeom>
            </p:spPr>
          </p:pic>
          <p:pic>
            <p:nvPicPr>
              <p:cNvPr id="39" name="Graphic 38" descr="Fir tree with solid fill">
                <a:extLst>
                  <a:ext uri="{FF2B5EF4-FFF2-40B4-BE49-F238E27FC236}">
                    <a16:creationId xmlns:a16="http://schemas.microsoft.com/office/drawing/2014/main" id="{95F0231C-6B3C-3DFB-3500-3F0D9F4BA8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02400" y="4416548"/>
                <a:ext cx="790789" cy="790789"/>
              </a:xfrm>
              <a:prstGeom prst="rect">
                <a:avLst/>
              </a:prstGeom>
            </p:spPr>
          </p:pic>
          <p:pic>
            <p:nvPicPr>
              <p:cNvPr id="40" name="Graphic 39" descr="Fir tree with solid fill">
                <a:extLst>
                  <a:ext uri="{FF2B5EF4-FFF2-40B4-BE49-F238E27FC236}">
                    <a16:creationId xmlns:a16="http://schemas.microsoft.com/office/drawing/2014/main" id="{B2E7B832-8914-2C37-E4F7-D24C2E76F0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4659" y="5655452"/>
                <a:ext cx="790789" cy="790789"/>
              </a:xfrm>
              <a:prstGeom prst="rect">
                <a:avLst/>
              </a:prstGeom>
            </p:spPr>
          </p:pic>
          <p:pic>
            <p:nvPicPr>
              <p:cNvPr id="41" name="Graphic 40" descr="Fir tree with solid fill">
                <a:extLst>
                  <a:ext uri="{FF2B5EF4-FFF2-40B4-BE49-F238E27FC236}">
                    <a16:creationId xmlns:a16="http://schemas.microsoft.com/office/drawing/2014/main" id="{46168E22-F50F-1FBB-7A29-C5FBB311B8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35032" y="4970101"/>
                <a:ext cx="790789" cy="790789"/>
              </a:xfrm>
              <a:prstGeom prst="rect">
                <a:avLst/>
              </a:prstGeom>
            </p:spPr>
          </p:pic>
          <p:pic>
            <p:nvPicPr>
              <p:cNvPr id="42" name="Graphic 41" descr="Fir tree with solid fill">
                <a:extLst>
                  <a:ext uri="{FF2B5EF4-FFF2-40B4-BE49-F238E27FC236}">
                    <a16:creationId xmlns:a16="http://schemas.microsoft.com/office/drawing/2014/main" id="{D4CDC6C5-1189-142C-DCCD-D043317FF4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3604" y="4202298"/>
                <a:ext cx="790789" cy="790789"/>
              </a:xfrm>
              <a:prstGeom prst="rect">
                <a:avLst/>
              </a:prstGeom>
            </p:spPr>
          </p:pic>
          <p:pic>
            <p:nvPicPr>
              <p:cNvPr id="43" name="Graphic 42" descr="Fir tree with solid fill">
                <a:extLst>
                  <a:ext uri="{FF2B5EF4-FFF2-40B4-BE49-F238E27FC236}">
                    <a16:creationId xmlns:a16="http://schemas.microsoft.com/office/drawing/2014/main" id="{8C38885F-85A9-581B-6434-CD5E0CFC34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83560" y="5164425"/>
                <a:ext cx="790789" cy="790789"/>
              </a:xfrm>
              <a:prstGeom prst="rect">
                <a:avLst/>
              </a:prstGeom>
            </p:spPr>
          </p:pic>
          <p:pic>
            <p:nvPicPr>
              <p:cNvPr id="44" name="Graphic 43" descr="Fir tree with solid fill">
                <a:extLst>
                  <a:ext uri="{FF2B5EF4-FFF2-40B4-BE49-F238E27FC236}">
                    <a16:creationId xmlns:a16="http://schemas.microsoft.com/office/drawing/2014/main" id="{8357BB39-6D9F-E691-93DF-F2698A6A63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1389" y="5559820"/>
                <a:ext cx="790789" cy="790789"/>
              </a:xfrm>
              <a:prstGeom prst="rect">
                <a:avLst/>
              </a:prstGeom>
            </p:spPr>
          </p:pic>
          <p:pic>
            <p:nvPicPr>
              <p:cNvPr id="45" name="Graphic 44" descr="Fir tree with solid fill">
                <a:extLst>
                  <a:ext uri="{FF2B5EF4-FFF2-40B4-BE49-F238E27FC236}">
                    <a16:creationId xmlns:a16="http://schemas.microsoft.com/office/drawing/2014/main" id="{8CA86DBD-C690-013A-1912-98F7AA7D45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21433" y="4386816"/>
                <a:ext cx="790789" cy="790789"/>
              </a:xfrm>
              <a:prstGeom prst="rect">
                <a:avLst/>
              </a:prstGeom>
            </p:spPr>
          </p:pic>
          <p:pic>
            <p:nvPicPr>
              <p:cNvPr id="46" name="Graphic 45" descr="Fir tree with solid fill">
                <a:extLst>
                  <a:ext uri="{FF2B5EF4-FFF2-40B4-BE49-F238E27FC236}">
                    <a16:creationId xmlns:a16="http://schemas.microsoft.com/office/drawing/2014/main" id="{466FEC59-0BD4-9C1D-CB35-7149B1FBB5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68910" y="4347276"/>
                <a:ext cx="790789" cy="790789"/>
              </a:xfrm>
              <a:prstGeom prst="rect">
                <a:avLst/>
              </a:prstGeom>
            </p:spPr>
          </p:pic>
          <p:pic>
            <p:nvPicPr>
              <p:cNvPr id="47" name="Graphic 46" descr="Fir tree with solid fill">
                <a:extLst>
                  <a:ext uri="{FF2B5EF4-FFF2-40B4-BE49-F238E27FC236}">
                    <a16:creationId xmlns:a16="http://schemas.microsoft.com/office/drawing/2014/main" id="{77182FFE-CBD2-A468-E8DE-F6F8768775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61169" y="5586180"/>
                <a:ext cx="790789" cy="790789"/>
              </a:xfrm>
              <a:prstGeom prst="rect">
                <a:avLst/>
              </a:prstGeom>
            </p:spPr>
          </p:pic>
          <p:pic>
            <p:nvPicPr>
              <p:cNvPr id="48" name="Graphic 47" descr="Fir tree with solid fill">
                <a:extLst>
                  <a:ext uri="{FF2B5EF4-FFF2-40B4-BE49-F238E27FC236}">
                    <a16:creationId xmlns:a16="http://schemas.microsoft.com/office/drawing/2014/main" id="{4CD496E3-9835-CD7E-C43A-9FE91E98D0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1542" y="4900829"/>
                <a:ext cx="790789" cy="790789"/>
              </a:xfrm>
              <a:prstGeom prst="rect">
                <a:avLst/>
              </a:prstGeom>
            </p:spPr>
          </p:pic>
        </p:grpSp>
        <p:sp>
          <p:nvSpPr>
            <p:cNvPr id="4" name="Oval 3">
              <a:extLst>
                <a:ext uri="{FF2B5EF4-FFF2-40B4-BE49-F238E27FC236}">
                  <a16:creationId xmlns:a16="http://schemas.microsoft.com/office/drawing/2014/main" id="{0194E967-D323-3F67-822B-1D67CD2A3747}"/>
                </a:ext>
              </a:extLst>
            </p:cNvPr>
            <p:cNvSpPr/>
            <p:nvPr/>
          </p:nvSpPr>
          <p:spPr>
            <a:xfrm>
              <a:off x="1014152" y="149629"/>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25C08CC4-2CAE-5C43-4856-270023DDACFF}"/>
                </a:ext>
              </a:extLst>
            </p:cNvPr>
            <p:cNvSpPr/>
            <p:nvPr/>
          </p:nvSpPr>
          <p:spPr>
            <a:xfrm>
              <a:off x="568035" y="1648691"/>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5B149607-E404-2ABC-EB9A-90DB7E459E44}"/>
                </a:ext>
              </a:extLst>
            </p:cNvPr>
            <p:cNvSpPr/>
            <p:nvPr/>
          </p:nvSpPr>
          <p:spPr>
            <a:xfrm>
              <a:off x="1817715" y="407877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56B1E34F-6213-5C4C-4142-643258D5F7A1}"/>
                </a:ext>
              </a:extLst>
            </p:cNvPr>
            <p:cNvSpPr/>
            <p:nvPr/>
          </p:nvSpPr>
          <p:spPr>
            <a:xfrm>
              <a:off x="3549533" y="2635134"/>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CB346D48-A8D2-4D1D-C783-63ED475730E4}"/>
                </a:ext>
              </a:extLst>
            </p:cNvPr>
            <p:cNvSpPr/>
            <p:nvPr/>
          </p:nvSpPr>
          <p:spPr>
            <a:xfrm>
              <a:off x="4932217" y="144087"/>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A0BE5B95-8279-6AE8-D8E7-F07A5D2F2119}"/>
                </a:ext>
              </a:extLst>
            </p:cNvPr>
            <p:cNvSpPr/>
            <p:nvPr/>
          </p:nvSpPr>
          <p:spPr>
            <a:xfrm>
              <a:off x="5782886" y="3920836"/>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F45C3933-381D-BBBE-32FC-F02D4F0CBDF1}"/>
                </a:ext>
              </a:extLst>
            </p:cNvPr>
            <p:cNvSpPr/>
            <p:nvPr/>
          </p:nvSpPr>
          <p:spPr>
            <a:xfrm>
              <a:off x="7498079" y="5270268"/>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52BDC61B-53CF-F936-4AAA-EB7B4BD953DF}"/>
                </a:ext>
              </a:extLst>
            </p:cNvPr>
            <p:cNvSpPr/>
            <p:nvPr/>
          </p:nvSpPr>
          <p:spPr>
            <a:xfrm>
              <a:off x="6547657" y="861753"/>
              <a:ext cx="980902" cy="1396539"/>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108031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91983-2758-8936-6B29-048074AB9F4D}"/>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3579786B-85B6-A7A6-D609-B98E652805BA}"/>
              </a:ext>
            </a:extLst>
          </p:cNvPr>
          <p:cNvSpPr txBox="1"/>
          <p:nvPr/>
        </p:nvSpPr>
        <p:spPr>
          <a:xfrm>
            <a:off x="571388" y="1861715"/>
            <a:ext cx="10817048" cy="1938992"/>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There should be at least five levels in the variable (e.g. if your Random Effect is </a:t>
            </a:r>
            <a:r>
              <a:rPr lang="en-US" sz="3000" dirty="0" err="1">
                <a:solidFill>
                  <a:schemeClr val="accent6">
                    <a:lumMod val="50000"/>
                  </a:schemeClr>
                </a:solidFill>
                <a:latin typeface="Avenir Book" panose="02000503020000020003" pitchFamily="2" charset="0"/>
              </a:rPr>
              <a:t>TreeID</a:t>
            </a:r>
            <a:r>
              <a:rPr lang="en-US" sz="3000" dirty="0">
                <a:solidFill>
                  <a:schemeClr val="accent6">
                    <a:lumMod val="50000"/>
                  </a:schemeClr>
                </a:solidFill>
                <a:latin typeface="Avenir Book" panose="02000503020000020003" pitchFamily="2" charset="0"/>
              </a:rPr>
              <a:t>, you should have at least 5 trees)</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
        <p:nvSpPr>
          <p:cNvPr id="12" name="TextBox 11">
            <a:extLst>
              <a:ext uri="{FF2B5EF4-FFF2-40B4-BE49-F238E27FC236}">
                <a16:creationId xmlns:a16="http://schemas.microsoft.com/office/drawing/2014/main" id="{F15D23C6-7BAF-88B9-4F2D-B957FFDF25E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Random Effects Rules(</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ish</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1882527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2DF24-5A83-AE20-33E6-11EBC1BCA0EF}"/>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353A5C73-AFF2-E794-DC1C-9B574F159A67}"/>
              </a:ext>
            </a:extLst>
          </p:cNvPr>
          <p:cNvSpPr txBox="1"/>
          <p:nvPr/>
        </p:nvSpPr>
        <p:spPr>
          <a:xfrm>
            <a:off x="571388" y="1861715"/>
            <a:ext cx="10817048" cy="2862322"/>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There should be at least five levels in the variable (e.g. if your Random Effect is </a:t>
            </a:r>
            <a:r>
              <a:rPr lang="en-US" sz="3000" dirty="0" err="1">
                <a:solidFill>
                  <a:schemeClr val="accent6">
                    <a:lumMod val="50000"/>
                  </a:schemeClr>
                </a:solidFill>
                <a:latin typeface="Avenir Book" panose="02000503020000020003" pitchFamily="2" charset="0"/>
              </a:rPr>
              <a:t>TreeID</a:t>
            </a:r>
            <a:r>
              <a:rPr lang="en-US" sz="3000" dirty="0">
                <a:solidFill>
                  <a:schemeClr val="accent6">
                    <a:lumMod val="50000"/>
                  </a:schemeClr>
                </a:solidFill>
                <a:latin typeface="Avenir Book" panose="02000503020000020003" pitchFamily="2" charset="0"/>
              </a:rPr>
              <a:t>, you should have at least 5 trees)</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Each level (in our example, each tree) should have at least 3 data points</a:t>
            </a:r>
          </a:p>
        </p:txBody>
      </p:sp>
      <p:sp>
        <p:nvSpPr>
          <p:cNvPr id="12" name="TextBox 11">
            <a:extLst>
              <a:ext uri="{FF2B5EF4-FFF2-40B4-BE49-F238E27FC236}">
                <a16:creationId xmlns:a16="http://schemas.microsoft.com/office/drawing/2014/main" id="{5BF514B3-D450-5F3D-098A-2A86DA7044C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Random Effects Rules(</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ish</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605748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5495C-D9FD-9C89-67C4-FF294B727D02}"/>
            </a:ext>
          </a:extLst>
        </p:cNvPr>
        <p:cNvGrpSpPr/>
        <p:nvPr/>
      </p:nvGrpSpPr>
      <p:grpSpPr>
        <a:xfrm>
          <a:off x="0" y="0"/>
          <a:ext cx="0" cy="0"/>
          <a:chOff x="0" y="0"/>
          <a:chExt cx="0" cy="0"/>
        </a:xfrm>
      </p:grpSpPr>
      <p:sp>
        <p:nvSpPr>
          <p:cNvPr id="51" name="TextBox 50">
            <a:extLst>
              <a:ext uri="{FF2B5EF4-FFF2-40B4-BE49-F238E27FC236}">
                <a16:creationId xmlns:a16="http://schemas.microsoft.com/office/drawing/2014/main" id="{AE53175D-3BCD-EFA4-1F65-4280B0D2DC28}"/>
              </a:ext>
            </a:extLst>
          </p:cNvPr>
          <p:cNvSpPr txBox="1"/>
          <p:nvPr/>
        </p:nvSpPr>
        <p:spPr>
          <a:xfrm>
            <a:off x="571388" y="1861715"/>
            <a:ext cx="10817048" cy="2862322"/>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There should be at least five levels in the variable (e.g. if your Random Effect is </a:t>
            </a:r>
            <a:r>
              <a:rPr lang="en-US" sz="3000" dirty="0" err="1">
                <a:solidFill>
                  <a:schemeClr val="accent6">
                    <a:lumMod val="50000"/>
                  </a:schemeClr>
                </a:solidFill>
                <a:latin typeface="Avenir Book" panose="02000503020000020003" pitchFamily="2" charset="0"/>
              </a:rPr>
              <a:t>TreeID</a:t>
            </a:r>
            <a:r>
              <a:rPr lang="en-US" sz="3000" dirty="0">
                <a:solidFill>
                  <a:schemeClr val="accent6">
                    <a:lumMod val="50000"/>
                  </a:schemeClr>
                </a:solidFill>
                <a:latin typeface="Avenir Book" panose="02000503020000020003" pitchFamily="2" charset="0"/>
              </a:rPr>
              <a:t>, you should have at least 5 trees)</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Each level (in our example, each tree) should have at least 3 data points</a:t>
            </a:r>
          </a:p>
        </p:txBody>
      </p:sp>
      <p:sp>
        <p:nvSpPr>
          <p:cNvPr id="12" name="TextBox 11">
            <a:extLst>
              <a:ext uri="{FF2B5EF4-FFF2-40B4-BE49-F238E27FC236}">
                <a16:creationId xmlns:a16="http://schemas.microsoft.com/office/drawing/2014/main" id="{9B96E7A3-6412-DFF7-B716-8A82AAC12CC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Random Effects Rules(</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ish</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3074" name="Picture 2" descr="Code Guidelines Pirates Code GIF - Code Guidelines Pirates Code Captain  Barbosa - Discover &amp; Share GIFs">
            <a:extLst>
              <a:ext uri="{FF2B5EF4-FFF2-40B4-BE49-F238E27FC236}">
                <a16:creationId xmlns:a16="http://schemas.microsoft.com/office/drawing/2014/main" id="{4B991246-481A-FAB6-7104-E29AF267CC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8451" y="4833389"/>
            <a:ext cx="4535170" cy="1803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5787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5714-9B53-3964-688D-38643CEB6BE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B49EAC2-68A5-6EA7-3F0C-53BA7F0FB53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Coding Mixed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8" name="TextBox 7">
            <a:extLst>
              <a:ext uri="{FF2B5EF4-FFF2-40B4-BE49-F238E27FC236}">
                <a16:creationId xmlns:a16="http://schemas.microsoft.com/office/drawing/2014/main" id="{DBE2DEFC-51C5-9BC8-6A47-686880D05DC7}"/>
              </a:ext>
            </a:extLst>
          </p:cNvPr>
          <p:cNvSpPr txBox="1"/>
          <p:nvPr/>
        </p:nvSpPr>
        <p:spPr>
          <a:xfrm>
            <a:off x="142875" y="2991981"/>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a:t>
            </a:r>
            <a:r>
              <a:rPr lang="en-US" sz="3000" dirty="0">
                <a:solidFill>
                  <a:schemeClr val="accent6">
                    <a:lumMod val="50000"/>
                  </a:schemeClr>
                </a:solidFill>
                <a:latin typeface="Avenir Book" panose="02000503020000020003" pitchFamily="2" charset="0"/>
              </a:rPr>
              <a:t>(Count ~ Year,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sp>
        <p:nvSpPr>
          <p:cNvPr id="4" name="TextBox 3">
            <a:extLst>
              <a:ext uri="{FF2B5EF4-FFF2-40B4-BE49-F238E27FC236}">
                <a16:creationId xmlns:a16="http://schemas.microsoft.com/office/drawing/2014/main" id="{BB033483-ED5F-51AB-6FBD-3C09805055B1}"/>
              </a:ext>
            </a:extLst>
          </p:cNvPr>
          <p:cNvSpPr txBox="1"/>
          <p:nvPr/>
        </p:nvSpPr>
        <p:spPr>
          <a:xfrm>
            <a:off x="142875" y="4582513"/>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lmer</a:t>
            </a:r>
            <a:r>
              <a:rPr lang="en-US" sz="3000" dirty="0">
                <a:solidFill>
                  <a:schemeClr val="accent6">
                    <a:lumMod val="50000"/>
                  </a:schemeClr>
                </a:solidFill>
                <a:latin typeface="Avenir Book" panose="02000503020000020003" pitchFamily="2" charset="0"/>
              </a:rPr>
              <a:t>(Count ~ Year + (1|Site),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2831512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B528-9ACC-0AFE-190E-984466946C7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CF760C5-0E1C-0AEA-7BC2-9503615F60F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Mixed</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8" name="TextBox 7">
            <a:extLst>
              <a:ext uri="{FF2B5EF4-FFF2-40B4-BE49-F238E27FC236}">
                <a16:creationId xmlns:a16="http://schemas.microsoft.com/office/drawing/2014/main" id="{7CBC7799-1846-96F2-AF64-12568C61B94C}"/>
              </a:ext>
            </a:extLst>
          </p:cNvPr>
          <p:cNvSpPr txBox="1"/>
          <p:nvPr/>
        </p:nvSpPr>
        <p:spPr>
          <a:xfrm>
            <a:off x="142875" y="2991981"/>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a:t>
            </a:r>
            <a:r>
              <a:rPr lang="en-US" sz="3000" dirty="0">
                <a:solidFill>
                  <a:schemeClr val="accent6">
                    <a:lumMod val="50000"/>
                  </a:schemeClr>
                </a:solidFill>
                <a:latin typeface="Avenir Book" panose="02000503020000020003" pitchFamily="2" charset="0"/>
              </a:rPr>
              <a:t>(Count ~ Year,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cxnSp>
        <p:nvCxnSpPr>
          <p:cNvPr id="20" name="Straight Arrow Connector 19">
            <a:extLst>
              <a:ext uri="{FF2B5EF4-FFF2-40B4-BE49-F238E27FC236}">
                <a16:creationId xmlns:a16="http://schemas.microsoft.com/office/drawing/2014/main" id="{20CB6836-7407-496F-0C14-624302C2B7C3}"/>
              </a:ext>
            </a:extLst>
          </p:cNvPr>
          <p:cNvCxnSpPr>
            <a:cxnSpLocks/>
          </p:cNvCxnSpPr>
          <p:nvPr/>
        </p:nvCxnSpPr>
        <p:spPr>
          <a:xfrm flipH="1">
            <a:off x="5805377" y="2417112"/>
            <a:ext cx="1169581" cy="655697"/>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4B0122C-F54A-D8E3-A15E-BEA718873AB4}"/>
              </a:ext>
            </a:extLst>
          </p:cNvPr>
          <p:cNvSpPr txBox="1"/>
          <p:nvPr/>
        </p:nvSpPr>
        <p:spPr>
          <a:xfrm>
            <a:off x="7121661" y="2140113"/>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Fixed effect</a:t>
            </a:r>
          </a:p>
        </p:txBody>
      </p:sp>
      <p:sp>
        <p:nvSpPr>
          <p:cNvPr id="4" name="TextBox 3">
            <a:extLst>
              <a:ext uri="{FF2B5EF4-FFF2-40B4-BE49-F238E27FC236}">
                <a16:creationId xmlns:a16="http://schemas.microsoft.com/office/drawing/2014/main" id="{55666ED9-802C-BFAE-520C-178FA99365F9}"/>
              </a:ext>
            </a:extLst>
          </p:cNvPr>
          <p:cNvSpPr txBox="1"/>
          <p:nvPr/>
        </p:nvSpPr>
        <p:spPr>
          <a:xfrm>
            <a:off x="142875" y="4582513"/>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lmer</a:t>
            </a:r>
            <a:r>
              <a:rPr lang="en-US" sz="3000" dirty="0">
                <a:solidFill>
                  <a:schemeClr val="accent6">
                    <a:lumMod val="50000"/>
                  </a:schemeClr>
                </a:solidFill>
                <a:latin typeface="Avenir Book" panose="02000503020000020003" pitchFamily="2" charset="0"/>
              </a:rPr>
              <a:t>(Count ~ Year + (1|Site),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cxnSp>
        <p:nvCxnSpPr>
          <p:cNvPr id="2" name="Straight Arrow Connector 1">
            <a:extLst>
              <a:ext uri="{FF2B5EF4-FFF2-40B4-BE49-F238E27FC236}">
                <a16:creationId xmlns:a16="http://schemas.microsoft.com/office/drawing/2014/main" id="{C35D2E00-6EDD-79F6-7D65-85F9BCF526B8}"/>
              </a:ext>
            </a:extLst>
          </p:cNvPr>
          <p:cNvCxnSpPr>
            <a:cxnSpLocks/>
            <a:stCxn id="3" idx="1"/>
          </p:cNvCxnSpPr>
          <p:nvPr/>
        </p:nvCxnSpPr>
        <p:spPr>
          <a:xfrm flipH="1" flipV="1">
            <a:off x="6574465" y="5136511"/>
            <a:ext cx="1653634" cy="1058704"/>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4AD534A-6BA3-F14B-65C4-A20D8ABA8A49}"/>
              </a:ext>
            </a:extLst>
          </p:cNvPr>
          <p:cNvSpPr txBox="1"/>
          <p:nvPr/>
        </p:nvSpPr>
        <p:spPr>
          <a:xfrm>
            <a:off x="8228099" y="5918216"/>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Random effect</a:t>
            </a:r>
          </a:p>
        </p:txBody>
      </p:sp>
    </p:spTree>
    <p:extLst>
      <p:ext uri="{BB962C8B-B14F-4D97-AF65-F5344CB8AC3E}">
        <p14:creationId xmlns:p14="http://schemas.microsoft.com/office/powerpoint/2010/main" val="1698812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C336-259E-0A45-7F18-69692A0E561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B175D0-2822-23B9-BB30-E609A780678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Linear </a:t>
            </a:r>
            <a:r>
              <a:rPr lang="en-GB" sz="6000" i="1"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Mixed</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8" name="TextBox 7">
            <a:extLst>
              <a:ext uri="{FF2B5EF4-FFF2-40B4-BE49-F238E27FC236}">
                <a16:creationId xmlns:a16="http://schemas.microsoft.com/office/drawing/2014/main" id="{EED95FC8-609F-2B28-2A96-FB61304869DD}"/>
              </a:ext>
            </a:extLst>
          </p:cNvPr>
          <p:cNvSpPr txBox="1"/>
          <p:nvPr/>
        </p:nvSpPr>
        <p:spPr>
          <a:xfrm>
            <a:off x="142875" y="2991981"/>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a:t>
            </a:r>
            <a:r>
              <a:rPr lang="en-US" sz="3000" dirty="0">
                <a:solidFill>
                  <a:schemeClr val="accent6">
                    <a:lumMod val="50000"/>
                  </a:schemeClr>
                </a:solidFill>
                <a:latin typeface="Avenir Book" panose="02000503020000020003" pitchFamily="2" charset="0"/>
              </a:rPr>
              <a:t>(Count ~ Year,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cxnSp>
        <p:nvCxnSpPr>
          <p:cNvPr id="20" name="Straight Arrow Connector 19">
            <a:extLst>
              <a:ext uri="{FF2B5EF4-FFF2-40B4-BE49-F238E27FC236}">
                <a16:creationId xmlns:a16="http://schemas.microsoft.com/office/drawing/2014/main" id="{A7F47462-ADC7-183F-3331-B155360DD112}"/>
              </a:ext>
            </a:extLst>
          </p:cNvPr>
          <p:cNvCxnSpPr>
            <a:cxnSpLocks/>
            <a:stCxn id="23" idx="1"/>
          </p:cNvCxnSpPr>
          <p:nvPr/>
        </p:nvCxnSpPr>
        <p:spPr>
          <a:xfrm flipH="1" flipV="1">
            <a:off x="6574465" y="5136511"/>
            <a:ext cx="1653634" cy="1058704"/>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6955B84-EFFA-EE3F-B3E6-08270D4B592D}"/>
              </a:ext>
            </a:extLst>
          </p:cNvPr>
          <p:cNvSpPr txBox="1"/>
          <p:nvPr/>
        </p:nvSpPr>
        <p:spPr>
          <a:xfrm>
            <a:off x="8228099" y="5918216"/>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Random effect</a:t>
            </a:r>
          </a:p>
        </p:txBody>
      </p:sp>
      <p:sp>
        <p:nvSpPr>
          <p:cNvPr id="4" name="TextBox 3">
            <a:extLst>
              <a:ext uri="{FF2B5EF4-FFF2-40B4-BE49-F238E27FC236}">
                <a16:creationId xmlns:a16="http://schemas.microsoft.com/office/drawing/2014/main" id="{D484A74E-4FDB-CFB6-BADE-AD18F32D47A1}"/>
              </a:ext>
            </a:extLst>
          </p:cNvPr>
          <p:cNvSpPr txBox="1"/>
          <p:nvPr/>
        </p:nvSpPr>
        <p:spPr>
          <a:xfrm>
            <a:off x="142875" y="4582513"/>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lmer</a:t>
            </a:r>
            <a:r>
              <a:rPr lang="en-US" sz="3000" dirty="0">
                <a:solidFill>
                  <a:schemeClr val="accent6">
                    <a:lumMod val="50000"/>
                  </a:schemeClr>
                </a:solidFill>
                <a:latin typeface="Avenir Book" panose="02000503020000020003" pitchFamily="2" charset="0"/>
              </a:rPr>
              <a:t>(Count ~ Year + (1|Site),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sp>
        <p:nvSpPr>
          <p:cNvPr id="2" name="Oval 1">
            <a:extLst>
              <a:ext uri="{FF2B5EF4-FFF2-40B4-BE49-F238E27FC236}">
                <a16:creationId xmlns:a16="http://schemas.microsoft.com/office/drawing/2014/main" id="{E6C676E1-58FC-210B-A28C-572B229B93EB}"/>
              </a:ext>
            </a:extLst>
          </p:cNvPr>
          <p:cNvSpPr/>
          <p:nvPr/>
        </p:nvSpPr>
        <p:spPr>
          <a:xfrm>
            <a:off x="5695043" y="4464685"/>
            <a:ext cx="1428772" cy="789650"/>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0F9A903-0942-1927-0193-958547AEDB88}"/>
              </a:ext>
            </a:extLst>
          </p:cNvPr>
          <p:cNvSpPr/>
          <p:nvPr/>
        </p:nvSpPr>
        <p:spPr>
          <a:xfrm>
            <a:off x="2189232" y="4464689"/>
            <a:ext cx="984151" cy="78964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1EC9F99F-8C62-C044-0D52-1B117275431C}"/>
              </a:ext>
            </a:extLst>
          </p:cNvPr>
          <p:cNvCxnSpPr>
            <a:cxnSpLocks/>
          </p:cNvCxnSpPr>
          <p:nvPr/>
        </p:nvCxnSpPr>
        <p:spPr>
          <a:xfrm flipH="1">
            <a:off x="5805377" y="2417112"/>
            <a:ext cx="1169581" cy="655697"/>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E073231-B833-02A8-97E9-97E4AE0F0861}"/>
              </a:ext>
            </a:extLst>
          </p:cNvPr>
          <p:cNvSpPr txBox="1"/>
          <p:nvPr/>
        </p:nvSpPr>
        <p:spPr>
          <a:xfrm>
            <a:off x="7121661" y="2140113"/>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Fixed effect</a:t>
            </a:r>
          </a:p>
        </p:txBody>
      </p:sp>
      <p:cxnSp>
        <p:nvCxnSpPr>
          <p:cNvPr id="7" name="Straight Arrow Connector 6">
            <a:extLst>
              <a:ext uri="{FF2B5EF4-FFF2-40B4-BE49-F238E27FC236}">
                <a16:creationId xmlns:a16="http://schemas.microsoft.com/office/drawing/2014/main" id="{50273989-816E-75E7-96E2-AF025E2EACA8}"/>
              </a:ext>
            </a:extLst>
          </p:cNvPr>
          <p:cNvCxnSpPr>
            <a:cxnSpLocks/>
          </p:cNvCxnSpPr>
          <p:nvPr/>
        </p:nvCxnSpPr>
        <p:spPr>
          <a:xfrm flipV="1">
            <a:off x="5518298" y="5210055"/>
            <a:ext cx="393404" cy="708161"/>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E2B283-B46C-A80F-16CC-151852AC2D25}"/>
              </a:ext>
            </a:extLst>
          </p:cNvPr>
          <p:cNvSpPr txBox="1"/>
          <p:nvPr/>
        </p:nvSpPr>
        <p:spPr>
          <a:xfrm>
            <a:off x="2340901" y="5918216"/>
            <a:ext cx="4780760" cy="861774"/>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Don’t worry about the ‘1|’ </a:t>
            </a:r>
          </a:p>
          <a:p>
            <a:r>
              <a:rPr lang="en-US" sz="1000" dirty="0">
                <a:solidFill>
                  <a:schemeClr val="accent6">
                    <a:lumMod val="50000"/>
                  </a:schemeClr>
                </a:solidFill>
                <a:latin typeface="Avenir Book" panose="02000503020000020003" pitchFamily="2" charset="0"/>
              </a:rPr>
              <a:t>(unless you’re feeling very keen in which case it’s because we’re only setting a random intercept, not a random slope. Feel free to google further)</a:t>
            </a:r>
          </a:p>
        </p:txBody>
      </p:sp>
    </p:spTree>
    <p:extLst>
      <p:ext uri="{BB962C8B-B14F-4D97-AF65-F5344CB8AC3E}">
        <p14:creationId xmlns:p14="http://schemas.microsoft.com/office/powerpoint/2010/main" val="4013024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2593F-7447-F2EE-DFCC-C73785C21F9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2415042-3AE5-77B0-BA50-B370C99CB07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Want your model generalised?</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8" name="TextBox 7">
            <a:extLst>
              <a:ext uri="{FF2B5EF4-FFF2-40B4-BE49-F238E27FC236}">
                <a16:creationId xmlns:a16="http://schemas.microsoft.com/office/drawing/2014/main" id="{63A97CF1-D2C5-EB13-8272-D975AF080CBE}"/>
              </a:ext>
            </a:extLst>
          </p:cNvPr>
          <p:cNvSpPr txBox="1"/>
          <p:nvPr/>
        </p:nvSpPr>
        <p:spPr>
          <a:xfrm>
            <a:off x="142875" y="2991981"/>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a:t>
            </a:r>
            <a:r>
              <a:rPr lang="en-US" sz="3000" dirty="0">
                <a:solidFill>
                  <a:schemeClr val="accent6">
                    <a:lumMod val="50000"/>
                  </a:schemeClr>
                </a:solidFill>
                <a:latin typeface="Avenir Book" panose="02000503020000020003" pitchFamily="2" charset="0"/>
              </a:rPr>
              <a:t>(Count ~ Year,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cxnSp>
        <p:nvCxnSpPr>
          <p:cNvPr id="20" name="Straight Arrow Connector 19">
            <a:extLst>
              <a:ext uri="{FF2B5EF4-FFF2-40B4-BE49-F238E27FC236}">
                <a16:creationId xmlns:a16="http://schemas.microsoft.com/office/drawing/2014/main" id="{AAB6F9D9-E4A8-473A-C657-1B24D1A4E1AF}"/>
              </a:ext>
            </a:extLst>
          </p:cNvPr>
          <p:cNvCxnSpPr>
            <a:cxnSpLocks/>
            <a:stCxn id="23" idx="1"/>
          </p:cNvCxnSpPr>
          <p:nvPr/>
        </p:nvCxnSpPr>
        <p:spPr>
          <a:xfrm flipH="1" flipV="1">
            <a:off x="7305986" y="5385892"/>
            <a:ext cx="1005241" cy="1042079"/>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75041F7-116C-6F4E-550E-D956AAB29F9D}"/>
              </a:ext>
            </a:extLst>
          </p:cNvPr>
          <p:cNvSpPr txBox="1"/>
          <p:nvPr/>
        </p:nvSpPr>
        <p:spPr>
          <a:xfrm>
            <a:off x="8311227" y="6150972"/>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Add your family in</a:t>
            </a:r>
          </a:p>
        </p:txBody>
      </p:sp>
      <p:sp>
        <p:nvSpPr>
          <p:cNvPr id="4" name="TextBox 3">
            <a:extLst>
              <a:ext uri="{FF2B5EF4-FFF2-40B4-BE49-F238E27FC236}">
                <a16:creationId xmlns:a16="http://schemas.microsoft.com/office/drawing/2014/main" id="{5CA18243-C574-ED0B-7D0F-46D86020B921}"/>
              </a:ext>
            </a:extLst>
          </p:cNvPr>
          <p:cNvSpPr txBox="1"/>
          <p:nvPr/>
        </p:nvSpPr>
        <p:spPr>
          <a:xfrm>
            <a:off x="142875" y="4582513"/>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glmer</a:t>
            </a:r>
            <a:r>
              <a:rPr lang="en-US" sz="3000" dirty="0">
                <a:solidFill>
                  <a:schemeClr val="accent6">
                    <a:lumMod val="50000"/>
                  </a:schemeClr>
                </a:solidFill>
                <a:latin typeface="Avenir Book" panose="02000503020000020003" pitchFamily="2" charset="0"/>
              </a:rPr>
              <a:t>(Count ~ Year + (1|Site), family=“</a:t>
            </a:r>
            <a:r>
              <a:rPr lang="en-US" sz="3000" dirty="0" err="1">
                <a:solidFill>
                  <a:schemeClr val="accent6">
                    <a:lumMod val="50000"/>
                  </a:schemeClr>
                </a:solidFill>
                <a:latin typeface="Avenir Book" panose="02000503020000020003" pitchFamily="2" charset="0"/>
              </a:rPr>
              <a:t>poisson</a:t>
            </a:r>
            <a:r>
              <a:rPr lang="en-US" sz="3000" dirty="0">
                <a:solidFill>
                  <a:schemeClr val="accent6">
                    <a:lumMod val="50000"/>
                  </a:schemeClr>
                </a:solidFill>
                <a:latin typeface="Avenir Book" panose="02000503020000020003" pitchFamily="2" charset="0"/>
              </a:rPr>
              <a:t>”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sp>
        <p:nvSpPr>
          <p:cNvPr id="2" name="Oval 1">
            <a:extLst>
              <a:ext uri="{FF2B5EF4-FFF2-40B4-BE49-F238E27FC236}">
                <a16:creationId xmlns:a16="http://schemas.microsoft.com/office/drawing/2014/main" id="{B7D743D2-082A-93D0-1142-56BB4C4BADE1}"/>
              </a:ext>
            </a:extLst>
          </p:cNvPr>
          <p:cNvSpPr/>
          <p:nvPr/>
        </p:nvSpPr>
        <p:spPr>
          <a:xfrm>
            <a:off x="5628541" y="4315055"/>
            <a:ext cx="3133074" cy="102171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47D49D9-11DF-6C29-484B-F87A2FB43CC7}"/>
              </a:ext>
            </a:extLst>
          </p:cNvPr>
          <p:cNvSpPr/>
          <p:nvPr/>
        </p:nvSpPr>
        <p:spPr>
          <a:xfrm>
            <a:off x="460185" y="4514565"/>
            <a:ext cx="1435117" cy="78964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0ECAE75F-48BD-2673-866D-A016AAFAE120}"/>
              </a:ext>
            </a:extLst>
          </p:cNvPr>
          <p:cNvCxnSpPr>
            <a:cxnSpLocks/>
          </p:cNvCxnSpPr>
          <p:nvPr/>
        </p:nvCxnSpPr>
        <p:spPr>
          <a:xfrm flipH="1">
            <a:off x="5805377" y="2417112"/>
            <a:ext cx="1169581" cy="655697"/>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D68157F-C917-EB0C-BB91-1C0DB6AF64E2}"/>
              </a:ext>
            </a:extLst>
          </p:cNvPr>
          <p:cNvSpPr txBox="1"/>
          <p:nvPr/>
        </p:nvSpPr>
        <p:spPr>
          <a:xfrm>
            <a:off x="7121661" y="2140113"/>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Fixed effect</a:t>
            </a:r>
          </a:p>
        </p:txBody>
      </p:sp>
      <p:cxnSp>
        <p:nvCxnSpPr>
          <p:cNvPr id="7" name="Straight Arrow Connector 6">
            <a:extLst>
              <a:ext uri="{FF2B5EF4-FFF2-40B4-BE49-F238E27FC236}">
                <a16:creationId xmlns:a16="http://schemas.microsoft.com/office/drawing/2014/main" id="{250E3937-D7C7-F754-DA3C-78076BA5DC0B}"/>
              </a:ext>
            </a:extLst>
          </p:cNvPr>
          <p:cNvCxnSpPr>
            <a:cxnSpLocks/>
          </p:cNvCxnSpPr>
          <p:nvPr/>
        </p:nvCxnSpPr>
        <p:spPr>
          <a:xfrm flipV="1">
            <a:off x="829920" y="5376309"/>
            <a:ext cx="393404" cy="708161"/>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B9976A2-BEBE-C11A-2E30-E78B1009DBC8}"/>
              </a:ext>
            </a:extLst>
          </p:cNvPr>
          <p:cNvSpPr txBox="1"/>
          <p:nvPr/>
        </p:nvSpPr>
        <p:spPr>
          <a:xfrm>
            <a:off x="0" y="6067845"/>
            <a:ext cx="4780760"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Add a g here!</a:t>
            </a:r>
          </a:p>
        </p:txBody>
      </p:sp>
    </p:spTree>
    <p:extLst>
      <p:ext uri="{BB962C8B-B14F-4D97-AF65-F5344CB8AC3E}">
        <p14:creationId xmlns:p14="http://schemas.microsoft.com/office/powerpoint/2010/main" val="4132777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FA798-E8B4-B138-E86F-48F6324EE74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081DF56-1060-692B-00B6-22D1E89DB3B0}"/>
              </a:ext>
            </a:extLst>
          </p:cNvPr>
          <p:cNvSpPr txBox="1"/>
          <p:nvPr/>
        </p:nvSpPr>
        <p:spPr>
          <a:xfrm>
            <a:off x="450318" y="2459504"/>
            <a:ext cx="11291363" cy="193899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I have more than one group?</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2134869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FC048-6751-C43A-A55C-28850DE2073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AF108E2-246D-EAA2-BBD1-00F81BB182DE}"/>
              </a:ext>
            </a:extLst>
          </p:cNvPr>
          <p:cNvSpPr txBox="1"/>
          <p:nvPr/>
        </p:nvSpPr>
        <p:spPr>
          <a:xfrm>
            <a:off x="483569" y="2077118"/>
            <a:ext cx="11291363" cy="286232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I’m not going to go into this, because I fear your brains will be noodles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6839557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C4D6-CBAE-785F-B072-BEA9F28E16F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EDBC9B9-3CE1-2953-E198-15D44D760E9E}"/>
              </a:ext>
            </a:extLst>
          </p:cNvPr>
          <p:cNvSpPr txBox="1"/>
          <p:nvPr/>
        </p:nvSpPr>
        <p:spPr>
          <a:xfrm>
            <a:off x="250813" y="0"/>
            <a:ext cx="11291363" cy="1323439"/>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But refer back to this if your data contains more than one group…</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269816BA-1622-2D07-18B7-DC058B9EE572}"/>
              </a:ext>
            </a:extLst>
          </p:cNvPr>
          <p:cNvSpPr txBox="1"/>
          <p:nvPr/>
        </p:nvSpPr>
        <p:spPr>
          <a:xfrm>
            <a:off x="704393" y="1595707"/>
            <a:ext cx="10817048" cy="2400657"/>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You can sometimes have more than one group. </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Sometimes you can treat this like normal predictors, where you just add more random effects into your model using ‘+’</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2447610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256E8-69AA-E64D-DB52-A0AFEBA2AF9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1FBD249-827E-58E7-29D9-0833BD2D96F1}"/>
              </a:ext>
            </a:extLst>
          </p:cNvPr>
          <p:cNvSpPr txBox="1"/>
          <p:nvPr/>
        </p:nvSpPr>
        <p:spPr>
          <a:xfrm>
            <a:off x="250813" y="0"/>
            <a:ext cx="11291363" cy="1323439"/>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But refer back to this if your data contains more than one group…</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751460B3-2FD0-EB4C-4EF0-B9B17D2247B2}"/>
              </a:ext>
            </a:extLst>
          </p:cNvPr>
          <p:cNvSpPr txBox="1"/>
          <p:nvPr/>
        </p:nvSpPr>
        <p:spPr>
          <a:xfrm>
            <a:off x="704393" y="1595707"/>
            <a:ext cx="10817048" cy="5170646"/>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BUT there are cases where you shouldn’t do this. </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E.g. what if you took ten samples from each tree, but you sampled trees across multiple sites in Scotland?</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Now you have Tree AND Site as grouping IDs. </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If one of your groups </a:t>
            </a:r>
            <a:r>
              <a:rPr lang="en-US" sz="3000" i="1" dirty="0">
                <a:solidFill>
                  <a:schemeClr val="accent6">
                    <a:lumMod val="50000"/>
                  </a:schemeClr>
                </a:solidFill>
                <a:latin typeface="Avenir Book" panose="02000503020000020003" pitchFamily="2" charset="0"/>
              </a:rPr>
              <a:t>can only occur</a:t>
            </a:r>
            <a:r>
              <a:rPr lang="en-US" sz="3000" dirty="0">
                <a:solidFill>
                  <a:schemeClr val="accent6">
                    <a:lumMod val="50000"/>
                  </a:schemeClr>
                </a:solidFill>
                <a:latin typeface="Avenir Book" panose="02000503020000020003" pitchFamily="2" charset="0"/>
              </a:rPr>
              <a:t> inside the other, you need to nest them. </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In this example, Tree1 can only occur in Site1</a:t>
            </a:r>
          </a:p>
        </p:txBody>
      </p:sp>
    </p:spTree>
    <p:extLst>
      <p:ext uri="{BB962C8B-B14F-4D97-AF65-F5344CB8AC3E}">
        <p14:creationId xmlns:p14="http://schemas.microsoft.com/office/powerpoint/2010/main" val="24442845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15C0-6B01-04D5-23C5-2D1E357A5A9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380D9E8-683F-3856-337E-1E876C8BA4A1}"/>
              </a:ext>
            </a:extLst>
          </p:cNvPr>
          <p:cNvSpPr txBox="1"/>
          <p:nvPr/>
        </p:nvSpPr>
        <p:spPr>
          <a:xfrm>
            <a:off x="250813" y="0"/>
            <a:ext cx="11291363" cy="1323439"/>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But refer back to this if your data contains more than one group…</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EBCCB1DD-B44E-BB2E-C824-FE09CDCFAA4C}"/>
              </a:ext>
            </a:extLst>
          </p:cNvPr>
          <p:cNvSpPr txBox="1"/>
          <p:nvPr/>
        </p:nvSpPr>
        <p:spPr>
          <a:xfrm>
            <a:off x="704393" y="1595707"/>
            <a:ext cx="10817048" cy="4247317"/>
          </a:xfrm>
          <a:prstGeom prst="rect">
            <a:avLst/>
          </a:prstGeom>
          <a:noFill/>
        </p:spPr>
        <p:txBody>
          <a:bodyPr wrap="square">
            <a:spAutoFit/>
          </a:bodyPr>
          <a:lstStyle/>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do I mean by that? In this example, Tree 1 can only occur at Site 1 (maybe a particular tree in </a:t>
            </a:r>
            <a:r>
              <a:rPr lang="en-US" sz="3000" dirty="0" err="1">
                <a:solidFill>
                  <a:schemeClr val="accent6">
                    <a:lumMod val="50000"/>
                  </a:schemeClr>
                </a:solidFill>
                <a:latin typeface="Avenir Book" panose="02000503020000020003" pitchFamily="2" charset="0"/>
              </a:rPr>
              <a:t>Rothiemurchus</a:t>
            </a:r>
            <a:r>
              <a:rPr lang="en-US" sz="3000" dirty="0">
                <a:solidFill>
                  <a:schemeClr val="accent6">
                    <a:lumMod val="50000"/>
                  </a:schemeClr>
                </a:solidFill>
                <a:latin typeface="Avenir Book" panose="02000503020000020003" pitchFamily="2" charset="0"/>
              </a:rPr>
              <a:t>). Trees aren’t magic – that same tree can’t also be on Skye</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In these cases, we need to tell the model “one group lives inside another”. You code it like this:</a:t>
            </a: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pPr marL="342900" indent="-3429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p:txBody>
      </p:sp>
      <p:sp>
        <p:nvSpPr>
          <p:cNvPr id="3" name="TextBox 2">
            <a:extLst>
              <a:ext uri="{FF2B5EF4-FFF2-40B4-BE49-F238E27FC236}">
                <a16:creationId xmlns:a16="http://schemas.microsoft.com/office/drawing/2014/main" id="{EF7D7264-66F1-BC5F-CB68-D13A81534932}"/>
              </a:ext>
            </a:extLst>
          </p:cNvPr>
          <p:cNvSpPr txBox="1"/>
          <p:nvPr/>
        </p:nvSpPr>
        <p:spPr>
          <a:xfrm>
            <a:off x="-123133" y="6002306"/>
            <a:ext cx="11906249" cy="553998"/>
          </a:xfrm>
          <a:prstGeom prst="rect">
            <a:avLst/>
          </a:prstGeom>
          <a:noFill/>
        </p:spPr>
        <p:txBody>
          <a:bodyPr wrap="square">
            <a:spAutoFit/>
          </a:bodyPr>
          <a:lstStyle/>
          <a:p>
            <a:pPr algn="ctr"/>
            <a:r>
              <a:rPr lang="en-US" sz="3000" dirty="0" err="1">
                <a:solidFill>
                  <a:schemeClr val="accent6">
                    <a:lumMod val="50000"/>
                  </a:schemeClr>
                </a:solidFill>
                <a:latin typeface="Avenir Book" panose="02000503020000020003" pitchFamily="2" charset="0"/>
              </a:rPr>
              <a:t>lmer</a:t>
            </a:r>
            <a:r>
              <a:rPr lang="en-US" sz="3000" dirty="0">
                <a:solidFill>
                  <a:schemeClr val="accent6">
                    <a:lumMod val="50000"/>
                  </a:schemeClr>
                </a:solidFill>
                <a:latin typeface="Avenir Book" panose="02000503020000020003" pitchFamily="2" charset="0"/>
              </a:rPr>
              <a:t>(</a:t>
            </a:r>
            <a:r>
              <a:rPr lang="en-US" sz="3000" dirty="0" err="1">
                <a:solidFill>
                  <a:schemeClr val="accent6">
                    <a:lumMod val="50000"/>
                  </a:schemeClr>
                </a:solidFill>
                <a:latin typeface="Avenir Book" panose="02000503020000020003" pitchFamily="2" charset="0"/>
              </a:rPr>
              <a:t>LeafSize</a:t>
            </a:r>
            <a:r>
              <a:rPr lang="en-US" sz="3000" dirty="0">
                <a:solidFill>
                  <a:schemeClr val="accent6">
                    <a:lumMod val="50000"/>
                  </a:schemeClr>
                </a:solidFill>
                <a:latin typeface="Avenir Book" panose="02000503020000020003" pitchFamily="2" charset="0"/>
              </a:rPr>
              <a:t> ~ </a:t>
            </a:r>
            <a:r>
              <a:rPr lang="en-US" sz="3000" dirty="0" err="1">
                <a:solidFill>
                  <a:schemeClr val="accent6">
                    <a:lumMod val="50000"/>
                  </a:schemeClr>
                </a:solidFill>
                <a:latin typeface="Avenir Book" panose="02000503020000020003" pitchFamily="2" charset="0"/>
              </a:rPr>
              <a:t>SoilpH</a:t>
            </a:r>
            <a:r>
              <a:rPr lang="en-US" sz="3000" dirty="0">
                <a:solidFill>
                  <a:schemeClr val="accent6">
                    <a:lumMod val="50000"/>
                  </a:schemeClr>
                </a:solidFill>
                <a:latin typeface="Avenir Book" panose="02000503020000020003" pitchFamily="2" charset="0"/>
              </a:rPr>
              <a:t> + (1|Site/Tree), data = </a:t>
            </a:r>
            <a:r>
              <a:rPr lang="en-US" sz="3000" dirty="0" err="1">
                <a:solidFill>
                  <a:schemeClr val="accent6">
                    <a:lumMod val="50000"/>
                  </a:schemeClr>
                </a:solidFill>
                <a:latin typeface="Avenir Book" panose="02000503020000020003" pitchFamily="2" charset="0"/>
              </a:rPr>
              <a:t>MyData</a:t>
            </a:r>
            <a:r>
              <a:rPr lang="en-US" sz="3000" dirty="0">
                <a:solidFill>
                  <a:schemeClr val="accent6">
                    <a:lumMod val="50000"/>
                  </a:schemeClr>
                </a:solidFill>
                <a:latin typeface="Avenir Book" panose="02000503020000020003" pitchFamily="2" charset="0"/>
              </a:rPr>
              <a:t>)</a:t>
            </a:r>
          </a:p>
        </p:txBody>
      </p:sp>
      <p:cxnSp>
        <p:nvCxnSpPr>
          <p:cNvPr id="4" name="Straight Arrow Connector 3">
            <a:extLst>
              <a:ext uri="{FF2B5EF4-FFF2-40B4-BE49-F238E27FC236}">
                <a16:creationId xmlns:a16="http://schemas.microsoft.com/office/drawing/2014/main" id="{959DAE77-AAA0-1136-1598-A2AACA8BE223}"/>
              </a:ext>
            </a:extLst>
          </p:cNvPr>
          <p:cNvCxnSpPr>
            <a:cxnSpLocks/>
          </p:cNvCxnSpPr>
          <p:nvPr/>
        </p:nvCxnSpPr>
        <p:spPr>
          <a:xfrm flipH="1">
            <a:off x="6535999" y="5170516"/>
            <a:ext cx="895579" cy="831790"/>
          </a:xfrm>
          <a:prstGeom prst="straightConnector1">
            <a:avLst/>
          </a:prstGeom>
          <a:ln w="762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EE0A23E-1EFB-42EC-4A38-F77AB77D86F1}"/>
              </a:ext>
            </a:extLst>
          </p:cNvPr>
          <p:cNvSpPr txBox="1"/>
          <p:nvPr/>
        </p:nvSpPr>
        <p:spPr>
          <a:xfrm>
            <a:off x="7663939" y="4476855"/>
            <a:ext cx="4780760" cy="1015663"/>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The bigger “nest” goes first</a:t>
            </a:r>
            <a:endParaRPr lang="en-US" sz="1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47586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00441" y="136404"/>
            <a:ext cx="11291363" cy="1323439"/>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 final thing about Random Effects – unless you specify, they only consider the *Intercept*</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7" name="TextBox 136">
            <a:extLst>
              <a:ext uri="{FF2B5EF4-FFF2-40B4-BE49-F238E27FC236}">
                <a16:creationId xmlns:a16="http://schemas.microsoft.com/office/drawing/2014/main" id="{CDBABA43-ECA2-1C56-9908-DD4102927449}"/>
              </a:ext>
            </a:extLst>
          </p:cNvPr>
          <p:cNvSpPr txBox="1"/>
          <p:nvPr/>
        </p:nvSpPr>
        <p:spPr>
          <a:xfrm>
            <a:off x="-4131796" y="7437996"/>
            <a:ext cx="10973534" cy="4708981"/>
          </a:xfrm>
          <a:prstGeom prst="rect">
            <a:avLst/>
          </a:prstGeom>
          <a:noFill/>
        </p:spPr>
        <p:txBody>
          <a:bodyPr wrap="square">
            <a:spAutoFit/>
          </a:bodyPr>
          <a:lstStyle/>
          <a:p>
            <a:r>
              <a:rPr lang="en-US" sz="3000" dirty="0">
                <a:solidFill>
                  <a:schemeClr val="accent6">
                    <a:lumMod val="50000"/>
                  </a:schemeClr>
                </a:solidFill>
                <a:highlight>
                  <a:srgbClr val="FFFF00"/>
                </a:highlight>
                <a:latin typeface="Avenir Book" panose="02000503020000020003" pitchFamily="2" charset="0"/>
              </a:rPr>
              <a:t>The model will assume the relationship between your predictor and response is the SAME for every group. </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e.g. if you think species richness increases through time,</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HOW TO INCLUDE THIS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ALSO TO INCLUDE – COMPARING AICs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Add a graph of the levels???</a:t>
            </a:r>
          </a:p>
        </p:txBody>
      </p:sp>
      <p:grpSp>
        <p:nvGrpSpPr>
          <p:cNvPr id="6" name="Group 5">
            <a:extLst>
              <a:ext uri="{FF2B5EF4-FFF2-40B4-BE49-F238E27FC236}">
                <a16:creationId xmlns:a16="http://schemas.microsoft.com/office/drawing/2014/main" id="{BF40997C-0403-0C66-6FDC-E7EF1CA7378A}"/>
              </a:ext>
            </a:extLst>
          </p:cNvPr>
          <p:cNvGrpSpPr/>
          <p:nvPr/>
        </p:nvGrpSpPr>
        <p:grpSpPr>
          <a:xfrm>
            <a:off x="2217420" y="2616948"/>
            <a:ext cx="9035796" cy="3438144"/>
            <a:chOff x="1402080" y="2616948"/>
            <a:chExt cx="9851136" cy="3438144"/>
          </a:xfrm>
        </p:grpSpPr>
        <p:cxnSp>
          <p:nvCxnSpPr>
            <p:cNvPr id="2" name="Straight Arrow Connector 1">
              <a:extLst>
                <a:ext uri="{FF2B5EF4-FFF2-40B4-BE49-F238E27FC236}">
                  <a16:creationId xmlns:a16="http://schemas.microsoft.com/office/drawing/2014/main" id="{25297C36-FA58-F6FB-6926-4253B54C370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0069D971-08B4-A916-3113-BCA774DC147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4C6089C-BF53-632F-A7BA-38DD8937F4E2}"/>
              </a:ext>
            </a:extLst>
          </p:cNvPr>
          <p:cNvSpPr txBox="1"/>
          <p:nvPr/>
        </p:nvSpPr>
        <p:spPr>
          <a:xfrm>
            <a:off x="5766449" y="6195214"/>
            <a:ext cx="1777351" cy="553998"/>
          </a:xfrm>
          <a:prstGeom prst="rect">
            <a:avLst/>
          </a:prstGeom>
          <a:noFill/>
        </p:spPr>
        <p:txBody>
          <a:bodyPr wrap="square">
            <a:spAutoFit/>
          </a:bodyPr>
          <a:lstStyle/>
          <a:p>
            <a:r>
              <a:rPr lang="en-US" sz="3000" dirty="0" err="1">
                <a:solidFill>
                  <a:schemeClr val="accent6">
                    <a:lumMod val="50000"/>
                  </a:schemeClr>
                </a:solidFill>
                <a:latin typeface="Avenir Book" panose="02000503020000020003" pitchFamily="2" charset="0"/>
              </a:rPr>
              <a:t>SoilpH</a:t>
            </a:r>
            <a:endParaRPr lang="en-US" sz="3000" dirty="0">
              <a:solidFill>
                <a:schemeClr val="accent6">
                  <a:lumMod val="50000"/>
                </a:schemeClr>
              </a:solidFill>
              <a:latin typeface="Avenir Book" panose="02000503020000020003" pitchFamily="2" charset="0"/>
            </a:endParaRPr>
          </a:p>
        </p:txBody>
      </p:sp>
      <p:sp>
        <p:nvSpPr>
          <p:cNvPr id="5" name="TextBox 4">
            <a:extLst>
              <a:ext uri="{FF2B5EF4-FFF2-40B4-BE49-F238E27FC236}">
                <a16:creationId xmlns:a16="http://schemas.microsoft.com/office/drawing/2014/main" id="{6CC4BB52-88F0-A0F5-13A8-1A7A670D7C35}"/>
              </a:ext>
            </a:extLst>
          </p:cNvPr>
          <p:cNvSpPr txBox="1"/>
          <p:nvPr/>
        </p:nvSpPr>
        <p:spPr>
          <a:xfrm>
            <a:off x="466296" y="3825140"/>
            <a:ext cx="177735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Leaf Size</a:t>
            </a:r>
          </a:p>
        </p:txBody>
      </p:sp>
      <p:cxnSp>
        <p:nvCxnSpPr>
          <p:cNvPr id="9" name="Straight Connector 8">
            <a:extLst>
              <a:ext uri="{FF2B5EF4-FFF2-40B4-BE49-F238E27FC236}">
                <a16:creationId xmlns:a16="http://schemas.microsoft.com/office/drawing/2014/main" id="{FD3C7F1F-B677-9862-DFD2-2B17CA6E0ED9}"/>
              </a:ext>
            </a:extLst>
          </p:cNvPr>
          <p:cNvCxnSpPr/>
          <p:nvPr/>
        </p:nvCxnSpPr>
        <p:spPr>
          <a:xfrm flipV="1">
            <a:off x="2703861" y="2297694"/>
            <a:ext cx="7612380" cy="2323774"/>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9E27842-692F-5D04-7065-62F0E4F7B98E}"/>
              </a:ext>
            </a:extLst>
          </p:cNvPr>
          <p:cNvSpPr txBox="1"/>
          <p:nvPr/>
        </p:nvSpPr>
        <p:spPr>
          <a:xfrm>
            <a:off x="10303715" y="2175658"/>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Average</a:t>
            </a:r>
          </a:p>
        </p:txBody>
      </p:sp>
    </p:spTree>
    <p:extLst>
      <p:ext uri="{BB962C8B-B14F-4D97-AF65-F5344CB8AC3E}">
        <p14:creationId xmlns:p14="http://schemas.microsoft.com/office/powerpoint/2010/main" val="31743298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INTERCEPT NOT SLOPE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7" name="TextBox 136">
            <a:extLst>
              <a:ext uri="{FF2B5EF4-FFF2-40B4-BE49-F238E27FC236}">
                <a16:creationId xmlns:a16="http://schemas.microsoft.com/office/drawing/2014/main" id="{CDBABA43-ECA2-1C56-9908-DD4102927449}"/>
              </a:ext>
            </a:extLst>
          </p:cNvPr>
          <p:cNvSpPr txBox="1"/>
          <p:nvPr/>
        </p:nvSpPr>
        <p:spPr>
          <a:xfrm>
            <a:off x="-4131796" y="7437996"/>
            <a:ext cx="10973534" cy="4708981"/>
          </a:xfrm>
          <a:prstGeom prst="rect">
            <a:avLst/>
          </a:prstGeom>
          <a:noFill/>
        </p:spPr>
        <p:txBody>
          <a:bodyPr wrap="square">
            <a:spAutoFit/>
          </a:bodyPr>
          <a:lstStyle/>
          <a:p>
            <a:r>
              <a:rPr lang="en-US" sz="3000" dirty="0">
                <a:solidFill>
                  <a:schemeClr val="accent6">
                    <a:lumMod val="50000"/>
                  </a:schemeClr>
                </a:solidFill>
                <a:highlight>
                  <a:srgbClr val="FFFF00"/>
                </a:highlight>
                <a:latin typeface="Avenir Book" panose="02000503020000020003" pitchFamily="2" charset="0"/>
              </a:rPr>
              <a:t>The model will assume the relationship between your predictor and response is the SAME for every group. </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e.g. if you think species richness increases through time,</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HOW TO INCLUDE THIS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ALSO TO INCLUDE – COMPARING AICs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Add a graph of the levels???</a:t>
            </a:r>
          </a:p>
        </p:txBody>
      </p:sp>
      <p:grpSp>
        <p:nvGrpSpPr>
          <p:cNvPr id="6" name="Group 5">
            <a:extLst>
              <a:ext uri="{FF2B5EF4-FFF2-40B4-BE49-F238E27FC236}">
                <a16:creationId xmlns:a16="http://schemas.microsoft.com/office/drawing/2014/main" id="{BF40997C-0403-0C66-6FDC-E7EF1CA7378A}"/>
              </a:ext>
            </a:extLst>
          </p:cNvPr>
          <p:cNvGrpSpPr/>
          <p:nvPr/>
        </p:nvGrpSpPr>
        <p:grpSpPr>
          <a:xfrm>
            <a:off x="2217420" y="2616948"/>
            <a:ext cx="9035796" cy="3438144"/>
            <a:chOff x="1402080" y="2616948"/>
            <a:chExt cx="9851136" cy="3438144"/>
          </a:xfrm>
        </p:grpSpPr>
        <p:cxnSp>
          <p:nvCxnSpPr>
            <p:cNvPr id="2" name="Straight Arrow Connector 1">
              <a:extLst>
                <a:ext uri="{FF2B5EF4-FFF2-40B4-BE49-F238E27FC236}">
                  <a16:creationId xmlns:a16="http://schemas.microsoft.com/office/drawing/2014/main" id="{25297C36-FA58-F6FB-6926-4253B54C370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0069D971-08B4-A916-3113-BCA774DC147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7F9E17C4-E1BE-4693-7627-5C813EAE24F1}"/>
              </a:ext>
            </a:extLst>
          </p:cNvPr>
          <p:cNvCxnSpPr/>
          <p:nvPr/>
        </p:nvCxnSpPr>
        <p:spPr>
          <a:xfrm flipV="1">
            <a:off x="2710418" y="2972515"/>
            <a:ext cx="7612380" cy="2323774"/>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D3C7F1F-B677-9862-DFD2-2B17CA6E0ED9}"/>
              </a:ext>
            </a:extLst>
          </p:cNvPr>
          <p:cNvCxnSpPr/>
          <p:nvPr/>
        </p:nvCxnSpPr>
        <p:spPr>
          <a:xfrm flipV="1">
            <a:off x="2703861" y="2297694"/>
            <a:ext cx="7612380" cy="2323774"/>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6860EF4-B2D6-C8D2-F0E3-9C64DE9C51CE}"/>
              </a:ext>
            </a:extLst>
          </p:cNvPr>
          <p:cNvCxnSpPr/>
          <p:nvPr/>
        </p:nvCxnSpPr>
        <p:spPr>
          <a:xfrm flipV="1">
            <a:off x="2723530" y="3542491"/>
            <a:ext cx="7612380" cy="2323774"/>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97C61B6-0199-CC6A-A87B-60457695A4AC}"/>
              </a:ext>
            </a:extLst>
          </p:cNvPr>
          <p:cNvCxnSpPr/>
          <p:nvPr/>
        </p:nvCxnSpPr>
        <p:spPr>
          <a:xfrm flipV="1">
            <a:off x="2716974" y="1810628"/>
            <a:ext cx="7612380" cy="2323774"/>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5D174D9-1061-34BF-0013-EC701D30EFB1}"/>
              </a:ext>
            </a:extLst>
          </p:cNvPr>
          <p:cNvCxnSpPr/>
          <p:nvPr/>
        </p:nvCxnSpPr>
        <p:spPr>
          <a:xfrm flipV="1">
            <a:off x="2703861" y="1482748"/>
            <a:ext cx="7612380" cy="2323774"/>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0C9CE00-23C0-0D45-D248-D864898C33A4}"/>
              </a:ext>
            </a:extLst>
          </p:cNvPr>
          <p:cNvCxnSpPr/>
          <p:nvPr/>
        </p:nvCxnSpPr>
        <p:spPr>
          <a:xfrm flipV="1">
            <a:off x="2710418" y="2190030"/>
            <a:ext cx="7612380" cy="2323774"/>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A64028A-3958-CD33-F744-F98E31CCB471}"/>
              </a:ext>
            </a:extLst>
          </p:cNvPr>
          <p:cNvSpPr txBox="1"/>
          <p:nvPr/>
        </p:nvSpPr>
        <p:spPr>
          <a:xfrm>
            <a:off x="10303715" y="2175658"/>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Average</a:t>
            </a:r>
          </a:p>
        </p:txBody>
      </p:sp>
      <p:sp>
        <p:nvSpPr>
          <p:cNvPr id="16" name="TextBox 15">
            <a:extLst>
              <a:ext uri="{FF2B5EF4-FFF2-40B4-BE49-F238E27FC236}">
                <a16:creationId xmlns:a16="http://schemas.microsoft.com/office/drawing/2014/main" id="{0DD2422A-66B9-1CDD-DBC5-A01E74544E12}"/>
              </a:ext>
            </a:extLst>
          </p:cNvPr>
          <p:cNvSpPr txBox="1"/>
          <p:nvPr/>
        </p:nvSpPr>
        <p:spPr>
          <a:xfrm>
            <a:off x="10316240" y="1262256"/>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Tree 1</a:t>
            </a:r>
          </a:p>
        </p:txBody>
      </p:sp>
      <p:sp>
        <p:nvSpPr>
          <p:cNvPr id="17" name="TextBox 16">
            <a:extLst>
              <a:ext uri="{FF2B5EF4-FFF2-40B4-BE49-F238E27FC236}">
                <a16:creationId xmlns:a16="http://schemas.microsoft.com/office/drawing/2014/main" id="{F28A4642-A193-AA40-9E9B-25D60D61C405}"/>
              </a:ext>
            </a:extLst>
          </p:cNvPr>
          <p:cNvSpPr txBox="1"/>
          <p:nvPr/>
        </p:nvSpPr>
        <p:spPr>
          <a:xfrm>
            <a:off x="10316240" y="1625962"/>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Tree 2</a:t>
            </a:r>
          </a:p>
        </p:txBody>
      </p:sp>
      <p:sp>
        <p:nvSpPr>
          <p:cNvPr id="18" name="TextBox 17">
            <a:extLst>
              <a:ext uri="{FF2B5EF4-FFF2-40B4-BE49-F238E27FC236}">
                <a16:creationId xmlns:a16="http://schemas.microsoft.com/office/drawing/2014/main" id="{7B0393D5-656F-6059-6049-F3D464179D0D}"/>
              </a:ext>
            </a:extLst>
          </p:cNvPr>
          <p:cNvSpPr txBox="1"/>
          <p:nvPr/>
        </p:nvSpPr>
        <p:spPr>
          <a:xfrm>
            <a:off x="10309684" y="1920623"/>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Tree 3</a:t>
            </a:r>
          </a:p>
        </p:txBody>
      </p:sp>
      <p:sp>
        <p:nvSpPr>
          <p:cNvPr id="19" name="TextBox 18">
            <a:extLst>
              <a:ext uri="{FF2B5EF4-FFF2-40B4-BE49-F238E27FC236}">
                <a16:creationId xmlns:a16="http://schemas.microsoft.com/office/drawing/2014/main" id="{46B655D9-9E58-9073-DC66-D2DC4D9CA9E5}"/>
              </a:ext>
            </a:extLst>
          </p:cNvPr>
          <p:cNvSpPr txBox="1"/>
          <p:nvPr/>
        </p:nvSpPr>
        <p:spPr>
          <a:xfrm>
            <a:off x="10319519" y="2804479"/>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Tree 4</a:t>
            </a:r>
          </a:p>
        </p:txBody>
      </p:sp>
      <p:sp>
        <p:nvSpPr>
          <p:cNvPr id="20" name="TextBox 19">
            <a:extLst>
              <a:ext uri="{FF2B5EF4-FFF2-40B4-BE49-F238E27FC236}">
                <a16:creationId xmlns:a16="http://schemas.microsoft.com/office/drawing/2014/main" id="{85EA03A5-606B-3170-2326-8944693139D7}"/>
              </a:ext>
            </a:extLst>
          </p:cNvPr>
          <p:cNvSpPr txBox="1"/>
          <p:nvPr/>
        </p:nvSpPr>
        <p:spPr>
          <a:xfrm>
            <a:off x="10319519" y="3396618"/>
            <a:ext cx="1777351" cy="369332"/>
          </a:xfrm>
          <a:prstGeom prst="rect">
            <a:avLst/>
          </a:prstGeom>
          <a:noFill/>
        </p:spPr>
        <p:txBody>
          <a:bodyPr wrap="square">
            <a:spAutoFit/>
          </a:bodyPr>
          <a:lstStyle/>
          <a:p>
            <a:r>
              <a:rPr lang="en-US" dirty="0">
                <a:solidFill>
                  <a:schemeClr val="accent6">
                    <a:lumMod val="50000"/>
                  </a:schemeClr>
                </a:solidFill>
                <a:latin typeface="Avenir Book" panose="02000503020000020003" pitchFamily="2" charset="0"/>
              </a:rPr>
              <a:t>Tree 5</a:t>
            </a:r>
          </a:p>
        </p:txBody>
      </p:sp>
      <p:sp>
        <p:nvSpPr>
          <p:cNvPr id="14" name="TextBox 13">
            <a:extLst>
              <a:ext uri="{FF2B5EF4-FFF2-40B4-BE49-F238E27FC236}">
                <a16:creationId xmlns:a16="http://schemas.microsoft.com/office/drawing/2014/main" id="{7BEFA488-199A-9E2D-D7C7-C32E5B2F0C87}"/>
              </a:ext>
            </a:extLst>
          </p:cNvPr>
          <p:cNvSpPr txBox="1"/>
          <p:nvPr/>
        </p:nvSpPr>
        <p:spPr>
          <a:xfrm>
            <a:off x="5766449" y="6195214"/>
            <a:ext cx="1777351" cy="553998"/>
          </a:xfrm>
          <a:prstGeom prst="rect">
            <a:avLst/>
          </a:prstGeom>
          <a:noFill/>
        </p:spPr>
        <p:txBody>
          <a:bodyPr wrap="square">
            <a:spAutoFit/>
          </a:bodyPr>
          <a:lstStyle/>
          <a:p>
            <a:r>
              <a:rPr lang="en-US" sz="3000" dirty="0" err="1">
                <a:solidFill>
                  <a:schemeClr val="accent6">
                    <a:lumMod val="50000"/>
                  </a:schemeClr>
                </a:solidFill>
                <a:latin typeface="Avenir Book" panose="02000503020000020003" pitchFamily="2" charset="0"/>
              </a:rPr>
              <a:t>SoilpH</a:t>
            </a:r>
            <a:endParaRPr lang="en-US" sz="3000" dirty="0">
              <a:solidFill>
                <a:schemeClr val="accent6">
                  <a:lumMod val="50000"/>
                </a:schemeClr>
              </a:solidFill>
              <a:latin typeface="Avenir Book" panose="02000503020000020003" pitchFamily="2" charset="0"/>
            </a:endParaRPr>
          </a:p>
        </p:txBody>
      </p:sp>
      <p:sp>
        <p:nvSpPr>
          <p:cNvPr id="21" name="TextBox 20">
            <a:extLst>
              <a:ext uri="{FF2B5EF4-FFF2-40B4-BE49-F238E27FC236}">
                <a16:creationId xmlns:a16="http://schemas.microsoft.com/office/drawing/2014/main" id="{D4B4A486-93FA-AA56-DD62-6560043DB2D8}"/>
              </a:ext>
            </a:extLst>
          </p:cNvPr>
          <p:cNvSpPr txBox="1"/>
          <p:nvPr/>
        </p:nvSpPr>
        <p:spPr>
          <a:xfrm>
            <a:off x="466296" y="3825140"/>
            <a:ext cx="177735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Leaf Size</a:t>
            </a:r>
          </a:p>
        </p:txBody>
      </p:sp>
    </p:spTree>
    <p:extLst>
      <p:ext uri="{BB962C8B-B14F-4D97-AF65-F5344CB8AC3E}">
        <p14:creationId xmlns:p14="http://schemas.microsoft.com/office/powerpoint/2010/main" val="16495912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F608-973E-06FB-B4AF-FA5BE3CB7F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1240A51-E168-91E2-48A6-0C3C96B3B89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INTERCEPT NOT SLOPE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7" name="TextBox 136">
            <a:extLst>
              <a:ext uri="{FF2B5EF4-FFF2-40B4-BE49-F238E27FC236}">
                <a16:creationId xmlns:a16="http://schemas.microsoft.com/office/drawing/2014/main" id="{6A7F2CBD-9684-7B23-0E08-3A1523176B94}"/>
              </a:ext>
            </a:extLst>
          </p:cNvPr>
          <p:cNvSpPr txBox="1"/>
          <p:nvPr/>
        </p:nvSpPr>
        <p:spPr>
          <a:xfrm>
            <a:off x="-4131796" y="7437996"/>
            <a:ext cx="10973534" cy="4708981"/>
          </a:xfrm>
          <a:prstGeom prst="rect">
            <a:avLst/>
          </a:prstGeom>
          <a:noFill/>
        </p:spPr>
        <p:txBody>
          <a:bodyPr wrap="square">
            <a:spAutoFit/>
          </a:bodyPr>
          <a:lstStyle/>
          <a:p>
            <a:r>
              <a:rPr lang="en-US" sz="3000" dirty="0">
                <a:solidFill>
                  <a:schemeClr val="accent6">
                    <a:lumMod val="50000"/>
                  </a:schemeClr>
                </a:solidFill>
                <a:highlight>
                  <a:srgbClr val="FFFF00"/>
                </a:highlight>
                <a:latin typeface="Avenir Book" panose="02000503020000020003" pitchFamily="2" charset="0"/>
              </a:rPr>
              <a:t>The model will assume the relationship between your predictor and response is the SAME for every group. </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e.g. if you think species richness increases through time,</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HOW TO INCLUDE THIS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ALSO TO INCLUDE – COMPARING AICs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Add a graph of the levels???</a:t>
            </a:r>
          </a:p>
        </p:txBody>
      </p:sp>
      <p:sp>
        <p:nvSpPr>
          <p:cNvPr id="14" name="TextBox 13">
            <a:extLst>
              <a:ext uri="{FF2B5EF4-FFF2-40B4-BE49-F238E27FC236}">
                <a16:creationId xmlns:a16="http://schemas.microsoft.com/office/drawing/2014/main" id="{C4B63D40-DA30-39BE-BC0D-AD8DF2C5CBD9}"/>
              </a:ext>
            </a:extLst>
          </p:cNvPr>
          <p:cNvSpPr txBox="1"/>
          <p:nvPr/>
        </p:nvSpPr>
        <p:spPr>
          <a:xfrm>
            <a:off x="2527853" y="3476005"/>
            <a:ext cx="8893835"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 we always expect this? (Maybe not!)</a:t>
            </a:r>
          </a:p>
        </p:txBody>
      </p:sp>
    </p:spTree>
    <p:extLst>
      <p:ext uri="{BB962C8B-B14F-4D97-AF65-F5344CB8AC3E}">
        <p14:creationId xmlns:p14="http://schemas.microsoft.com/office/powerpoint/2010/main" val="37919637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INTERCEPT NOT SLOPE</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7" name="TextBox 136">
            <a:extLst>
              <a:ext uri="{FF2B5EF4-FFF2-40B4-BE49-F238E27FC236}">
                <a16:creationId xmlns:a16="http://schemas.microsoft.com/office/drawing/2014/main" id="{CDBABA43-ECA2-1C56-9908-DD4102927449}"/>
              </a:ext>
            </a:extLst>
          </p:cNvPr>
          <p:cNvSpPr txBox="1"/>
          <p:nvPr/>
        </p:nvSpPr>
        <p:spPr>
          <a:xfrm>
            <a:off x="-4131796" y="7437996"/>
            <a:ext cx="10973534" cy="4708981"/>
          </a:xfrm>
          <a:prstGeom prst="rect">
            <a:avLst/>
          </a:prstGeom>
          <a:noFill/>
        </p:spPr>
        <p:txBody>
          <a:bodyPr wrap="square">
            <a:spAutoFit/>
          </a:bodyPr>
          <a:lstStyle/>
          <a:p>
            <a:r>
              <a:rPr lang="en-US" sz="3000" dirty="0">
                <a:solidFill>
                  <a:schemeClr val="accent6">
                    <a:lumMod val="50000"/>
                  </a:schemeClr>
                </a:solidFill>
                <a:highlight>
                  <a:srgbClr val="FFFF00"/>
                </a:highlight>
                <a:latin typeface="Avenir Book" panose="02000503020000020003" pitchFamily="2" charset="0"/>
              </a:rPr>
              <a:t>The model will assume the relationship between your predictor and response is the SAME for every group. </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e.g. if you think species richness increases through time,</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HOW TO INCLUDE THIS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ALSO TO INCLUDE – COMPARING AICs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Add a graph of the levels???</a:t>
            </a:r>
          </a:p>
        </p:txBody>
      </p:sp>
      <p:sp>
        <p:nvSpPr>
          <p:cNvPr id="14" name="TextBox 13">
            <a:extLst>
              <a:ext uri="{FF2B5EF4-FFF2-40B4-BE49-F238E27FC236}">
                <a16:creationId xmlns:a16="http://schemas.microsoft.com/office/drawing/2014/main" id="{04679D53-E0CD-1F45-7BD4-3D44B7D37B3F}"/>
              </a:ext>
            </a:extLst>
          </p:cNvPr>
          <p:cNvSpPr txBox="1"/>
          <p:nvPr/>
        </p:nvSpPr>
        <p:spPr>
          <a:xfrm>
            <a:off x="536704" y="2675178"/>
            <a:ext cx="10973534" cy="193899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You CAN make random effects vary in slope as well, but that’s beyond what we have time for today.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We’ll touch on it a bit next week</a:t>
            </a:r>
          </a:p>
        </p:txBody>
      </p:sp>
    </p:spTree>
    <p:extLst>
      <p:ext uri="{BB962C8B-B14F-4D97-AF65-F5344CB8AC3E}">
        <p14:creationId xmlns:p14="http://schemas.microsoft.com/office/powerpoint/2010/main" val="4049612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FAE58-0A97-D5B4-A3B1-9D85DC5BDF9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B7EC618-6861-D6EE-6953-73C462FB049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FINAL THING</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37" name="TextBox 136">
            <a:extLst>
              <a:ext uri="{FF2B5EF4-FFF2-40B4-BE49-F238E27FC236}">
                <a16:creationId xmlns:a16="http://schemas.microsoft.com/office/drawing/2014/main" id="{A8A1DE42-EACE-C1BD-6CEE-EC7E4B856419}"/>
              </a:ext>
            </a:extLst>
          </p:cNvPr>
          <p:cNvSpPr txBox="1"/>
          <p:nvPr/>
        </p:nvSpPr>
        <p:spPr>
          <a:xfrm>
            <a:off x="-4131796" y="7437996"/>
            <a:ext cx="10973534" cy="4708981"/>
          </a:xfrm>
          <a:prstGeom prst="rect">
            <a:avLst/>
          </a:prstGeom>
          <a:noFill/>
        </p:spPr>
        <p:txBody>
          <a:bodyPr wrap="square">
            <a:spAutoFit/>
          </a:bodyPr>
          <a:lstStyle/>
          <a:p>
            <a:r>
              <a:rPr lang="en-US" sz="3000" dirty="0">
                <a:solidFill>
                  <a:schemeClr val="accent6">
                    <a:lumMod val="50000"/>
                  </a:schemeClr>
                </a:solidFill>
                <a:highlight>
                  <a:srgbClr val="FFFF00"/>
                </a:highlight>
                <a:latin typeface="Avenir Book" panose="02000503020000020003" pitchFamily="2" charset="0"/>
              </a:rPr>
              <a:t>The model will assume the relationship between your predictor and response is the SAME for every group. </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e.g. if you think species richness increases through time,</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HOW TO INCLUDE THIS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ALSO TO INCLUDE – COMPARING AICs</a:t>
            </a:r>
          </a:p>
          <a:p>
            <a:endParaRPr lang="en-US" sz="3000" dirty="0">
              <a:solidFill>
                <a:schemeClr val="accent6">
                  <a:lumMod val="50000"/>
                </a:schemeClr>
              </a:solidFill>
              <a:highlight>
                <a:srgbClr val="FFFF00"/>
              </a:highlight>
              <a:latin typeface="Avenir Book" panose="02000503020000020003" pitchFamily="2" charset="0"/>
            </a:endParaRPr>
          </a:p>
          <a:p>
            <a:r>
              <a:rPr lang="en-US" sz="3000" dirty="0">
                <a:solidFill>
                  <a:schemeClr val="accent6">
                    <a:lumMod val="50000"/>
                  </a:schemeClr>
                </a:solidFill>
                <a:highlight>
                  <a:srgbClr val="FFFF00"/>
                </a:highlight>
                <a:latin typeface="Avenir Book" panose="02000503020000020003" pitchFamily="2" charset="0"/>
              </a:rPr>
              <a:t>Add a graph of the levels???</a:t>
            </a:r>
          </a:p>
        </p:txBody>
      </p:sp>
      <p:sp>
        <p:nvSpPr>
          <p:cNvPr id="14" name="TextBox 13">
            <a:extLst>
              <a:ext uri="{FF2B5EF4-FFF2-40B4-BE49-F238E27FC236}">
                <a16:creationId xmlns:a16="http://schemas.microsoft.com/office/drawing/2014/main" id="{42B205A9-3240-02AC-F41F-4EF5B83A9DF9}"/>
              </a:ext>
            </a:extLst>
          </p:cNvPr>
          <p:cNvSpPr txBox="1"/>
          <p:nvPr/>
        </p:nvSpPr>
        <p:spPr>
          <a:xfrm>
            <a:off x="536704" y="2675178"/>
            <a:ext cx="10973534" cy="2400657"/>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BEWARE when using AI for random effects! The term ‘random effect’ is used differently in different fields, sometimes with VERY different meanings. I find it does okay if I specify I’m thinking in ecology terms, but </a:t>
            </a:r>
            <a:r>
              <a:rPr lang="en-US" sz="3000" i="1" dirty="0">
                <a:solidFill>
                  <a:schemeClr val="accent6">
                    <a:lumMod val="50000"/>
                  </a:schemeClr>
                </a:solidFill>
                <a:latin typeface="Avenir Book" panose="02000503020000020003" pitchFamily="2" charset="0"/>
              </a:rPr>
              <a:t>much </a:t>
            </a:r>
            <a:r>
              <a:rPr lang="en-US" sz="3000" dirty="0">
                <a:solidFill>
                  <a:schemeClr val="accent6">
                    <a:lumMod val="50000"/>
                  </a:schemeClr>
                </a:solidFill>
                <a:latin typeface="Avenir Book" panose="02000503020000020003" pitchFamily="2" charset="0"/>
              </a:rPr>
              <a:t>safer to rely on other sources. </a:t>
            </a:r>
          </a:p>
        </p:txBody>
      </p:sp>
    </p:spTree>
    <p:extLst>
      <p:ext uri="{BB962C8B-B14F-4D97-AF65-F5344CB8AC3E}">
        <p14:creationId xmlns:p14="http://schemas.microsoft.com/office/powerpoint/2010/main" val="40339898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Summary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3" name="Table 3">
            <a:extLst>
              <a:ext uri="{FF2B5EF4-FFF2-40B4-BE49-F238E27FC236}">
                <a16:creationId xmlns:a16="http://schemas.microsoft.com/office/drawing/2014/main" id="{607101DA-EF5E-F38F-99D9-EEB82C124642}"/>
              </a:ext>
            </a:extLst>
          </p:cNvPr>
          <p:cNvGraphicFramePr>
            <a:graphicFrameLocks noGrp="1"/>
          </p:cNvGraphicFramePr>
          <p:nvPr>
            <p:extLst>
              <p:ext uri="{D42A27DB-BD31-4B8C-83A1-F6EECF244321}">
                <p14:modId xmlns:p14="http://schemas.microsoft.com/office/powerpoint/2010/main" val="301617034"/>
              </p:ext>
            </p:extLst>
          </p:nvPr>
        </p:nvGraphicFramePr>
        <p:xfrm>
          <a:off x="2031999" y="1997505"/>
          <a:ext cx="8127999" cy="386800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040920122"/>
                    </a:ext>
                  </a:extLst>
                </a:gridCol>
                <a:gridCol w="1932534">
                  <a:extLst>
                    <a:ext uri="{9D8B030D-6E8A-4147-A177-3AD203B41FA5}">
                      <a16:colId xmlns:a16="http://schemas.microsoft.com/office/drawing/2014/main" val="3315141137"/>
                    </a:ext>
                  </a:extLst>
                </a:gridCol>
                <a:gridCol w="3486132">
                  <a:extLst>
                    <a:ext uri="{9D8B030D-6E8A-4147-A177-3AD203B41FA5}">
                      <a16:colId xmlns:a16="http://schemas.microsoft.com/office/drawing/2014/main" val="887450715"/>
                    </a:ext>
                  </a:extLst>
                </a:gridCol>
              </a:tblGrid>
              <a:tr h="1094323">
                <a:tc>
                  <a:txBody>
                    <a:bodyPr/>
                    <a:lstStyle/>
                    <a:p>
                      <a:endParaRPr lang="en-US" b="0" i="0" dirty="0">
                        <a:latin typeface="Avenir Book" panose="02000503020000020003" pitchFamily="2" charset="0"/>
                      </a:endParaRPr>
                    </a:p>
                  </a:txBody>
                  <a:tcPr>
                    <a:noFill/>
                  </a:tcPr>
                </a:tc>
                <a:tc>
                  <a:txBody>
                    <a:bodyPr/>
                    <a:lstStyle/>
                    <a:p>
                      <a:pPr algn="ctr"/>
                      <a:r>
                        <a:rPr lang="en-US" sz="2500" b="1" i="0" dirty="0">
                          <a:latin typeface="Avenir Black" panose="02000503020000020003" pitchFamily="2" charset="0"/>
                        </a:rPr>
                        <a:t>No</a:t>
                      </a:r>
                    </a:p>
                  </a:txBody>
                  <a:tcPr anchor="ctr">
                    <a:solidFill>
                      <a:schemeClr val="accent6">
                        <a:lumMod val="75000"/>
                      </a:schemeClr>
                    </a:solidFill>
                  </a:tcPr>
                </a:tc>
                <a:tc>
                  <a:txBody>
                    <a:bodyPr/>
                    <a:lstStyle/>
                    <a:p>
                      <a:pPr algn="ctr"/>
                      <a:r>
                        <a:rPr lang="en-US" sz="2500" b="1" i="0" dirty="0">
                          <a:latin typeface="Avenir Black" panose="02000503020000020003" pitchFamily="2" charset="0"/>
                        </a:rPr>
                        <a:t>Yes </a:t>
                      </a:r>
                    </a:p>
                    <a:p>
                      <a:pPr algn="ctr"/>
                      <a:r>
                        <a:rPr lang="en-US" sz="2000" b="1" i="0" dirty="0">
                          <a:latin typeface="Avenir Black" panose="02000503020000020003" pitchFamily="2" charset="0"/>
                        </a:rPr>
                        <a:t>(you must specify random effects, i.e. your grouping variables)</a:t>
                      </a:r>
                    </a:p>
                  </a:txBody>
                  <a:tcPr anchor="ctr">
                    <a:solidFill>
                      <a:schemeClr val="accent6">
                        <a:lumMod val="75000"/>
                      </a:schemeClr>
                    </a:solidFill>
                  </a:tcPr>
                </a:tc>
                <a:extLst>
                  <a:ext uri="{0D108BD9-81ED-4DB2-BD59-A6C34878D82A}">
                    <a16:rowId xmlns:a16="http://schemas.microsoft.com/office/drawing/2014/main" val="1915507964"/>
                  </a:ext>
                </a:extLst>
              </a:tr>
              <a:tr h="1094323">
                <a:tc>
                  <a:txBody>
                    <a:bodyPr/>
                    <a:lstStyle/>
                    <a:p>
                      <a:pPr algn="ctr"/>
                      <a:r>
                        <a:rPr lang="en-US" sz="2500" b="1" i="0" kern="1200" dirty="0">
                          <a:solidFill>
                            <a:schemeClr val="bg1"/>
                          </a:solidFill>
                          <a:latin typeface="Avenir Black" panose="02000503020000020003" pitchFamily="2" charset="0"/>
                          <a:ea typeface="+mn-ea"/>
                          <a:cs typeface="+mn-cs"/>
                        </a:rPr>
                        <a:t>Yes</a:t>
                      </a:r>
                    </a:p>
                  </a:txBody>
                  <a:tcPr anchor="ctr">
                    <a:solidFill>
                      <a:schemeClr val="accent6">
                        <a:lumMod val="75000"/>
                      </a:schemeClr>
                    </a:solidFill>
                  </a:tcPr>
                </a:tc>
                <a:tc>
                  <a:txBody>
                    <a:bodyPr/>
                    <a:lstStyle/>
                    <a:p>
                      <a:pPr algn="ctr"/>
                      <a:r>
                        <a:rPr lang="en-US" b="0" i="0" dirty="0">
                          <a:solidFill>
                            <a:schemeClr val="accent6">
                              <a:lumMod val="50000"/>
                            </a:schemeClr>
                          </a:solidFill>
                          <a:latin typeface="Avenir Book" panose="02000503020000020003" pitchFamily="2" charset="0"/>
                        </a:rPr>
                        <a:t>Linear Model (LM)</a:t>
                      </a:r>
                    </a:p>
                  </a:txBody>
                  <a:tcPr anchor="ctr">
                    <a:solidFill>
                      <a:schemeClr val="accent6">
                        <a:lumMod val="20000"/>
                        <a:lumOff val="80000"/>
                      </a:schemeClr>
                    </a:solidFill>
                  </a:tcPr>
                </a:tc>
                <a:tc>
                  <a:txBody>
                    <a:bodyPr/>
                    <a:lstStyle/>
                    <a:p>
                      <a:pPr algn="ctr"/>
                      <a:r>
                        <a:rPr lang="en-US" b="0" i="0" dirty="0">
                          <a:solidFill>
                            <a:schemeClr val="accent6">
                              <a:lumMod val="50000"/>
                            </a:schemeClr>
                          </a:solidFill>
                          <a:latin typeface="Avenir Book" panose="02000503020000020003" pitchFamily="2" charset="0"/>
                        </a:rPr>
                        <a:t>Linear Mixed Model (LMM)</a:t>
                      </a:r>
                    </a:p>
                  </a:txBody>
                  <a:tcPr anchor="ctr">
                    <a:solidFill>
                      <a:schemeClr val="accent6">
                        <a:lumMod val="20000"/>
                        <a:lumOff val="80000"/>
                      </a:schemeClr>
                    </a:solidFill>
                  </a:tcPr>
                </a:tc>
                <a:extLst>
                  <a:ext uri="{0D108BD9-81ED-4DB2-BD59-A6C34878D82A}">
                    <a16:rowId xmlns:a16="http://schemas.microsoft.com/office/drawing/2014/main" val="2011394630"/>
                  </a:ext>
                </a:extLst>
              </a:tr>
              <a:tr h="1094323">
                <a:tc>
                  <a:txBody>
                    <a:bodyPr/>
                    <a:lstStyle/>
                    <a:p>
                      <a:pPr algn="ctr"/>
                      <a:r>
                        <a:rPr lang="en-US" sz="2500" b="1" i="0" kern="1200" dirty="0">
                          <a:solidFill>
                            <a:schemeClr val="bg1"/>
                          </a:solidFill>
                          <a:latin typeface="Avenir Black" panose="02000503020000020003" pitchFamily="2" charset="0"/>
                          <a:ea typeface="+mn-ea"/>
                          <a:cs typeface="+mn-cs"/>
                        </a:rPr>
                        <a:t>No </a:t>
                      </a:r>
                    </a:p>
                    <a:p>
                      <a:pPr algn="ctr"/>
                      <a:r>
                        <a:rPr lang="en-US" sz="2000" b="1" i="0" kern="1200" dirty="0">
                          <a:solidFill>
                            <a:schemeClr val="bg1"/>
                          </a:solidFill>
                          <a:latin typeface="Avenir Black" panose="02000503020000020003" pitchFamily="2" charset="0"/>
                          <a:ea typeface="+mn-ea"/>
                          <a:cs typeface="+mn-cs"/>
                        </a:rPr>
                        <a:t>(you must specify the distribution, e.g. </a:t>
                      </a:r>
                      <a:r>
                        <a:rPr lang="en-US" sz="2000" b="1" i="0" kern="1200" dirty="0" err="1">
                          <a:solidFill>
                            <a:schemeClr val="bg1"/>
                          </a:solidFill>
                          <a:latin typeface="Avenir Black" panose="02000503020000020003" pitchFamily="2" charset="0"/>
                          <a:ea typeface="+mn-ea"/>
                          <a:cs typeface="+mn-cs"/>
                        </a:rPr>
                        <a:t>poisson</a:t>
                      </a:r>
                      <a:r>
                        <a:rPr lang="en-US" sz="2000" b="1" i="0" kern="1200" dirty="0">
                          <a:solidFill>
                            <a:schemeClr val="bg1"/>
                          </a:solidFill>
                          <a:latin typeface="Avenir Black" panose="02000503020000020003" pitchFamily="2" charset="0"/>
                          <a:ea typeface="+mn-ea"/>
                          <a:cs typeface="+mn-cs"/>
                        </a:rPr>
                        <a:t>)</a:t>
                      </a:r>
                    </a:p>
                  </a:txBody>
                  <a:tcPr anchor="ctr">
                    <a:solidFill>
                      <a:schemeClr val="accent6">
                        <a:lumMod val="75000"/>
                      </a:schemeClr>
                    </a:solidFill>
                  </a:tcPr>
                </a:tc>
                <a:tc>
                  <a:txBody>
                    <a:bodyPr/>
                    <a:lstStyle/>
                    <a:p>
                      <a:pPr algn="ctr"/>
                      <a:r>
                        <a:rPr lang="en-US" b="0" i="0" dirty="0" err="1">
                          <a:solidFill>
                            <a:schemeClr val="accent6">
                              <a:lumMod val="50000"/>
                            </a:schemeClr>
                          </a:solidFill>
                          <a:latin typeface="Avenir Book" panose="02000503020000020003" pitchFamily="2" charset="0"/>
                        </a:rPr>
                        <a:t>Generalised</a:t>
                      </a:r>
                      <a:r>
                        <a:rPr lang="en-US" b="0" i="0" dirty="0">
                          <a:solidFill>
                            <a:schemeClr val="accent6">
                              <a:lumMod val="50000"/>
                            </a:schemeClr>
                          </a:solidFill>
                          <a:latin typeface="Avenir Book" panose="02000503020000020003" pitchFamily="2" charset="0"/>
                        </a:rPr>
                        <a:t> Linear Model (GLM)</a:t>
                      </a:r>
                    </a:p>
                  </a:txBody>
                  <a:tcPr anchor="ctr">
                    <a:solidFill>
                      <a:schemeClr val="accent6">
                        <a:lumMod val="20000"/>
                        <a:lumOff val="80000"/>
                      </a:schemeClr>
                    </a:solidFill>
                  </a:tcPr>
                </a:tc>
                <a:tc>
                  <a:txBody>
                    <a:bodyPr/>
                    <a:lstStyle/>
                    <a:p>
                      <a:pPr algn="ctr"/>
                      <a:r>
                        <a:rPr lang="en-US" b="0" i="0" dirty="0" err="1">
                          <a:solidFill>
                            <a:schemeClr val="accent6">
                              <a:lumMod val="50000"/>
                            </a:schemeClr>
                          </a:solidFill>
                          <a:latin typeface="Avenir Book" panose="02000503020000020003" pitchFamily="2" charset="0"/>
                        </a:rPr>
                        <a:t>Generalised</a:t>
                      </a:r>
                      <a:r>
                        <a:rPr lang="en-US" b="0" i="0" dirty="0">
                          <a:solidFill>
                            <a:schemeClr val="accent6">
                              <a:lumMod val="50000"/>
                            </a:schemeClr>
                          </a:solidFill>
                          <a:latin typeface="Avenir Book" panose="02000503020000020003" pitchFamily="2" charset="0"/>
                        </a:rPr>
                        <a:t> Linear Mixed Model (GLMM)</a:t>
                      </a:r>
                    </a:p>
                  </a:txBody>
                  <a:tcPr anchor="ctr">
                    <a:solidFill>
                      <a:schemeClr val="accent6">
                        <a:lumMod val="20000"/>
                        <a:lumOff val="80000"/>
                      </a:schemeClr>
                    </a:solidFill>
                  </a:tcPr>
                </a:tc>
                <a:extLst>
                  <a:ext uri="{0D108BD9-81ED-4DB2-BD59-A6C34878D82A}">
                    <a16:rowId xmlns:a16="http://schemas.microsoft.com/office/drawing/2014/main" val="3903915233"/>
                  </a:ext>
                </a:extLst>
              </a:tr>
            </a:tbl>
          </a:graphicData>
        </a:graphic>
      </p:graphicFrame>
      <p:sp>
        <p:nvSpPr>
          <p:cNvPr id="4" name="TextBox 3">
            <a:extLst>
              <a:ext uri="{FF2B5EF4-FFF2-40B4-BE49-F238E27FC236}">
                <a16:creationId xmlns:a16="http://schemas.microsoft.com/office/drawing/2014/main" id="{372A0F49-8363-398A-E611-84C3385C34BF}"/>
              </a:ext>
            </a:extLst>
          </p:cNvPr>
          <p:cNvSpPr txBox="1"/>
          <p:nvPr/>
        </p:nvSpPr>
        <p:spPr>
          <a:xfrm>
            <a:off x="4855922" y="1374970"/>
            <a:ext cx="10973534"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Does your data have groups?</a:t>
            </a:r>
          </a:p>
        </p:txBody>
      </p:sp>
      <p:sp>
        <p:nvSpPr>
          <p:cNvPr id="5" name="TextBox 4">
            <a:extLst>
              <a:ext uri="{FF2B5EF4-FFF2-40B4-BE49-F238E27FC236}">
                <a16:creationId xmlns:a16="http://schemas.microsoft.com/office/drawing/2014/main" id="{A9553072-80B2-06C1-6602-D34400101E31}"/>
              </a:ext>
            </a:extLst>
          </p:cNvPr>
          <p:cNvSpPr txBox="1"/>
          <p:nvPr/>
        </p:nvSpPr>
        <p:spPr>
          <a:xfrm>
            <a:off x="175644" y="3931506"/>
            <a:ext cx="1836036"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Is your data ‘Normal’?</a:t>
            </a:r>
          </a:p>
        </p:txBody>
      </p:sp>
    </p:spTree>
    <p:extLst>
      <p:ext uri="{BB962C8B-B14F-4D97-AF65-F5344CB8AC3E}">
        <p14:creationId xmlns:p14="http://schemas.microsoft.com/office/powerpoint/2010/main" val="24392008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Summary – Code calls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3" name="Table 3">
            <a:extLst>
              <a:ext uri="{FF2B5EF4-FFF2-40B4-BE49-F238E27FC236}">
                <a16:creationId xmlns:a16="http://schemas.microsoft.com/office/drawing/2014/main" id="{607101DA-EF5E-F38F-99D9-EEB82C124642}"/>
              </a:ext>
            </a:extLst>
          </p:cNvPr>
          <p:cNvGraphicFramePr>
            <a:graphicFrameLocks noGrp="1"/>
          </p:cNvGraphicFramePr>
          <p:nvPr>
            <p:extLst>
              <p:ext uri="{D42A27DB-BD31-4B8C-83A1-F6EECF244321}">
                <p14:modId xmlns:p14="http://schemas.microsoft.com/office/powerpoint/2010/main" val="1557292536"/>
              </p:ext>
            </p:extLst>
          </p:nvPr>
        </p:nvGraphicFramePr>
        <p:xfrm>
          <a:off x="2031999" y="1997505"/>
          <a:ext cx="8127999" cy="3868003"/>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040920122"/>
                    </a:ext>
                  </a:extLst>
                </a:gridCol>
                <a:gridCol w="1932534">
                  <a:extLst>
                    <a:ext uri="{9D8B030D-6E8A-4147-A177-3AD203B41FA5}">
                      <a16:colId xmlns:a16="http://schemas.microsoft.com/office/drawing/2014/main" val="3315141137"/>
                    </a:ext>
                  </a:extLst>
                </a:gridCol>
                <a:gridCol w="3486132">
                  <a:extLst>
                    <a:ext uri="{9D8B030D-6E8A-4147-A177-3AD203B41FA5}">
                      <a16:colId xmlns:a16="http://schemas.microsoft.com/office/drawing/2014/main" val="887450715"/>
                    </a:ext>
                  </a:extLst>
                </a:gridCol>
              </a:tblGrid>
              <a:tr h="1094323">
                <a:tc>
                  <a:txBody>
                    <a:bodyPr/>
                    <a:lstStyle/>
                    <a:p>
                      <a:endParaRPr lang="en-US" b="0" i="0" dirty="0">
                        <a:latin typeface="Avenir Book" panose="02000503020000020003" pitchFamily="2" charset="0"/>
                      </a:endParaRPr>
                    </a:p>
                  </a:txBody>
                  <a:tcPr>
                    <a:noFill/>
                  </a:tcPr>
                </a:tc>
                <a:tc>
                  <a:txBody>
                    <a:bodyPr/>
                    <a:lstStyle/>
                    <a:p>
                      <a:pPr algn="ctr"/>
                      <a:r>
                        <a:rPr lang="en-US" sz="2500" b="1" i="0" dirty="0">
                          <a:latin typeface="Avenir Black" panose="02000503020000020003" pitchFamily="2" charset="0"/>
                        </a:rPr>
                        <a:t>No</a:t>
                      </a:r>
                    </a:p>
                  </a:txBody>
                  <a:tcPr anchor="ctr">
                    <a:solidFill>
                      <a:schemeClr val="accent6">
                        <a:lumMod val="75000"/>
                      </a:schemeClr>
                    </a:solidFill>
                  </a:tcPr>
                </a:tc>
                <a:tc>
                  <a:txBody>
                    <a:bodyPr/>
                    <a:lstStyle/>
                    <a:p>
                      <a:pPr algn="ctr"/>
                      <a:r>
                        <a:rPr lang="en-US" sz="2500" b="1" i="0" dirty="0">
                          <a:latin typeface="Avenir Black" panose="02000503020000020003" pitchFamily="2" charset="0"/>
                        </a:rPr>
                        <a:t>Yes </a:t>
                      </a:r>
                    </a:p>
                    <a:p>
                      <a:pPr algn="ctr"/>
                      <a:r>
                        <a:rPr lang="en-US" sz="2000" b="1" i="0" dirty="0">
                          <a:latin typeface="Avenir Black" panose="02000503020000020003" pitchFamily="2" charset="0"/>
                        </a:rPr>
                        <a:t>(you must specify random effects, i.e. your grouping variables)</a:t>
                      </a:r>
                    </a:p>
                  </a:txBody>
                  <a:tcPr anchor="ctr">
                    <a:solidFill>
                      <a:schemeClr val="accent6">
                        <a:lumMod val="75000"/>
                      </a:schemeClr>
                    </a:solidFill>
                  </a:tcPr>
                </a:tc>
                <a:extLst>
                  <a:ext uri="{0D108BD9-81ED-4DB2-BD59-A6C34878D82A}">
                    <a16:rowId xmlns:a16="http://schemas.microsoft.com/office/drawing/2014/main" val="1915507964"/>
                  </a:ext>
                </a:extLst>
              </a:tr>
              <a:tr h="1094323">
                <a:tc>
                  <a:txBody>
                    <a:bodyPr/>
                    <a:lstStyle/>
                    <a:p>
                      <a:pPr algn="ctr"/>
                      <a:r>
                        <a:rPr lang="en-US" sz="2500" b="1" i="0" kern="1200" dirty="0">
                          <a:solidFill>
                            <a:schemeClr val="bg1"/>
                          </a:solidFill>
                          <a:latin typeface="Avenir Black" panose="02000503020000020003" pitchFamily="2" charset="0"/>
                          <a:ea typeface="+mn-ea"/>
                          <a:cs typeface="+mn-cs"/>
                        </a:rPr>
                        <a:t>Yes</a:t>
                      </a:r>
                    </a:p>
                  </a:txBody>
                  <a:tcPr anchor="ctr">
                    <a:solidFill>
                      <a:schemeClr val="accent6">
                        <a:lumMod val="75000"/>
                      </a:schemeClr>
                    </a:solidFill>
                  </a:tcPr>
                </a:tc>
                <a:tc>
                  <a:txBody>
                    <a:bodyPr/>
                    <a:lstStyle/>
                    <a:p>
                      <a:pPr algn="ctr"/>
                      <a:r>
                        <a:rPr lang="en-US" b="0" i="0" dirty="0">
                          <a:solidFill>
                            <a:schemeClr val="accent6">
                              <a:lumMod val="50000"/>
                            </a:schemeClr>
                          </a:solidFill>
                          <a:latin typeface="Avenir Book" panose="02000503020000020003" pitchFamily="2" charset="0"/>
                        </a:rPr>
                        <a:t>Linear Model (LM)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solidFill>
                            <a:schemeClr val="accent6">
                              <a:lumMod val="50000"/>
                            </a:schemeClr>
                          </a:solidFill>
                          <a:latin typeface="Avenir Book" panose="02000503020000020003" pitchFamily="2" charset="0"/>
                        </a:rPr>
                        <a:t>stats::</a:t>
                      </a:r>
                      <a:r>
                        <a:rPr lang="en-US" b="0" i="0" dirty="0" err="1">
                          <a:solidFill>
                            <a:schemeClr val="accent6">
                              <a:lumMod val="50000"/>
                            </a:schemeClr>
                          </a:solidFill>
                          <a:latin typeface="Avenir Book" panose="02000503020000020003" pitchFamily="2" charset="0"/>
                        </a:rPr>
                        <a:t>lm</a:t>
                      </a:r>
                      <a:endParaRPr lang="en-US" b="0" i="0" dirty="0">
                        <a:solidFill>
                          <a:schemeClr val="accent6">
                            <a:lumMod val="50000"/>
                          </a:schemeClr>
                        </a:solidFill>
                        <a:latin typeface="Avenir Book" panose="02000503020000020003" pitchFamily="2" charset="0"/>
                      </a:endParaRPr>
                    </a:p>
                  </a:txBody>
                  <a:tcPr anchor="ctr">
                    <a:solidFill>
                      <a:schemeClr val="accent6">
                        <a:lumMod val="20000"/>
                        <a:lumOff val="80000"/>
                      </a:schemeClr>
                    </a:solidFill>
                  </a:tcPr>
                </a:tc>
                <a:tc>
                  <a:txBody>
                    <a:bodyPr/>
                    <a:lstStyle/>
                    <a:p>
                      <a:pPr algn="ctr"/>
                      <a:r>
                        <a:rPr lang="en-US" b="0" i="0" dirty="0">
                          <a:solidFill>
                            <a:schemeClr val="accent6">
                              <a:lumMod val="50000"/>
                            </a:schemeClr>
                          </a:solidFill>
                          <a:latin typeface="Avenir Book" panose="02000503020000020003" pitchFamily="2" charset="0"/>
                        </a:rPr>
                        <a:t>Linear Mixed Model (LMM)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solidFill>
                            <a:schemeClr val="accent6">
                              <a:lumMod val="50000"/>
                            </a:schemeClr>
                          </a:solidFill>
                          <a:latin typeface="Avenir Book" panose="02000503020000020003" pitchFamily="2" charset="0"/>
                        </a:rPr>
                        <a:t>lme4::</a:t>
                      </a:r>
                      <a:r>
                        <a:rPr lang="en-US" b="0" i="0" dirty="0" err="1">
                          <a:solidFill>
                            <a:schemeClr val="accent6">
                              <a:lumMod val="50000"/>
                            </a:schemeClr>
                          </a:solidFill>
                          <a:latin typeface="Avenir Book" panose="02000503020000020003" pitchFamily="2" charset="0"/>
                        </a:rPr>
                        <a:t>lmer</a:t>
                      </a:r>
                      <a:endParaRPr lang="en-US" b="0" i="0" dirty="0">
                        <a:solidFill>
                          <a:schemeClr val="accent6">
                            <a:lumMod val="50000"/>
                          </a:schemeClr>
                        </a:solidFill>
                        <a:latin typeface="Avenir Book" panose="02000503020000020003" pitchFamily="2" charset="0"/>
                      </a:endParaRPr>
                    </a:p>
                  </a:txBody>
                  <a:tcPr anchor="ctr">
                    <a:solidFill>
                      <a:schemeClr val="accent6">
                        <a:lumMod val="20000"/>
                        <a:lumOff val="80000"/>
                      </a:schemeClr>
                    </a:solidFill>
                  </a:tcPr>
                </a:tc>
                <a:extLst>
                  <a:ext uri="{0D108BD9-81ED-4DB2-BD59-A6C34878D82A}">
                    <a16:rowId xmlns:a16="http://schemas.microsoft.com/office/drawing/2014/main" val="2011394630"/>
                  </a:ext>
                </a:extLst>
              </a:tr>
              <a:tr h="1094323">
                <a:tc>
                  <a:txBody>
                    <a:bodyPr/>
                    <a:lstStyle/>
                    <a:p>
                      <a:pPr algn="ctr"/>
                      <a:r>
                        <a:rPr lang="en-US" sz="2500" b="1" i="0" kern="1200" dirty="0">
                          <a:solidFill>
                            <a:schemeClr val="bg1"/>
                          </a:solidFill>
                          <a:latin typeface="Avenir Black" panose="02000503020000020003" pitchFamily="2" charset="0"/>
                          <a:ea typeface="+mn-ea"/>
                          <a:cs typeface="+mn-cs"/>
                        </a:rPr>
                        <a:t>No </a:t>
                      </a:r>
                    </a:p>
                    <a:p>
                      <a:pPr algn="ctr"/>
                      <a:r>
                        <a:rPr lang="en-US" sz="2000" b="1" i="0" kern="1200" dirty="0">
                          <a:solidFill>
                            <a:schemeClr val="bg1"/>
                          </a:solidFill>
                          <a:latin typeface="Avenir Black" panose="02000503020000020003" pitchFamily="2" charset="0"/>
                          <a:ea typeface="+mn-ea"/>
                          <a:cs typeface="+mn-cs"/>
                        </a:rPr>
                        <a:t>(you must specify the distribution, e.g. </a:t>
                      </a:r>
                      <a:r>
                        <a:rPr lang="en-US" sz="2000" b="1" i="0" kern="1200" dirty="0" err="1">
                          <a:solidFill>
                            <a:schemeClr val="bg1"/>
                          </a:solidFill>
                          <a:latin typeface="Avenir Black" panose="02000503020000020003" pitchFamily="2" charset="0"/>
                          <a:ea typeface="+mn-ea"/>
                          <a:cs typeface="+mn-cs"/>
                        </a:rPr>
                        <a:t>poisson</a:t>
                      </a:r>
                      <a:r>
                        <a:rPr lang="en-US" sz="2000" b="1" i="0" kern="1200" dirty="0">
                          <a:solidFill>
                            <a:schemeClr val="bg1"/>
                          </a:solidFill>
                          <a:latin typeface="Avenir Black" panose="02000503020000020003" pitchFamily="2" charset="0"/>
                          <a:ea typeface="+mn-ea"/>
                          <a:cs typeface="+mn-cs"/>
                        </a:rPr>
                        <a:t>)</a:t>
                      </a:r>
                    </a:p>
                  </a:txBody>
                  <a:tcPr anchor="ctr">
                    <a:solidFill>
                      <a:schemeClr val="accent6">
                        <a:lumMod val="75000"/>
                      </a:schemeClr>
                    </a:solidFill>
                  </a:tcPr>
                </a:tc>
                <a:tc>
                  <a:txBody>
                    <a:bodyPr/>
                    <a:lstStyle/>
                    <a:p>
                      <a:pPr algn="ctr"/>
                      <a:r>
                        <a:rPr lang="en-US" b="0" i="0" dirty="0" err="1">
                          <a:solidFill>
                            <a:schemeClr val="accent6">
                              <a:lumMod val="50000"/>
                            </a:schemeClr>
                          </a:solidFill>
                          <a:latin typeface="Avenir Book" panose="02000503020000020003" pitchFamily="2" charset="0"/>
                        </a:rPr>
                        <a:t>Generalised</a:t>
                      </a:r>
                      <a:r>
                        <a:rPr lang="en-US" b="0" i="0" dirty="0">
                          <a:solidFill>
                            <a:schemeClr val="accent6">
                              <a:lumMod val="50000"/>
                            </a:schemeClr>
                          </a:solidFill>
                          <a:latin typeface="Avenir Book" panose="02000503020000020003" pitchFamily="2" charset="0"/>
                        </a:rPr>
                        <a:t> Linear Model (GLM)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solidFill>
                            <a:schemeClr val="accent6">
                              <a:lumMod val="50000"/>
                            </a:schemeClr>
                          </a:solidFill>
                          <a:latin typeface="Avenir Book" panose="02000503020000020003" pitchFamily="2" charset="0"/>
                        </a:rPr>
                        <a:t>stats::</a:t>
                      </a:r>
                      <a:r>
                        <a:rPr lang="en-US" b="0" i="0" dirty="0" err="1">
                          <a:solidFill>
                            <a:schemeClr val="accent6">
                              <a:lumMod val="50000"/>
                            </a:schemeClr>
                          </a:solidFill>
                          <a:latin typeface="Avenir Book" panose="02000503020000020003" pitchFamily="2" charset="0"/>
                        </a:rPr>
                        <a:t>glm</a:t>
                      </a:r>
                      <a:endParaRPr lang="en-US" b="0" i="0" dirty="0">
                        <a:solidFill>
                          <a:schemeClr val="accent6">
                            <a:lumMod val="50000"/>
                          </a:schemeClr>
                        </a:solidFill>
                        <a:latin typeface="Avenir Book" panose="02000503020000020003" pitchFamily="2" charset="0"/>
                      </a:endParaRPr>
                    </a:p>
                  </a:txBody>
                  <a:tcPr anchor="ctr">
                    <a:solidFill>
                      <a:schemeClr val="accent6">
                        <a:lumMod val="20000"/>
                        <a:lumOff val="80000"/>
                      </a:schemeClr>
                    </a:solidFill>
                  </a:tcPr>
                </a:tc>
                <a:tc>
                  <a:txBody>
                    <a:bodyPr/>
                    <a:lstStyle/>
                    <a:p>
                      <a:pPr algn="ctr"/>
                      <a:r>
                        <a:rPr lang="en-US" b="0" i="0" dirty="0" err="1">
                          <a:solidFill>
                            <a:schemeClr val="accent6">
                              <a:lumMod val="50000"/>
                            </a:schemeClr>
                          </a:solidFill>
                          <a:latin typeface="Avenir Book" panose="02000503020000020003" pitchFamily="2" charset="0"/>
                        </a:rPr>
                        <a:t>Generalised</a:t>
                      </a:r>
                      <a:r>
                        <a:rPr lang="en-US" b="0" i="0" dirty="0">
                          <a:solidFill>
                            <a:schemeClr val="accent6">
                              <a:lumMod val="50000"/>
                            </a:schemeClr>
                          </a:solidFill>
                          <a:latin typeface="Avenir Book" panose="02000503020000020003" pitchFamily="2" charset="0"/>
                        </a:rPr>
                        <a:t> Linear Mixed Model (GLMM)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0" i="0" dirty="0">
                          <a:solidFill>
                            <a:schemeClr val="accent6">
                              <a:lumMod val="50000"/>
                            </a:schemeClr>
                          </a:solidFill>
                          <a:latin typeface="Avenir Book" panose="02000503020000020003" pitchFamily="2" charset="0"/>
                        </a:rPr>
                        <a:t>lme4::</a:t>
                      </a:r>
                      <a:r>
                        <a:rPr lang="en-US" b="0" i="0" dirty="0" err="1">
                          <a:solidFill>
                            <a:schemeClr val="accent6">
                              <a:lumMod val="50000"/>
                            </a:schemeClr>
                          </a:solidFill>
                          <a:latin typeface="Avenir Book" panose="02000503020000020003" pitchFamily="2" charset="0"/>
                        </a:rPr>
                        <a:t>glmer</a:t>
                      </a:r>
                      <a:endParaRPr lang="en-US" b="0" i="0" dirty="0">
                        <a:solidFill>
                          <a:schemeClr val="accent6">
                            <a:lumMod val="50000"/>
                          </a:schemeClr>
                        </a:solidFill>
                        <a:latin typeface="Avenir Book" panose="02000503020000020003" pitchFamily="2" charset="0"/>
                      </a:endParaRPr>
                    </a:p>
                  </a:txBody>
                  <a:tcPr anchor="ctr">
                    <a:solidFill>
                      <a:schemeClr val="accent6">
                        <a:lumMod val="20000"/>
                        <a:lumOff val="80000"/>
                      </a:schemeClr>
                    </a:solidFill>
                  </a:tcPr>
                </a:tc>
                <a:extLst>
                  <a:ext uri="{0D108BD9-81ED-4DB2-BD59-A6C34878D82A}">
                    <a16:rowId xmlns:a16="http://schemas.microsoft.com/office/drawing/2014/main" val="3903915233"/>
                  </a:ext>
                </a:extLst>
              </a:tr>
            </a:tbl>
          </a:graphicData>
        </a:graphic>
      </p:graphicFrame>
      <p:sp>
        <p:nvSpPr>
          <p:cNvPr id="4" name="TextBox 3">
            <a:extLst>
              <a:ext uri="{FF2B5EF4-FFF2-40B4-BE49-F238E27FC236}">
                <a16:creationId xmlns:a16="http://schemas.microsoft.com/office/drawing/2014/main" id="{372A0F49-8363-398A-E611-84C3385C34BF}"/>
              </a:ext>
            </a:extLst>
          </p:cNvPr>
          <p:cNvSpPr txBox="1"/>
          <p:nvPr/>
        </p:nvSpPr>
        <p:spPr>
          <a:xfrm>
            <a:off x="4855922" y="1374970"/>
            <a:ext cx="10973534"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Does your data have groups?</a:t>
            </a:r>
          </a:p>
        </p:txBody>
      </p:sp>
      <p:sp>
        <p:nvSpPr>
          <p:cNvPr id="2" name="TextBox 1">
            <a:extLst>
              <a:ext uri="{FF2B5EF4-FFF2-40B4-BE49-F238E27FC236}">
                <a16:creationId xmlns:a16="http://schemas.microsoft.com/office/drawing/2014/main" id="{27D49420-7056-B250-2D52-B859506DB304}"/>
              </a:ext>
            </a:extLst>
          </p:cNvPr>
          <p:cNvSpPr txBox="1"/>
          <p:nvPr/>
        </p:nvSpPr>
        <p:spPr>
          <a:xfrm>
            <a:off x="4347412" y="6619800"/>
            <a:ext cx="8357294" cy="246221"/>
          </a:xfrm>
          <a:prstGeom prst="rect">
            <a:avLst/>
          </a:prstGeom>
          <a:noFill/>
        </p:spPr>
        <p:txBody>
          <a:bodyPr wrap="square">
            <a:spAutoFit/>
          </a:bodyPr>
          <a:lstStyle/>
          <a:p>
            <a:r>
              <a:rPr lang="en-US" sz="1000" dirty="0">
                <a:solidFill>
                  <a:schemeClr val="accent6">
                    <a:lumMod val="50000"/>
                  </a:schemeClr>
                </a:solidFill>
                <a:latin typeface="Avenir Book" panose="02000503020000020003" pitchFamily="2" charset="0"/>
              </a:rPr>
              <a:t>*note! You’ll find that other packages offer mixed models. lme4 is a common one, but feel free to shop around. E.g. </a:t>
            </a:r>
            <a:r>
              <a:rPr lang="en-US" sz="1000" dirty="0" err="1">
                <a:solidFill>
                  <a:schemeClr val="accent6">
                    <a:lumMod val="50000"/>
                  </a:schemeClr>
                </a:solidFill>
                <a:latin typeface="Avenir Book" panose="02000503020000020003" pitchFamily="2" charset="0"/>
              </a:rPr>
              <a:t>nlme</a:t>
            </a:r>
            <a:r>
              <a:rPr lang="en-US" sz="1000" dirty="0">
                <a:solidFill>
                  <a:schemeClr val="accent6">
                    <a:lumMod val="50000"/>
                  </a:schemeClr>
                </a:solidFill>
                <a:latin typeface="Avenir Book" panose="02000503020000020003" pitchFamily="2" charset="0"/>
              </a:rPr>
              <a:t> or </a:t>
            </a:r>
            <a:r>
              <a:rPr lang="en-US" sz="1000" dirty="0" err="1">
                <a:solidFill>
                  <a:schemeClr val="accent6">
                    <a:lumMod val="50000"/>
                  </a:schemeClr>
                </a:solidFill>
                <a:latin typeface="Avenir Book" panose="02000503020000020003" pitchFamily="2" charset="0"/>
              </a:rPr>
              <a:t>glmmTMB</a:t>
            </a:r>
            <a:endParaRPr lang="en-US" sz="1000" dirty="0">
              <a:solidFill>
                <a:schemeClr val="accent6">
                  <a:lumMod val="50000"/>
                </a:schemeClr>
              </a:solidFill>
              <a:latin typeface="Avenir Book" panose="02000503020000020003" pitchFamily="2" charset="0"/>
            </a:endParaRPr>
          </a:p>
        </p:txBody>
      </p:sp>
      <p:sp>
        <p:nvSpPr>
          <p:cNvPr id="6" name="TextBox 5">
            <a:extLst>
              <a:ext uri="{FF2B5EF4-FFF2-40B4-BE49-F238E27FC236}">
                <a16:creationId xmlns:a16="http://schemas.microsoft.com/office/drawing/2014/main" id="{B0FB3C6D-45D7-4C69-87C0-5DED548DEEA2}"/>
              </a:ext>
            </a:extLst>
          </p:cNvPr>
          <p:cNvSpPr txBox="1"/>
          <p:nvPr/>
        </p:nvSpPr>
        <p:spPr>
          <a:xfrm>
            <a:off x="175644" y="3931506"/>
            <a:ext cx="1836036"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Is your data ‘Normal’?</a:t>
            </a:r>
          </a:p>
        </p:txBody>
      </p:sp>
    </p:spTree>
    <p:extLst>
      <p:ext uri="{BB962C8B-B14F-4D97-AF65-F5344CB8AC3E}">
        <p14:creationId xmlns:p14="http://schemas.microsoft.com/office/powerpoint/2010/main" val="17143686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Terminology confusion</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3">
            <a:extLst>
              <a:ext uri="{FF2B5EF4-FFF2-40B4-BE49-F238E27FC236}">
                <a16:creationId xmlns:a16="http://schemas.microsoft.com/office/drawing/2014/main" id="{6782422D-EA24-4463-1D31-C2A34DE87EC0}"/>
              </a:ext>
            </a:extLst>
          </p:cNvPr>
          <p:cNvGraphicFramePr>
            <a:graphicFrameLocks noGrp="1"/>
          </p:cNvGraphicFramePr>
          <p:nvPr>
            <p:extLst>
              <p:ext uri="{D42A27DB-BD31-4B8C-83A1-F6EECF244321}">
                <p14:modId xmlns:p14="http://schemas.microsoft.com/office/powerpoint/2010/main" val="1697806252"/>
              </p:ext>
            </p:extLst>
          </p:nvPr>
        </p:nvGraphicFramePr>
        <p:xfrm>
          <a:off x="92480" y="1351270"/>
          <a:ext cx="12007037" cy="4528629"/>
        </p:xfrm>
        <a:graphic>
          <a:graphicData uri="http://schemas.openxmlformats.org/drawingml/2006/table">
            <a:tbl>
              <a:tblPr firstRow="1" bandRow="1">
                <a:tableStyleId>{93296810-A885-4BE3-A3E7-6D5BEEA58F35}</a:tableStyleId>
              </a:tblPr>
              <a:tblGrid>
                <a:gridCol w="5870449">
                  <a:extLst>
                    <a:ext uri="{9D8B030D-6E8A-4147-A177-3AD203B41FA5}">
                      <a16:colId xmlns:a16="http://schemas.microsoft.com/office/drawing/2014/main" val="3898516838"/>
                    </a:ext>
                  </a:extLst>
                </a:gridCol>
                <a:gridCol w="6136588">
                  <a:extLst>
                    <a:ext uri="{9D8B030D-6E8A-4147-A177-3AD203B41FA5}">
                      <a16:colId xmlns:a16="http://schemas.microsoft.com/office/drawing/2014/main" val="555451328"/>
                    </a:ext>
                  </a:extLst>
                </a:gridCol>
              </a:tblGrid>
              <a:tr h="631423">
                <a:tc>
                  <a:txBody>
                    <a:bodyPr/>
                    <a:lstStyle/>
                    <a:p>
                      <a:pPr algn="ctr"/>
                      <a:r>
                        <a:rPr lang="en-US" sz="2800" b="1" i="0" dirty="0">
                          <a:latin typeface="Avenir Book" panose="02000503020000020003" pitchFamily="2" charset="0"/>
                        </a:rPr>
                        <a:t>This</a:t>
                      </a:r>
                    </a:p>
                  </a:txBody>
                  <a:tcPr anchor="ctr"/>
                </a:tc>
                <a:tc>
                  <a:txBody>
                    <a:bodyPr/>
                    <a:lstStyle/>
                    <a:p>
                      <a:pPr algn="ctr"/>
                      <a:r>
                        <a:rPr lang="en-US" sz="2800" b="1" i="0" dirty="0">
                          <a:latin typeface="Avenir Book" panose="02000503020000020003" pitchFamily="2" charset="0"/>
                        </a:rPr>
                        <a:t>Is also referred to as this…</a:t>
                      </a:r>
                    </a:p>
                  </a:txBody>
                  <a:tcPr anchor="ctr"/>
                </a:tc>
                <a:extLst>
                  <a:ext uri="{0D108BD9-81ED-4DB2-BD59-A6C34878D82A}">
                    <a16:rowId xmlns:a16="http://schemas.microsoft.com/office/drawing/2014/main" val="2861004222"/>
                  </a:ext>
                </a:extLst>
              </a:tr>
              <a:tr h="343412">
                <a:tc>
                  <a:txBody>
                    <a:bodyPr/>
                    <a:lstStyle/>
                    <a:p>
                      <a:r>
                        <a:rPr lang="en-US" sz="1500" b="0" i="0" dirty="0">
                          <a:latin typeface="Avenir Book" panose="02000503020000020003" pitchFamily="2" charset="0"/>
                        </a:rPr>
                        <a:t>Predictor</a:t>
                      </a:r>
                    </a:p>
                  </a:txBody>
                  <a:tcPr/>
                </a:tc>
                <a:tc>
                  <a:txBody>
                    <a:bodyPr/>
                    <a:lstStyle/>
                    <a:p>
                      <a:r>
                        <a:rPr lang="en-US" sz="1500" b="0" i="0" dirty="0">
                          <a:latin typeface="Avenir Book" panose="02000503020000020003" pitchFamily="2" charset="0"/>
                        </a:rPr>
                        <a:t>Independent Variable, Explanatory variable, Covariate, X</a:t>
                      </a:r>
                    </a:p>
                  </a:txBody>
                  <a:tcPr/>
                </a:tc>
                <a:extLst>
                  <a:ext uri="{0D108BD9-81ED-4DB2-BD59-A6C34878D82A}">
                    <a16:rowId xmlns:a16="http://schemas.microsoft.com/office/drawing/2014/main" val="3047034242"/>
                  </a:ext>
                </a:extLst>
              </a:tr>
              <a:tr h="432944">
                <a:tc>
                  <a:txBody>
                    <a:bodyPr/>
                    <a:lstStyle/>
                    <a:p>
                      <a:r>
                        <a:rPr lang="en-US" sz="1500" b="0" i="0" dirty="0">
                          <a:latin typeface="Avenir Book" panose="02000503020000020003" pitchFamily="2" charset="0"/>
                        </a:rPr>
                        <a:t>Response</a:t>
                      </a:r>
                    </a:p>
                  </a:txBody>
                  <a:tcPr/>
                </a:tc>
                <a:tc>
                  <a:txBody>
                    <a:bodyPr/>
                    <a:lstStyle/>
                    <a:p>
                      <a:r>
                        <a:rPr lang="en-US" sz="1500" b="0" i="0" dirty="0">
                          <a:latin typeface="Avenir Book" panose="02000503020000020003" pitchFamily="2" charset="0"/>
                        </a:rPr>
                        <a:t>Dependent Variable, Y</a:t>
                      </a:r>
                    </a:p>
                  </a:txBody>
                  <a:tcPr/>
                </a:tc>
                <a:extLst>
                  <a:ext uri="{0D108BD9-81ED-4DB2-BD59-A6C34878D82A}">
                    <a16:rowId xmlns:a16="http://schemas.microsoft.com/office/drawing/2014/main" val="2905158433"/>
                  </a:ext>
                </a:extLst>
              </a:tr>
              <a:tr h="288951">
                <a:tc>
                  <a:txBody>
                    <a:bodyPr/>
                    <a:lstStyle/>
                    <a:p>
                      <a:r>
                        <a:rPr lang="en-US" sz="1500" b="0" i="0" dirty="0">
                          <a:latin typeface="Avenir Book" panose="02000503020000020003" pitchFamily="2" charset="0"/>
                        </a:rPr>
                        <a:t>A linear model where the predictors are categorial</a:t>
                      </a:r>
                    </a:p>
                  </a:txBody>
                  <a:tcPr/>
                </a:tc>
                <a:tc>
                  <a:txBody>
                    <a:bodyPr/>
                    <a:lstStyle/>
                    <a:p>
                      <a:r>
                        <a:rPr lang="en-US" sz="1500" b="0" i="0" dirty="0">
                          <a:latin typeface="Avenir Book" panose="02000503020000020003" pitchFamily="2" charset="0"/>
                        </a:rPr>
                        <a:t>ANOVA</a:t>
                      </a:r>
                    </a:p>
                  </a:txBody>
                  <a:tcPr/>
                </a:tc>
                <a:extLst>
                  <a:ext uri="{0D108BD9-81ED-4DB2-BD59-A6C34878D82A}">
                    <a16:rowId xmlns:a16="http://schemas.microsoft.com/office/drawing/2014/main" val="4074604084"/>
                  </a:ext>
                </a:extLst>
              </a:tr>
              <a:tr h="670560">
                <a:tc>
                  <a:txBody>
                    <a:bodyPr/>
                    <a:lstStyle/>
                    <a:p>
                      <a:r>
                        <a:rPr lang="en-US" sz="1500" b="0" i="0" dirty="0">
                          <a:latin typeface="Avenir Book" panose="02000503020000020003" pitchFamily="2" charset="0"/>
                        </a:rPr>
                        <a:t>A ‘normal’, basic linear model</a:t>
                      </a:r>
                    </a:p>
                  </a:txBody>
                  <a:tcPr/>
                </a:tc>
                <a:tc>
                  <a:txBody>
                    <a:bodyPr/>
                    <a:lstStyle/>
                    <a:p>
                      <a:r>
                        <a:rPr lang="en-US" sz="1500" b="0" i="0" dirty="0">
                          <a:latin typeface="Avenir Book" panose="02000503020000020003" pitchFamily="2" charset="0"/>
                        </a:rPr>
                        <a:t>Linear regression, ordinary linear regression, ordinary least squares (OLS) linear regression (also VERY confusingly, sometimes a ‘general’ linear model, if you have multiple predictors. Different from a ‘generalized’ linear model)</a:t>
                      </a:r>
                    </a:p>
                  </a:txBody>
                  <a:tcPr/>
                </a:tc>
                <a:extLst>
                  <a:ext uri="{0D108BD9-81ED-4DB2-BD59-A6C34878D82A}">
                    <a16:rowId xmlns:a16="http://schemas.microsoft.com/office/drawing/2014/main" val="3931315110"/>
                  </a:ext>
                </a:extLst>
              </a:tr>
              <a:tr h="324051">
                <a:tc>
                  <a:txBody>
                    <a:bodyPr/>
                    <a:lstStyle/>
                    <a:p>
                      <a:r>
                        <a:rPr lang="en-US" sz="1500" b="0" i="0" dirty="0">
                          <a:latin typeface="Avenir Book" panose="02000503020000020003" pitchFamily="2" charset="0"/>
                        </a:rPr>
                        <a:t>A ‘normal’ predictor in a linear model</a:t>
                      </a:r>
                    </a:p>
                  </a:txBody>
                  <a:tcPr/>
                </a:tc>
                <a:tc>
                  <a:txBody>
                    <a:bodyPr/>
                    <a:lstStyle/>
                    <a:p>
                      <a:r>
                        <a:rPr lang="en-US" sz="1500" b="0" i="0" dirty="0">
                          <a:latin typeface="Avenir Book" panose="02000503020000020003" pitchFamily="2" charset="0"/>
                        </a:rPr>
                        <a:t>A fixed effect</a:t>
                      </a:r>
                    </a:p>
                  </a:txBody>
                  <a:tcPr/>
                </a:tc>
                <a:extLst>
                  <a:ext uri="{0D108BD9-81ED-4DB2-BD59-A6C34878D82A}">
                    <a16:rowId xmlns:a16="http://schemas.microsoft.com/office/drawing/2014/main" val="3000185794"/>
                  </a:ext>
                </a:extLst>
              </a:tr>
              <a:tr h="256673">
                <a:tc>
                  <a:txBody>
                    <a:bodyPr/>
                    <a:lstStyle/>
                    <a:p>
                      <a:r>
                        <a:rPr lang="en-US" sz="1500" b="0" i="0" dirty="0">
                          <a:latin typeface="Avenir Book" panose="02000503020000020003" pitchFamily="2" charset="0"/>
                        </a:rPr>
                        <a:t>Normal distribution</a:t>
                      </a:r>
                    </a:p>
                  </a:txBody>
                  <a:tcPr/>
                </a:tc>
                <a:tc>
                  <a:txBody>
                    <a:bodyPr/>
                    <a:lstStyle/>
                    <a:p>
                      <a:r>
                        <a:rPr lang="en-US" sz="1500" b="0" i="0" dirty="0">
                          <a:latin typeface="Avenir Book" panose="02000503020000020003" pitchFamily="2" charset="0"/>
                        </a:rPr>
                        <a:t>Gaussian distribution</a:t>
                      </a:r>
                    </a:p>
                  </a:txBody>
                  <a:tcPr/>
                </a:tc>
                <a:extLst>
                  <a:ext uri="{0D108BD9-81ED-4DB2-BD59-A6C34878D82A}">
                    <a16:rowId xmlns:a16="http://schemas.microsoft.com/office/drawing/2014/main" val="1115955010"/>
                  </a:ext>
                </a:extLst>
              </a:tr>
              <a:tr h="351322">
                <a:tc>
                  <a:txBody>
                    <a:bodyPr/>
                    <a:lstStyle/>
                    <a:p>
                      <a:r>
                        <a:rPr lang="en-US" sz="1500" b="0" i="0" dirty="0">
                          <a:latin typeface="Avenir Book" panose="02000503020000020003" pitchFamily="2" charset="0"/>
                        </a:rPr>
                        <a:t>A linear mixed model</a:t>
                      </a:r>
                    </a:p>
                  </a:txBody>
                  <a:tcPr/>
                </a:tc>
                <a:tc>
                  <a:txBody>
                    <a:bodyPr/>
                    <a:lstStyle/>
                    <a:p>
                      <a:r>
                        <a:rPr lang="en-US" sz="1500" b="0" i="0" dirty="0">
                          <a:latin typeface="Avenir Book" panose="02000503020000020003" pitchFamily="2" charset="0"/>
                        </a:rPr>
                        <a:t>A hierarchical model, mixed effects model, multi-level model</a:t>
                      </a:r>
                    </a:p>
                  </a:txBody>
                  <a:tcPr/>
                </a:tc>
                <a:extLst>
                  <a:ext uri="{0D108BD9-81ED-4DB2-BD59-A6C34878D82A}">
                    <a16:rowId xmlns:a16="http://schemas.microsoft.com/office/drawing/2014/main" val="655030621"/>
                  </a:ext>
                </a:extLst>
              </a:tr>
              <a:tr h="320842">
                <a:tc>
                  <a:txBody>
                    <a:bodyPr/>
                    <a:lstStyle/>
                    <a:p>
                      <a:r>
                        <a:rPr lang="en-US" sz="1500" b="0" i="0" dirty="0">
                          <a:latin typeface="Avenir Book" panose="02000503020000020003" pitchFamily="2" charset="0"/>
                        </a:rPr>
                        <a:t>Random effect</a:t>
                      </a:r>
                    </a:p>
                  </a:txBody>
                  <a:tcPr/>
                </a:tc>
                <a:tc>
                  <a:txBody>
                    <a:bodyPr/>
                    <a:lstStyle/>
                    <a:p>
                      <a:r>
                        <a:rPr lang="en-US" sz="1500" b="0" i="0" dirty="0">
                          <a:latin typeface="Avenir Book" panose="02000503020000020003" pitchFamily="2" charset="0"/>
                        </a:rPr>
                        <a:t>Random factor*</a:t>
                      </a:r>
                    </a:p>
                  </a:txBody>
                  <a:tcPr/>
                </a:tc>
                <a:extLst>
                  <a:ext uri="{0D108BD9-81ED-4DB2-BD59-A6C34878D82A}">
                    <a16:rowId xmlns:a16="http://schemas.microsoft.com/office/drawing/2014/main" val="2503251895"/>
                  </a:ext>
                </a:extLst>
              </a:tr>
              <a:tr h="478715">
                <a:tc>
                  <a:txBody>
                    <a:bodyPr/>
                    <a:lstStyle/>
                    <a:p>
                      <a:r>
                        <a:rPr lang="en-US" sz="1500" b="0" i="0" dirty="0">
                          <a:latin typeface="Avenir Book" panose="02000503020000020003" pitchFamily="2" charset="0"/>
                        </a:rPr>
                        <a:t>Estimate</a:t>
                      </a:r>
                    </a:p>
                  </a:txBody>
                  <a:tcPr/>
                </a:tc>
                <a:tc>
                  <a:txBody>
                    <a:bodyPr/>
                    <a:lstStyle/>
                    <a:p>
                      <a:r>
                        <a:rPr lang="en-US" sz="1500" b="0" i="0" dirty="0">
                          <a:latin typeface="Avenir Book" panose="02000503020000020003" pitchFamily="2" charset="0"/>
                        </a:rPr>
                        <a:t>Effect size*, coefficient*</a:t>
                      </a:r>
                    </a:p>
                  </a:txBody>
                  <a:tcPr/>
                </a:tc>
                <a:extLst>
                  <a:ext uri="{0D108BD9-81ED-4DB2-BD59-A6C34878D82A}">
                    <a16:rowId xmlns:a16="http://schemas.microsoft.com/office/drawing/2014/main" val="248603620"/>
                  </a:ext>
                </a:extLst>
              </a:tr>
            </a:tbl>
          </a:graphicData>
        </a:graphic>
      </p:graphicFrame>
      <p:sp>
        <p:nvSpPr>
          <p:cNvPr id="5" name="TextBox 4">
            <a:extLst>
              <a:ext uri="{FF2B5EF4-FFF2-40B4-BE49-F238E27FC236}">
                <a16:creationId xmlns:a16="http://schemas.microsoft.com/office/drawing/2014/main" id="{9C8DDECE-7731-B2C5-FDEB-FDE06407A2F4}"/>
              </a:ext>
            </a:extLst>
          </p:cNvPr>
          <p:cNvSpPr txBox="1"/>
          <p:nvPr/>
        </p:nvSpPr>
        <p:spPr>
          <a:xfrm>
            <a:off x="0" y="6472214"/>
            <a:ext cx="12933668" cy="369332"/>
          </a:xfrm>
          <a:prstGeom prst="rect">
            <a:avLst/>
          </a:prstGeom>
          <a:noFill/>
        </p:spPr>
        <p:txBody>
          <a:bodyPr wrap="square">
            <a:spAutoFit/>
          </a:bodyPr>
          <a:lstStyle/>
          <a:p>
            <a:r>
              <a:rPr lang="en-US" dirty="0">
                <a:latin typeface="Avenir Book" panose="02000503020000020003" pitchFamily="2" charset="0"/>
              </a:rPr>
              <a:t>*</a:t>
            </a:r>
            <a:r>
              <a:rPr lang="en-US" b="0" i="0" dirty="0">
                <a:latin typeface="Avenir Book" panose="02000503020000020003" pitchFamily="2" charset="0"/>
              </a:rPr>
              <a:t>one could argue there are technically differences between these terms but in practice they’re used interchangeably</a:t>
            </a:r>
            <a:endParaRPr lang="en-US" dirty="0"/>
          </a:p>
        </p:txBody>
      </p:sp>
    </p:spTree>
    <p:extLst>
      <p:ext uri="{BB962C8B-B14F-4D97-AF65-F5344CB8AC3E}">
        <p14:creationId xmlns:p14="http://schemas.microsoft.com/office/powerpoint/2010/main" val="31389784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Activity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75427554-4684-C83A-DAFF-430B2DFAFD4E}"/>
              </a:ext>
            </a:extLst>
          </p:cNvPr>
          <p:cNvSpPr txBox="1"/>
          <p:nvPr/>
        </p:nvSpPr>
        <p:spPr>
          <a:xfrm>
            <a:off x="466943" y="1538413"/>
            <a:ext cx="6066861" cy="5247590"/>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Before we begin!!</a:t>
            </a:r>
          </a:p>
          <a:p>
            <a:endParaRPr lang="en-US" sz="3000" dirty="0">
              <a:solidFill>
                <a:schemeClr val="accent6">
                  <a:lumMod val="50000"/>
                </a:schemeClr>
              </a:solidFill>
              <a:latin typeface="Avenir Book" panose="02000503020000020003" pitchFamily="2" charset="0"/>
            </a:endParaRPr>
          </a:p>
          <a:p>
            <a:r>
              <a:rPr lang="en-US" sz="2500" dirty="0">
                <a:solidFill>
                  <a:schemeClr val="accent6">
                    <a:lumMod val="50000"/>
                  </a:schemeClr>
                </a:solidFill>
                <a:latin typeface="Avenir Book" panose="02000503020000020003" pitchFamily="2" charset="0"/>
              </a:rPr>
              <a:t>In groups, take five minutes to research the following Hummingbird Species. Primarily use </a:t>
            </a:r>
            <a:r>
              <a:rPr lang="en-US" sz="2500" dirty="0" err="1">
                <a:solidFill>
                  <a:schemeClr val="accent6">
                    <a:lumMod val="50000"/>
                  </a:schemeClr>
                </a:solidFill>
                <a:latin typeface="Avenir Book" panose="02000503020000020003" pitchFamily="2" charset="0"/>
              </a:rPr>
              <a:t>Audubon.org</a:t>
            </a:r>
            <a:r>
              <a:rPr lang="en-US" sz="2500" dirty="0">
                <a:solidFill>
                  <a:schemeClr val="accent6">
                    <a:lumMod val="50000"/>
                  </a:schemeClr>
                </a:solidFill>
                <a:latin typeface="Avenir Book" panose="02000503020000020003" pitchFamily="2" charset="0"/>
              </a:rPr>
              <a:t>. Note down the top 3 words listed for each under “Habitat”. </a:t>
            </a:r>
          </a:p>
          <a:p>
            <a:endParaRPr lang="en-US" sz="25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Violet-crowned Hummingbird</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Black-chinned Hummingbird</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Ruby-throated Hummingbird</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Broad-billed Hummingbird</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Magnificent Hummingbird </a:t>
            </a:r>
          </a:p>
        </p:txBody>
      </p:sp>
      <p:sp>
        <p:nvSpPr>
          <p:cNvPr id="2" name="TextBox 1">
            <a:extLst>
              <a:ext uri="{FF2B5EF4-FFF2-40B4-BE49-F238E27FC236}">
                <a16:creationId xmlns:a16="http://schemas.microsoft.com/office/drawing/2014/main" id="{F74330DA-07C1-8900-E3C1-F7D5B9FDF07A}"/>
              </a:ext>
            </a:extLst>
          </p:cNvPr>
          <p:cNvSpPr txBox="1"/>
          <p:nvPr/>
        </p:nvSpPr>
        <p:spPr>
          <a:xfrm>
            <a:off x="6637759" y="2026047"/>
            <a:ext cx="5382446" cy="3631763"/>
          </a:xfrm>
          <a:prstGeom prst="rect">
            <a:avLst/>
          </a:prstGeom>
          <a:noFill/>
        </p:spPr>
        <p:txBody>
          <a:bodyPr wrap="square">
            <a:spAutoFit/>
          </a:bodyPr>
          <a:lstStyle/>
          <a:p>
            <a:endParaRPr lang="en-US" sz="3000" dirty="0">
              <a:solidFill>
                <a:schemeClr val="accent6">
                  <a:lumMod val="50000"/>
                </a:schemeClr>
              </a:solidFill>
              <a:latin typeface="Avenir Book" panose="02000503020000020003" pitchFamily="2" charset="0"/>
            </a:endParaRPr>
          </a:p>
          <a:p>
            <a:r>
              <a:rPr lang="en-US" sz="2500" dirty="0">
                <a:solidFill>
                  <a:schemeClr val="accent6">
                    <a:lumMod val="50000"/>
                  </a:schemeClr>
                </a:solidFill>
                <a:latin typeface="Avenir Book" panose="02000503020000020003" pitchFamily="2" charset="0"/>
              </a:rPr>
              <a:t>Then, take 5 minutes to google to following places. Note down (and look at pics!) of the primary habitat types in each region</a:t>
            </a:r>
          </a:p>
          <a:p>
            <a:endParaRPr lang="en-US" sz="25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Arizona</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Mexico</a:t>
            </a:r>
          </a:p>
          <a:p>
            <a:pPr marL="457200" indent="-457200">
              <a:buFont typeface="Arial" panose="020B0604020202020204" pitchFamily="34" charset="0"/>
              <a:buChar char="•"/>
            </a:pPr>
            <a:r>
              <a:rPr lang="en-US" sz="2500" dirty="0">
                <a:solidFill>
                  <a:schemeClr val="accent6">
                    <a:lumMod val="50000"/>
                  </a:schemeClr>
                </a:solidFill>
                <a:latin typeface="Avenir Book" panose="02000503020000020003" pitchFamily="2" charset="0"/>
              </a:rPr>
              <a:t>Guatemala</a:t>
            </a:r>
          </a:p>
        </p:txBody>
      </p:sp>
      <p:sp>
        <p:nvSpPr>
          <p:cNvPr id="7" name="Explosion 1 6">
            <a:extLst>
              <a:ext uri="{FF2B5EF4-FFF2-40B4-BE49-F238E27FC236}">
                <a16:creationId xmlns:a16="http://schemas.microsoft.com/office/drawing/2014/main" id="{82CCF5EA-F16A-8C5F-3437-F541E1A7039D}"/>
              </a:ext>
            </a:extLst>
          </p:cNvPr>
          <p:cNvSpPr/>
          <p:nvPr/>
        </p:nvSpPr>
        <p:spPr>
          <a:xfrm>
            <a:off x="4089862" y="-232756"/>
            <a:ext cx="8495608" cy="2676697"/>
          </a:xfrm>
          <a:prstGeom prst="irregularSeal1">
            <a:avLst/>
          </a:prstGeom>
          <a:solidFill>
            <a:srgbClr val="EEB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venir Book" panose="02000503020000020003" pitchFamily="2" charset="0"/>
              </a:rPr>
              <a:t>Why? It’s very important to *actually* get to know data you’re going to use before working with it! </a:t>
            </a:r>
          </a:p>
        </p:txBody>
      </p:sp>
    </p:spTree>
    <p:extLst>
      <p:ext uri="{BB962C8B-B14F-4D97-AF65-F5344CB8AC3E}">
        <p14:creationId xmlns:p14="http://schemas.microsoft.com/office/powerpoint/2010/main" val="27602940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WWF Report</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EC4C3067-0591-8360-24C9-AF2E2BC911A4}"/>
              </a:ext>
            </a:extLst>
          </p:cNvPr>
          <p:cNvSpPr txBox="1"/>
          <p:nvPr/>
        </p:nvSpPr>
        <p:spPr>
          <a:xfrm>
            <a:off x="589816" y="1601285"/>
            <a:ext cx="11291362" cy="4708981"/>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 hint…</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The WWF data is a random collation from all sorts of different sources</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Each population (a particular species in a particular place) is measured according to very different units</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Bear that in mind as we work through today’s activity, and you think about your report….</a:t>
            </a:r>
          </a:p>
        </p:txBody>
      </p:sp>
    </p:spTree>
    <p:extLst>
      <p:ext uri="{BB962C8B-B14F-4D97-AF65-F5344CB8AC3E}">
        <p14:creationId xmlns:p14="http://schemas.microsoft.com/office/powerpoint/2010/main" val="384202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7158</TotalTime>
  <Words>3440</Words>
  <Application>Microsoft Macintosh PowerPoint</Application>
  <PresentationFormat>Widescreen</PresentationFormat>
  <Paragraphs>624</Paragraphs>
  <Slides>65</Slides>
  <Notes>17</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Arial Unicode MS</vt:lpstr>
      <vt:lpstr>Arial</vt:lpstr>
      <vt:lpstr>Avenir</vt:lpstr>
      <vt:lpstr>Avenir Black</vt:lpstr>
      <vt:lpstr>Avenir Book</vt:lpstr>
      <vt:lpstr>Avenir Heavy</vt:lpstr>
      <vt:lpstr>Calibri</vt:lpstr>
      <vt:lpstr>Calibri Light</vt:lpstr>
      <vt:lpstr>Gill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Wauchope, Hannah</dc:creator>
  <cp:lastModifiedBy>Hannah Wauchope</cp:lastModifiedBy>
  <cp:revision>25</cp:revision>
  <cp:lastPrinted>2025-10-23T09:36:43Z</cp:lastPrinted>
  <dcterms:created xsi:type="dcterms:W3CDTF">2023-10-12T09:30:13Z</dcterms:created>
  <dcterms:modified xsi:type="dcterms:W3CDTF">2025-10-23T11:43:49Z</dcterms:modified>
</cp:coreProperties>
</file>